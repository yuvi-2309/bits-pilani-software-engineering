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ink/ink3.xml" ContentType="application/inkml+xml"/>
  <Override PartName="/ppt/ink/ink4.xml" ContentType="application/inkml+xml"/>
  <Override PartName="/ppt/notesSlides/notesSlide6.xml" ContentType="application/vnd.openxmlformats-officedocument.presentationml.notesSlide+xml"/>
  <Override PartName="/ppt/ink/ink5.xml" ContentType="application/inkml+xml"/>
  <Override PartName="/ppt/notesSlides/notesSlide7.xml" ContentType="application/vnd.openxmlformats-officedocument.presentationml.notesSlide+xml"/>
  <Override PartName="/ppt/ink/ink6.xml" ContentType="application/inkml+xml"/>
  <Override PartName="/ppt/notesSlides/notesSlide8.xml" ContentType="application/vnd.openxmlformats-officedocument.presentationml.notesSlide+xml"/>
  <Override PartName="/ppt/ink/ink7.xml" ContentType="application/inkml+xml"/>
  <Override PartName="/ppt/notesSlides/notesSlide9.xml" ContentType="application/vnd.openxmlformats-officedocument.presentationml.notesSlide+xml"/>
  <Override PartName="/ppt/ink/ink8.xml" ContentType="application/inkml+xml"/>
  <Override PartName="/ppt/notesSlides/notesSlide10.xml" ContentType="application/vnd.openxmlformats-officedocument.presentationml.notesSlide+xml"/>
  <Override PartName="/ppt/ink/ink9.xml" ContentType="application/inkml+xml"/>
  <Override PartName="/ppt/notesSlides/notesSlide11.xml" ContentType="application/vnd.openxmlformats-officedocument.presentationml.notesSlide+xml"/>
  <Override PartName="/ppt/ink/ink10.xml" ContentType="application/inkml+xml"/>
  <Override PartName="/ppt/ink/ink11.xml" ContentType="application/inkml+xml"/>
  <Override PartName="/ppt/notesSlides/notesSlide12.xml" ContentType="application/vnd.openxmlformats-officedocument.presentationml.notesSlide+xml"/>
  <Override PartName="/ppt/ink/ink12.xml" ContentType="application/inkml+xml"/>
  <Override PartName="/ppt/ink/ink13.xml" ContentType="application/inkml+xml"/>
  <Override PartName="/ppt/notesSlides/notesSlide13.xml" ContentType="application/vnd.openxmlformats-officedocument.presentationml.notesSlide+xml"/>
  <Override PartName="/ppt/ink/ink14.xml" ContentType="application/inkml+xml"/>
  <Override PartName="/ppt/notesSlides/notesSlide14.xml" ContentType="application/vnd.openxmlformats-officedocument.presentationml.notesSlide+xml"/>
  <Override PartName="/ppt/ink/ink15.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6.xml" ContentType="application/inkml+xml"/>
  <Override PartName="/ppt/notesSlides/notesSlide21.xml" ContentType="application/vnd.openxmlformats-officedocument.presentationml.notesSlide+xml"/>
  <Override PartName="/ppt/ink/ink17.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18.xml" ContentType="application/inkml+xml"/>
  <Override PartName="/ppt/ink/ink19.xml" ContentType="application/inkml+xml"/>
  <Override PartName="/ppt/notesSlides/notesSlide24.xml" ContentType="application/vnd.openxmlformats-officedocument.presentationml.notesSlide+xml"/>
  <Override PartName="/ppt/ink/ink20.xml" ContentType="application/inkml+xml"/>
  <Override PartName="/ppt/notesSlides/notesSlide25.xml" ContentType="application/vnd.openxmlformats-officedocument.presentationml.notesSlide+xml"/>
  <Override PartName="/ppt/ink/ink21.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 id="2147483651" r:id="rId2"/>
  </p:sldMasterIdLst>
  <p:notesMasterIdLst>
    <p:notesMasterId r:id="rId3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9" r:id="rId28"/>
    <p:sldId id="290" r:id="rId29"/>
    <p:sldId id="283" r:id="rId30"/>
    <p:sldId id="285" r:id="rId31"/>
    <p:sldId id="287" r:id="rId32"/>
    <p:sldId id="286" r:id="rId33"/>
    <p:sldId id="288" r:id="rId34"/>
    <p:sldId id="281" r:id="rId35"/>
    <p:sldId id="282" r:id="rId36"/>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1C632D-4F6E-4435-A5DC-DA42ACBECCCD}">
  <a:tblStyle styleId="{2D1C632D-4F6E-4435-A5DC-DA42ACBECCC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5827"/>
  </p:normalViewPr>
  <p:slideViewPr>
    <p:cSldViewPr snapToGrid="0">
      <p:cViewPr varScale="1">
        <p:scale>
          <a:sx n="112" d="100"/>
          <a:sy n="112" d="100"/>
        </p:scale>
        <p:origin x="1640"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06T05:56:38.543"/>
    </inkml:context>
    <inkml:brush xml:id="br0">
      <inkml:brushProperty name="width" value="0.09071" units="cm"/>
      <inkml:brushProperty name="height" value="0.09071" units="cm"/>
      <inkml:brushProperty name="color" value="#FF0000"/>
    </inkml:brush>
  </inkml:definitions>
  <inkml:trace contextRef="#ctx0" brushRef="#br0">12550 4486 12848,'-30'-3'1703,"5"0"-1367,21-5-200,2 2-136,0 0 0,9 0 22,13-2-17,14 0 1,7 0-17,-5 2 0,1 0-603,18-2 1,0 0 618,-14 4 1,-2 0-6,-2 1 0,-2 0 0,-3 1 0,-2 0 0,22-1 45,-11 1-45,-10 0 33,-10 0 1,-10-1 179,-6 1-213,-3 1 1294,-2 1-1316,5 0-23,-1 4 45,8 6-224,-1 9-51,-3 9 0,2 17 1,0 12-1,2 7 1,-1 1-1,1-2 1,-1-9-1,0-12 275,8 5 0,0 1 0,-8 1 0,1 19 0,1 8 0,-1 0 0,0-10 0,-2-19 0,-1-29 0,4-37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5:22:16.691"/>
    </inkml:context>
    <inkml:brush xml:id="br0">
      <inkml:brushProperty name="width" value="0.09071" units="cm"/>
      <inkml:brushProperty name="height" value="0.09071" units="cm"/>
      <inkml:brushProperty name="color" value="#C00000"/>
    </inkml:brush>
  </inkml:definitions>
  <inkml:trace contextRef="#ctx0" brushRef="#br0">7567 5775 13465,'0'-9'3585,"0"2"-2868,0 7 1525,0 0-1290,-25 2-224,18 0-549,-18 2-11,23-1-78,2-1-112,0-1-68,11-1 180,19 0-118,-1 0 0,4-2-637,14 0 0,5-1 665,-12 0 0,2 0 0,4 0-42,5-1 0,5 0 0,1-1 0,-4 1-59,2 0 1,-3 0-1,2 0 95,-4 0 1,2 0-1,-1 0 1,-7 1-113,7 0 0,-6 0 84,-11 0 1,-3 1 100,6 0 135,-21 1 291,-10 1-493,-7-1 56,-9-1-11,-5-3-45,-10 0 1407,-1-1-1877,-1 1-628,3 3-3474,-5 0 314,10 2 4258,1 0 0,12 0 0,4 0 0</inkml:trace>
  <inkml:trace contextRef="#ctx0" brushRef="#br0" timeOffset="297">8204 5551 21208,'-15'-11'-561,"19"10"606,38 13 0,14 9 5,-15-4 0,1 1-442,-3-2 1,3 2-1,-5 0 392,1 3 0,-4 1-11,-5 0 0,-3 1-45,5 22 273,-16 1-217,-30-1 135,-15 2-172,5-24 1,-2-2-4,-2-1 1,0-1-101,1-2 0,0-1-1585,-16 8-1020,15-8 2877,17-13 1,7-1 0,8-7 0</inkml:trace>
  <inkml:trace contextRef="#ctx0" brushRef="#br0" timeOffset="1070">9475 5649 21566,'-12'-5'728,"2"2"-728,10 6 0,6 18 34,9 19-920,-1-5 0,2 3 886,3 7 0,2 2-34,1 3 1,2 0 78,-2-1 0,0-3-140,-2-7 0,0-2 123,-4-9 0,1-2-28,7 7 112,-7-15-112,-7-11 0,-4-6 1367,-1-2-1142,11-38-214,-1-4 80,-3 5 0,0-3 99,-4 6 1,0-1-158,-1-11 1,-2 0-28,-2 10 0,0 2-57,-1 1 1,-1 4-252,-1 2-942,0 23-6790,0 8 8034,0 6 0,0-3 0,0 3 0</inkml:trace>
  <inkml:trace contextRef="#ctx0" brushRef="#br0" timeOffset="1535">10248 5753 17935,'4'0'427,"0"0"-282,-2 0 12,2 0 78,3 0-123,2-3 347,5-3-413,2-5 21,3-5 67,-1-2 46,-1-1 77,-3 1 79,-5 3 90,-4 5 549,-3 5-774,-2 3-100,-7 1-101,-7 2 11,-15 14-33,-6 14-1,14-4 1,1 3 22,1 4 0,1 2-45,2 1 1,4 3 4,0 6 1,7 0 28,13-9 0,5-2 11,0-3 0,5-4 0,10-10 0,4-6-179,27-6 55,-1-9-1814,-2-6-606,-11-7-2072,-11-2 4616,-17 2 0,-8 8 0,-9 4 0</inkml:trace>
  <inkml:trace contextRef="#ctx0" brushRef="#br0" timeOffset="2420">11098 6008 20244,'3'43'-598,"0"1"1,-7 1-1,-6-1 598,-8-4 0,-2-3 0,-7 9 0,-4-10 0</inkml:trace>
  <inkml:trace contextRef="#ctx0" brushRef="#br0" timeOffset="4820">12134 5488 14361,'8'0'2275,"-1"0"-1737,-7 0 3720,0 0-4001,0 3 214,0-1-259,-7 2-133,-6 2-79,-14 2-23,-12 8 23,-11 8-6,21-9 1,1 2-260,-1 2 0,1 0 248,1 0 0,1 1-72,-17 16 89,12-5-336,13 4 302,16-11-167,24 4 257,21-11-68,-14-9 1,5-2 16,19 3 1,1-1-6,-16-1 0,0 0-39,8 0 0,-3 3 39,-8 6 11,-17 1 643,-10 3-475,-16 4 146,-17-3 0,-7 0 28,4-5 0,-3-1-377,-17 6 0,-1-2 97,12-8 0,2-3 95,3-1 0,2-2-112,-17 0-101,15-2 45,13-3-303,11 0-727,5 0-1861,14-4-1647,14-6 4538,19-7 0,-15 7 0,-1-1 0</inkml:trace>
  <inkml:trace contextRef="#ctx0" brushRef="#br0" timeOffset="5177">12191 6044 18474,'54'-15'26,"0"1"0,3-5 0,-7 0-26,-13-4 11,2-7 56,-26 8 225,-6-7-57,-9 10 885,-10-4-683,-22 13-213,0 5-44,-13 2 89,15 7-269,6 3-135,7 5-55,9 7 55,5 4 45,12 6-823,13-6 0,5-2-1272,24 8-755,-8-11 1,3-5 2939,-6-7 0,-3-4 0,7 1 0,-8-3 0</inkml:trace>
  <inkml:trace contextRef="#ctx0" brushRef="#br0" timeOffset="5540">12818 5996 20524,'45'-21'11,"-1"-1"0,-3 3 0,-1 2-235,-8 5 0,-2 1 135,11-4-158,4-6 247,-29 9 101,-8-1 123,-5 1 482,-4-1 291,-9 1-582,-8-1 414,-15 4-795,-8 2 246,-5 4-101,-1 2-157,3 6-22,8 4-212,6 21-68,15-2-90,14 15-728,26-13-370,19-5-813,4-16 1,4-5 773,-13-1 0,2-2-261,13-4 0,-1-4 1768,-20 0 0,-5 0 0,6-5 0,-12 4 0</inkml:trace>
  <inkml:trace contextRef="#ctx0" brushRef="#br0" timeOffset="5944">13416 5839 18194,'-11'-15'4201,"3"2"-4145,6 13-213,1 0-78,0 3 168,1 8 55,-1 9-951,1 10-796,0 3 829,5-5-1827,14-6 1737,3-12 942,9-12 78,-6-16 302,-4-13 427,-4-9 739,-8-7-370,-6-1-134,-6-2-180,-8-2 449,-8 0-337,-6 3-246,-3 7-359,3 12 381,4 11-638,5 10 68,6 6-102,6 3-79,2 2-78,2 12 123,2 12 34,11 23-1500,-4-20 0,3 2 1500,4 1 0,2 0-1504,1 0 0,1-2 422,0-4 1,0 0-2623,19 18-476,-6-12 4180,-6-12 0,-13-9 0,-6-9 0</inkml:trace>
  <inkml:trace contextRef="#ctx0" brushRef="#br0" timeOffset="6346">14204 5214 23986,'-1'43'40,"0"0"1,1 1-1,0 1 1,2 1-1,1-1-14,4-4 0,1 0 1,1-1-761,0 1 0,0 1 1,-1-2 363,4 16 0,-1-3-588,-1-6 0,-1-3-1194,-2-8 1,-1-3-5110,1 15 7261,-4-23 0,-3-13 0,0-11 0</inkml:trace>
  <inkml:trace contextRef="#ctx0" brushRef="#br0" timeOffset="6521">14019 5753 23560,'31'-45'-224,"0"0"0,3 7 0,5 1 0,0 4-1160,7 3 0,0 2-1040,-6 5 0,1-1 1,-5 4 2423,-6 3 0,-5 3 0,4-2 0,-14 7 0</inkml:trace>
  <inkml:trace contextRef="#ctx0" brushRef="#br0" timeOffset="7049">14250 5875 23818,'8'-11'-134,"11"-5"134,28-14-448,3 2-1783,-1 2-1376,-4 7-3116,-10 5 6723,-7 6 0,-13 4 0,-8 2 0</inkml:trace>
  <inkml:trace contextRef="#ctx0" brushRef="#br0" timeOffset="7452">14611 5671 15650,'0'-5'3070,"0"2"-560,0 3-1838,5-11-538,-3 8-134,3-7 112,-5 19 45,0 37-157,3 3-281,-1-10 1,1 0 257,7 18-217,4-10 240,5-14-123,3-12 123,4-11-68,20-13 68,-8-18 61,-11 5 1,0-6-62,1-17 0,-4-4-279,-5 10 1,-2-1 289,4-10 0,-2 0 348,-5-11 153,-7 9-221,-4 10 42,-7 9-333,-6 11-134,-6 8-1816,-17 12-2834,6 14-5047,-9 12 9658,15 11 0,10-18 1,5-4-1</inkml:trace>
  <inkml:trace contextRef="#ctx0" brushRef="#br0" timeOffset="8307">15106 5629 18720,'-3'-9'2207,"0"2"-2140,3 7 124,0 0-23,24 6-168,-10 10 0,19 10 135,-18 6-68,-4 1-78,-3-5 22,-2-5-11,-3-5 0,-1-6 0,-1-4 0,1-5 56,0-2-90,1-1 68,6-8 167,-1-4-201,8-13 0,-1-3 280,2 1-235,-2-1-45,0 6 23,-1 4 21,-3 6-44,-1 6-123,-4 3 123,-1 2-89,2 11 89,6 24 22,0 2-44,4 13-124,-3-17-537,1-8 290,3-7 360,1-8-135,1-5 190,5-7 34,-7-7 34,4-8-90,-6-9 0,2-4 605,-2-3-426,0 0 583,-4 2-280,-2 6 134,-2 7-123,-4 6-639,-1 7 146,-2 4-44,1 2-124,2 4 168,13 28-79,-3-5 1,3 3-830,5 8 1,2 0 341,0-3 0,1-5 543,14 8 23,-12-29 0,-11-22 34,-2-9 571,-3-17-387,-7 3 1,-1-3-57,-3 5 1,-1-1-176,-4-14 1,-5-4 98,-6 9 0,-4-2 0,-1 2-699,-8-6 0,-4 1 788,4 7 1,-3-1 0,0 7-160,-6 6 1,-1 7 123,1 8 0,-1 4-67,2 2 0,0 7-23,-9 19 1,3 7-51,13-8 0,4 4-129,-3 26 0,13 4 163,33 6-221,7-22 1,8-6 62,11-13 1,6-10-1949,8-4 0,2-6-655,-18-3 0,1-2 1,-1-2 2726,1-3 0,-1-2 0,-4 1 0,-1-1 0,-4 0 0,14-10 0</inkml:trace>
  <inkml:trace contextRef="#ctx0" brushRef="#br0" timeOffset="8579">16701 5803 23168,'-17'47'-1491,"1"0"1,-3-3 0,-1-6 0,-5-3 0,1-13 0</inkml:trace>
  <inkml:trace contextRef="#ctx0" brushRef="#br0" timeOffset="10446">17495 5172 19258,'-3'44'44,"0"1"1,1-1 0,-1-1 0,0 0 0,1-2-45,-2 7 0,1-2 0,1-5 0,-1-2 45,1 20-45,1-21 0,1-17 34,0-13 33,0-5 157,2-3-224,3-7 0,4-14 207,3-15 0,0-8-129,-2 6 1,0-4 88,0-12 1,1-7 0,-2 5 101,-2 1 1,0 2-102,-3 8 0,0-2 0,-1 5-84,-1 5 0,-1 4 498,0-16-582,-1 22 0,0 15-22,0 9-113,0 3 12,0 7 1110,15 48-961,-2-19 0,4 5 0,0 1-64,-2 0 1,1 1 0,2 2-1135,4 7 1,2 3-1,-1-5 802,1 2 0,1-2-1485,-4-11 0,2 1 0,-2-4 1143,-3-5 1,-1-2 139,6 5 1,-3-7 414,-14-21 45,-4-10-56,-13-12 168,-8-9 224,-12-13 560,-8-1 2930,-4 2-3075,-5 11 55,-5 10 1171,0 9-1529,-1 9-284,5 7-52,9 2 0,11 4-179,14-1 179,9-3 0,17 2 179,28 0-123,2-5 144,-10-3 0,2-2 12,21-7-206,-11-8 0,2-5 100,-1-3 0,0-3 482,4-7 1,-4-2-214,-14 7 1,-5 1 632,-1-12-477,-20 17 164,-3 5-527,-1 7-145,0 1-79,0 6-90,0 0-23,1 6 90,6 10 35,5 12-108,3 0 1,2 1-364,9 13 290,-8-14 1,-1-2 191,4 0-427,-1-8 606,-8-9 78,-1-4-146,-8-12-10,1-8 280,0-12-348,2-7 324,0-1 68,-2 2-257,-2 9-1,-1 4-134,-1 10-89,0 4-135,3 4 11,8 2 179,9 9 68,14 6-68,2 3 1,3 2-315,-9-6 0,2 0-274,24 3 1,-1-2 240,3-5 375,-22-7 1,-4-7 184,6-26-111,-20 0 55,-3-24 202,-20 11-157,-6 13 0,-3 1 313,-9-7-324,-13-3-157,12 30-213,8 17 213,0 27-95,10 20 0,4 9-1006,-1-8 1,1 2 1103,0-4 1,0 4 0,1-3-4,2 4 0,1-3-1294,0-4 0,1-3 1305,1-9 0,0-2-339,1-7 1,0-2 327,2 9-78,-1-16-1122,-2-13-533,0-6-2390,3-13 4862,4-13 1,-3 8 0,0-5 0</inkml:trace>
  <inkml:trace contextRef="#ctx0" brushRef="#br0" timeOffset="10973">18928 5633 18429,'31'-3'22,"0"-2"-22,-8-6-22,0-2 55,-3-6-21,5-32 200,-13 16-206,-3 5 0,-3-1 1663,-9-9-896,-7 11-33,-11 3-584,-9 15 1,-6 7-134,-3 1-23,2 6-56,3 10-124,6 9 1,7 17 101,11 8-96,14-13 1,8 0 161,17 13-285,-5-20 0,5-5-106,-1-11 0,3-7-18,12-6 1,0-5 420,-11-2 0,0-4-290,6-6 1,-2-4 289,-15-1 0,-3-3 128,-3 0 1,-2-2-90,-3-1 1,-1-2 27,2-26 863,-6 0 124,-4 9-114,-4 12-334,-3 11-158,-5 12-67,2 8-381,0 4 490,5 2-670,0 10 113,3 14 0,0 22 67,1-13 0,0 3-849,4 3 0,2 1 843,1 3 1,3-1-942,3-3 0,5-2-3969,9 0 1,3-5 4848,17 3 0,-4-8 1,-23-27-1</inkml:trace>
  <inkml:trace contextRef="#ctx0" brushRef="#br0" timeOffset="11188">19985 5015 22137,'5'-4'628,"-2"0"-427,37-19 1,15-5-202,-25 14 0,3 0-515,6-3 0,8-4 0,1 1 0,-7 3 5,3 3 0,-3 2-644,10-3 0,-4 2-2342,-1 3-1700,-19 2 5196,-13 5 0,-11 1 0,-3 2 0</inkml:trace>
  <inkml:trace contextRef="#ctx0" brushRef="#br0" timeOffset="11522">20400 4776 22586,'-6'35'63,"-1"-1"1,2-3-1,3 1-63,5 14 0,3 0-45,1-8 1,0-1 44,3-2 0,0-1-264,-2-2 1,-1-1-1978,5 24-45,-7-4 146,-7-6-348,-10-4 2432,-6-4 56,-5-11 1726,2-6 851,5-11 79,4-4 918,-1-2-1636,4 0-1848,0 1-180,5-2 12,4-2 67,8 0-157,10 0-146,17-1-1367,19-8-230,-22 2 0,1-1-1299,3-4 0,-1-1 3210,0-2 0,-4 0 0,6-3 0,-12 4 0</inkml:trace>
  <inkml:trace contextRef="#ctx0" brushRef="#br0" timeOffset="11904">20719 5212 22260,'-14'13'-280,"6"2"280,30 30-78,-3-7 78,-2-2-22,-2-5-516,-3-9-101,-3-9 113,-2-8 201,-2-3 325,-1-2 56,2-2 22,1-10 90,3-7 370,2-10 426,0-3 44,1 1-459,-2 2-123,-2 7 370,-2 8-718,-1 5-78,-1 5 0,1 3-34,5 2-22,6 11-224,9 8 258,5 16-1637,1 5-1198,-4 5-393,-4-3-2184,-8-7 5434,-4-13 0,-7-10 0,-2-10 0</inkml:trace>
  <inkml:trace contextRef="#ctx0" brushRef="#br0" timeOffset="12173">21178 5288 21208,'0'-42'-449,"5"14"449,5 45 123,7 13-123,5 14 0,1 2 0,-3-2 56,-4-11 90,-3-12 1367,-4-11-1110,-1-12-89,2-15-213,3-15-101,8-17-258,-9 20 1,0-1-1077,1-1 1,1 0-684,-1 2 0,2 1-4057,15-20 6074,0 19 0,-12 12 0,-5 13 0</inkml:trace>
  <inkml:trace contextRef="#ctx0" brushRef="#br0" timeOffset="12777">21521 5518 16737,'17'-25'128,"-1"0"1,15-25-61,-6 8-1374,0-3 1317,-1-1 773,-1 0 232,-4 8 653,-5 2-570,-7 20-35,-3 2-616,-4 14-369,-1 0-57,-3 1 683,-4 8-874,-9 28 125,5 3 38,5-10 0,2 1-128,5 15 44,13-5 12,8-9-437,11-10 179,3-12-34,0-8 62,-8-18 0,-1-6 151,13-13 14,-13 3 1,-2-3 282,-10 7 0,-1 0-101,-2-1 0,-1 0 96,2-30 627,-5 5-157,-6 9 34,-7 13-449,-5 13-134,-9 12-56,-18 10-179,10 10 112,-7 11 11,21 6 217,7 4-318,15 0 157,10 2-101,12-2 101,6-1-56,-1-3 56,-8-2 11,-8-1 113,-10-1-68,-5 1-34,-15 0 6,-8-2 0,-3-1-330,-6 0-2152,-14 10-291,35-35-3395,14-21 6140,18-16 0,-11 11 0,8-2 0</inkml:trace>
  <inkml:trace contextRef="#ctx0" brushRef="#br0" timeOffset="12954">22381 4797 16075,'8'-42'2790,"-1"0"0,0 5 1,-3 10-2220,-4 22-549,0 5-100,0 19 78,0 14 39,1-3 0,0 4-260,2 7 0,0 3 176,1-2 1,1 3-1,0 0-1498,1 2 1,0-1-1,1-1-407,0 11 1,2-4 1949,-1-12 0,0-10 0,-4-23 0,2-9 0</inkml:trace>
  <inkml:trace contextRef="#ctx0" brushRef="#br0" timeOffset="13403">22391 5061 21891,'25'-4'257,"9"-2"-313,19-4 112,4-4-56,-2-1-1986,-4-3 1997,-6 1-11,-7 0 830,-7 2-730,-8 2 356,-6 5-378,-8 3 124,-4 3 22,-4 2 814,-1 0-1161,-4 12 123,-6 31 0,3 2-6,1-13 1,2 1-970,2 11-1109,15-10 1322,6-8 325,19-10-438,7-8 875,2-5 124,-2-13 604,-12-7 1031,-14-10-179,-10-5-649,-18-2-103,-11 2-615,-17 3 113,-11 7-315,-5 7 0,19 10 0,0 3-212,-11-1-864,-1 10-1692,32 6-1657,7 9 4414,17 1 0,-7-9 0,7-5 0</inkml:trace>
  <inkml:trace contextRef="#ctx0" brushRef="#br0" timeOffset="13703">23105 4945 21465,'30'29'-26,"1"0"0,-4-1 0,-4-1 104,-3 17-123,-8-9 90,-6-13 146,-4-10 301,-2-8 1402,-2-3-1826,1-6-68,0-5-57,12-28 57,9 3-297,-4 8 1,3 1-1665,23-10-1277,-2 6-4247,-3 10 7485,-11 10 0,-12 6 0,-7 4 0</inkml:trace>
  <inkml:trace contextRef="#ctx0" brushRef="#br0" timeOffset="14118">23532 5009 13375,'46'-26'922,"-1"0"1,-3 1 0,-4 2 130,1-4 101,-6 1 426,-11 2-628,-11 1-178,-6 3-338,-5 1-144,-4 3-225,-5 3-67,-10 5 0,-6 3-202,-5 3 180,-1 2-45,0 5-57,8 3-10,5 8 112,10 4-191,4 5 157,7 3-168,12 3 325,16 3-152,-8-14 1,3-1 66,5 3 1,1 0-1315,2-1 0,-1 0 1298,-1 0 0,-2 0-67,20 13 67,-19-8 156,-16-6-10,-8-6 67,-11-1-68,-12-1 147,-30 6-292,1-6 228,14-4 0,-1 0-228,-3-1 0,3-2 0,2 3 0,-12-1 0</inkml:trace>
  <inkml:trace contextRef="#ctx0" brushRef="#br0" timeOffset="90932">8112 4494 10854,'7'0'1166,"-2"0"-1032,-5 0 1312,0 0-864,0-6-313,0 4-90,0-5 572,0 7-247,0-1-392,0-3-67,-6 2-45,-5-3 0,-6 3-90,-18 0 118,1 1 0,-3 1-23,8 1 1,-2 1-6,-20 3 0,1 0-156,3 4 245,-7 3-89,31-6 11,13-4-11,4 0-112,6-2 560,0 0-358,-3 0 90,1 1-124,-3 0-56,-1 2 11,-1 0 23,-9 10-34,-3 14-157,-2 8 157,0 13 0,5-1 39,6-9 0,0 2-183,3-10 0,0 1 144,-1 9 0,0-1 12,1 10-147,3-5 135,2-3 0,2-4 56,0-5-33,0-6-23,2-6 355,0-3-355,1-7 0,-1-2 0,-2-2 0,1 0 22,0 5 0,0 4-22,2 4 0,1 2-67,1 1 67,2-2-11,0-1-34,1-4 90,1-4-23,3-2-22,3-4 112,17 1-112,-5-3 34,26 1-34,-19-3 0,9 0-22,-11-1 22,2 0 11,5 0-11,6-1 0,7-5 0,7-3-169,-28 2 0,1 0 163,0 0 1,-1 1-498,1 0 0,-1 0 503,28-5 22,-3 2-22,-2-1 0,-2 0-287,2-1 321,-1-3-1,2 0-33,0-3 23,1 1 268,-2-1-291,-3 3 0,-2 1 268,-2 3-235,-3 0-66,1 2 33,-3 1 0,2 0 0,-3 2 0,1-1 0,0 1 33,2-1 132,-11 1 0,2-1-160,3-1 1,-1 0-17,1 0 0,0-1-89,-1 0 1,-2 0 99,16-4 267,4 0-244,1 1-29,-26 5 0,-1 1 6,1 0 0,0 0 0,29-4 68,-3 1-68,-2 2-215,-5 2 203,-5 2 24,-4 1-1,-5 1-11,-4 0 0,-4 0 155,-3 1-155,-1 3 484,-1 1-495,1 3 204,-1-1-193,3 0 0,0-2 12,4 1-1,3-2-11,2 1 0,1 0-23,-1 1 23,-4 0 0,-3 3 0,-4-2 0,-3 3-22,-3-2-68,-4 1 90,-3-2-56,-3 0 56,-2-2-44,-1-1 44,1-1 0,0 2 44,3 0-44,-1 1 56,10 1-22,-4-1 33,30 1-78,-17-2 0,20 1 11,-18 0 33,4 2-33,15 6-44,-11-5 44,7 6 0,-16-8 0,-5 1-12,11 0 35,-6 0-34,11 1 33,12-1 0,-8-4-22,17 1-290,-14-4 301,-3-1-11,-4 0 0,-7 0 11,-4 0-11,1 0 0,4 0-22,-1 0 100,4 0-78,-3 0 45,6 0-45,5-3 0,5-3 0,3-4 0,2-2-34,3-1 122,0 1-88,0 1 0,-3 4 23,-6 3-57,-6 4 23,-7 0 11,-6 0-67,-5 3 67,-5 2 0,-3 1 11,-2-1 214,-1-3-158,11 0-67,-1 0-56,12 2 101,1 0-45,6 1 11,5 1 12,0 0 10,-3-2-33,-6-1 0,-9-2-56,-9-1 79,-6 0 55,-5 0-56,-3 0 12,0 0-34,4 0-78,12-13 201,-2 0-123,9-16 56,-10 4 0,-2-2 78,11-22-134,-9 14 0,-1 0 45,4-21-1631,-6 1 1743,-6-2-157,-5 0-393,-3 0 539,-5 4 7,-3 2-153,-2 5 33,-2 4-55,3 4 56,2 3-34,3 2 112,2 4 1432,0 4-1499,1 4 868,0 7-913,0 4 153,-1 6-19,-1 2-123,-1 2 124,-1 0-135,-1 0 67,-3 0-201,-3 0 134,-8 0 0,-5 0 11,-8 0 33,0 2 1,-3 1-45,-24 1 22,15 1 1,-3-1-85,-10 3 1,0-1-264,10-2 0,-1 1 321,6-1 1,-2 1-1,-1-1-541,-6 1 1,-1-1 0,1 0 544,8-1 0,2 0 0,-2 0 37,-15 1 0,-3 0 1,3-1-57,12-1 0,2-1 1,0 1 18,-2-1 0,-1 0 0,0 0 0,-1 0 0,0 0 0,-1 0 30,-1 1 0,0-1 0,0 0-30,0 1 0,-1-1 0,0 1 0,0-1 0,0 1 0,0 0-4,2-1 0,-1 0 0,-2 1 32,1-1 0,-4-1 0,0 1 0,3 0-28,-3 0 0,2-1 0,-2 1 0,4-1 0,-3 0 0,0 1 0,4-1 22,1 0 1,4 0 0,0 0-23,0-2 0,1 0 0,1 0 0,-17 0 0,1-2 0,4 0 0,3-2 67,3 2 0,1 0-73,4 1 1,0 0 5,3 1 0,1 0-158,1 0 0,1 1 130,2 0 0,0 0 34,2 1 0,1 0-6,0 0 0,2 0 0,0 0 0,0 0 16,0 0 1,1 0-45,0 2 0,0 0 28,-27 3 0,5 4-11,5 0 45,7-2-34,-3 0 56,12-2-68,-6 1 530,8 0-529,-10 3 11,-12 2-786,19-6 0,-2 1 803,-6 0 0,-2 0-17,0-1 0,-3-1-219,-15 1 0,1-1 219,18-2 0,2-1-253,-7 1 1,5-1 207,7-1-11,15 0-56,10 0 2807,7 0-2986,2 0 1136,0 3-1327,7 3-157,5 10-1960,10 10-4873,-2 5 7472,-3-2 0,-9-12 0,-4-9 0</inkml:trace>
  <inkml:trace contextRef="#ctx0" brushRef="#br0" timeOffset="92956">13201 4953 20714,'25'-12'662,"4"-1"-612,3 0 0,5 0-44,14-5 0,1 1-749,-12 4 1,1 1 736,12-4 1,-2 2-62,-19 6 0,-4 1-315,18-4 101,-16 4-77,-14 3-4,-9 1-3257,-11-8 3619,-25-10 0,16 7 0,-13-4 0</inkml:trace>
  <inkml:trace contextRef="#ctx0" brushRef="#br0" timeOffset="93231">13456 4590 19650,'29'-7'254,"1"1"0,0 0 0,0 2-221,26 5 12,-1 12-22,-7 5 10,-11 13 135,-11 0 112,-12 18-145,-19-11-23,-16 12-90,-5-26 1,-4-3-101,-15 10-186,16-14 1,2 0-4690,1 3-896,13-11 5849,17 0 0,-1-8 0,7-1 0</inkml:trace>
  <inkml:trace contextRef="#ctx0" brushRef="#br0" timeOffset="93691">14003 4367 20961,'46'28'157,"-22"-11"0,0 3-141,0 4 1,-1 3-354,1 0 1,1 1 347,-1 0 0,-1-2-22,-1-2 0,-1-2 33,12 16 8,-9-12 15,-7-9 162,-7-9-196,-4-5 459,-2-3-11,0 0 416,11-32-584,0-4-41,-4-3 1,2-9 0,-3 2-218,-2 0 1,-1 2-135,4-11 1,-3 5-462,-8 11-9269,0 44 9557,0 21 1,0-13 0,0 11-1</inkml:trace>
  <inkml:trace contextRef="#ctx0" brushRef="#br0" timeOffset="94405">14876 4406 13340,'-40'0'265,"0"0"0,3 2 1,4 4-210,4 14 11,4 8-33,5 6 1732,8 4-1766,6 4 336,7-11 0,2 0-404,9 14-21,6 9-34,5-30 123,-1-9 481,6-11-324,-10-17 1317,4-11-1194,-9-16 297,-8 7 0,0-1 129,0-18-460,-3 19 1,-1 1 67,-1-1 134,0 8-448,0 14-78,0 5-225,0 6 225,0 6 33,7 10-22,7 13 33,11 11-246,9 2-858,-8-17 1,2-3-73,26 2 1210,-4-10 90,-15-32 78,-24-16 180,-7-15-338,-4-11 113,-3 28 0,-3-2 101,-3-19 0,-3 0 78,-1 12 1,0 1-242,-4-13 1,0 2 313,4 21 0,1 2 477,-12-19-336,3 15-180,5 13-201,6 9-135,6 7 26,2 6-195,2 17 147,8 15 0,4 6 38,-1-4 1,1 1-373,2 0 1,2 3 0,0-3 366,5 7 0,0-2-22,1-1 0,-1 0-97,-2-3 0,0-1-295,-3-2 0,0-2-527,-3-4 0,0 0-1703,7 19-1659,-5-11 4292,-6-14 0,-4-11 0,-3-9 0</inkml:trace>
  <inkml:trace contextRef="#ctx0" brushRef="#br0" timeOffset="94974">15341 4466 17431,'0'-7'3194,"0"2"-2466,0 5-750,0 0-79,0-4 67,0 20 34,5-1 112,4 20-145,6-3 33,3-1-56,0-2-247,8 4-112,-9-13 270,11-5 526,-13-49-124,0-2-94,-10 2 0,-2-1 273,-1-21 46,-2 1-78,0 8 156,0 10-112,0 12-414,0 13-34,0 6-280,3 20 212,22 31 68,0 4-374,-3-15 1,3 0 138,-5-9 0,1-2-685,21 18-427,2-11 1000,-4-11-135,-3-11 336,-6-5 292,-6-21 22,-11-1 627,-5-23-750,-9 3 257,-9-4-21,-3 4 234,-10 6 460,-2 7-67,-9 5-1155,2 29-1405,8 5 1438,20 23-152,30-5-597,20-6-483,-14-14 1,2-3-1637,1-2 1,2-3 3081,0 0 0,-2-2 0,6-1 0,-12-1 0</inkml:trace>
  <inkml:trace contextRef="#ctx0" brushRef="#br0" timeOffset="95577">16654 4257 23404,'-13'-32'448,"2"23"-437,13 59 56,7 6 0,4 5-67,-4-13 0,2 0-196,1-4 1,1 2-1,0-3 151,0-1 1,0-4 9,-2-3 0,-1-3-525,5 19-381,-6-17 67,-5-14 448,-2-11 146,-2-6-1110,-2-20 1110,-6-16 280,3 4 0,-1-2 94,-2-8 1,0-1 34,0-5 0,1-3-283,1 2 1,0-4 0,2 2 483,-1-6 1,1 1-163,0 8 0,1-2 0,1 5-513,1 4 1,1 3 512,4-24-770,9 12 557,6 12-311,11 11 289,1 11 1124,-1 7-1057,-5 18 67,-8 10 123,-11 11 1,-5 3-118,-5-6 0,-3 0-57,-2 12 1,-5 1-79,-11-4 1,-2-4-1172,8-9 1,0-1-1037,-4 3 0,4-4 2450,6-8 0,8-7 0,5-9 0</inkml:trace>
  <inkml:trace contextRef="#ctx0" brushRef="#br0" timeOffset="96603">16945 4163 21678,'36'4'-258,"-1"9"214,-4 23-91,-6 2-392,-7-1-122,-7-4 167,-6-7 157,-3-6 325,-2-7 100,0-7 69,-2-3 189,-3-3 12,-3-3 168,-2-6-247,2-5 57,2-8-192,3-21-122,4 9-23,10-17-11,8 13 0,12 0 11,6-1-281,3 3 382,0 6-56,-6 7-56,-8 10-11,-10 6 11,-10 21 257,-3 11-201,-3 21-56,0 9 34,-2 2-79,-1-3-228,0-8-691,0-10-89,2-10-34,5-10-560,18-8 1378,13-34 269,2-2 78,-18 2 1,-5-4 705,-3-21 8,-7 1 754,-11 2 0,-5 8-664,-10 10-412,-1 7-235,1 7-436,11 8-315,5 2 483,20 5-46,34-1 35,1-2 297,-5-3 1,0-2-176,-14 0 1,-2-1-1,23-11 57,-22 3 581,-20 11-559,-5 3-157,-2 3 0,-2 17 0,0 20 135,0-2 0,0 5-540,1 9 0,0 6 420,1 1 0,2 7 0,0-1-30,1-2 0,1-1 0,0 1-103,-1-11 0,1 2 1,0-2-1,0-3-62,2 17 1,1-8-219,-2-19 1,-2-7-175,-1-10 494,-3-11-247,-1-11-180,-1-19 393,-4-20 90,2 11 0,-1-4 66,1-5 1,0-5 0,0 1-1472,0-9 0,1-1 1520,1 7 0,0-4 1,0 4 51,1-4 1,0 4-236,0 1 0,0 1 190,2 6 1,3 1-199,0 4 0,3 4 98,18-19 0,10 14-56,8 14-34,5 11-145,-3 14 235,-4 18 168,-11 13-51,-20-1 1,-4 3-28,1 16 1469,-17-11 0,-7-2-1565,-3-14 1,-4-3-40,-1 1 1,-2-3-58,-21 5-2095,25-18-330,11-4-2627,7-2 5154,16-7 0,-8 4 0,8-4 0</inkml:trace>
  <inkml:trace contextRef="#ctx0" brushRef="#br0" timeOffset="96914">18154 4025 21857,'3'-34'-616,"-1"14"605,1 37-23,3 14-403,3 9-2924,16 10 1893,17-20 1468,2-9 201,6-33 1200,-22-14 1580,-13-9-1010,-9-3-794,-19 0-504,-7 3-382,-13 3-134,-5 6-157,-10 4-729,4 11-1534,7 8-2051,16 15-2823,21 5 7137,17 5 0,-9-10 0,8-5 0</inkml:trace>
  <inkml:trace contextRef="#ctx0" brushRef="#br0" timeOffset="97312">18680 3914 20109,'10'-57'2409,"-2"12"-2274,-9 45-124,-9 0-55,3 0-80,-7 3-33,8 4-78,2 7 134,4 7-179,9 5 67,12 3 45,16 3 28,-5-12 0,1-2 140,12 6 22,2 1 606,-34-17 1366,-19 2-1590,-32 10-404,-3 2 0,10-6 0,0 0-102,-10 8-234,11-1-1960,14-2-1077,10-4-1647,25-3 5020,11-8 0,-6-3 0,0-3 0</inkml:trace>
  <inkml:trace contextRef="#ctx0" brushRef="#br0" timeOffset="97504">19099 3944 24927,'-17'-41'-212,"4"13"77,16 42-134,6 12-1299,4 10-2545,3 4-3461,-5-4 7574,-4-11 0,-4-12 0,-3-9 0</inkml:trace>
  <inkml:trace contextRef="#ctx0" brushRef="#br0" timeOffset="97634">19051 3589 20412,'-27'-30'-32,"1"-1"1,1 3 0,8 8-1,17 17 1</inkml:trace>
  <inkml:trace contextRef="#ctx0" brushRef="#br0" timeOffset="97917">19159 3166 22743,'-5'-11'549,"22"52"-443,-5-12 0,0 6-828,5 14 1,1 9-1,0-1 725,-4-5 1,-1 0 0,0 0-202,0 0 0,0-1 1,-1-1-170,-2-8 1,-1-1-1,-1-5-2350,0-2 0,-2-5-1463,1 6 4272,-2-8 0,-5-22 1,0-5-1</inkml:trace>
  <inkml:trace contextRef="#ctx0" brushRef="#br0" timeOffset="98114">19349 3786 21790,'30'-21'18,"-1"1"1,0 2 0,1 4-86,8 9 0,0 5-23,15 8 0,-22-4 1,-2 6-3755,-2 23-323,-14-7 4167,-6 5 0,-7-20 0,-1-6 0</inkml:trace>
  <inkml:trace contextRef="#ctx0" brushRef="#br0" timeOffset="98242">19640 3565 20748,'0'-57'-2666,"0"11"-4080,1 45 6746,6 1 0,-5 0 0,4 0 0</inkml:trace>
  <inkml:trace contextRef="#ctx0" brushRef="#br0" timeOffset="99154">19839 3585 22260,'2'8'90,"6"12"-90,1-2-90,7 6-33,14-9-22,7-9-12,0-3 157,-3-13 45,-15-5 156,-6-24 102,-6 8 448,-16-22-247,-6 24-44,-12-3-147,-2 15-145,1 4-213,-20 6-134,23 15 134,-9 10-156,28 32-69,7-10 226,10 10-270,5-24 12,9-9 122,1-8 136,0-5 44,-1-4 0,0-10 11,-3-5 202,7-28-68,-7 7-89,5-17 168,-7 14-11,0 2-56,1 2-101,-3 6 68,-1 6-113,-3 6-22,-4 7-68,-3 4 11,-4 5-156,4 6 224,1 9 45,7 8 0,6 22-45,-5-12 11,1 9-11,-7-19-45,-2-3 45,-3-9 0,1-3 0,-5-7-22,4-1 22,8-16 56,3 0 169,6-12 312,-1 6-447,-8 10 22,-1 4-112,-8 8-45,3 1 45,5 0 146,11-1-124,14-3-44,11-5 33,-19 1 0,1-2 6,2-3 0,-1-1-1,-1-3 1,-2-1-17,-2-1 0,-3 0-33,11-21 10,-13 1-369,-10 1-280,-8 2-1200,-2 1-3326,-1 3 5198,0 1 0,0 14 0,0 4 0</inkml:trace>
  <inkml:trace contextRef="#ctx0" brushRef="#br0" timeOffset="177563">4938 12902 15191,'1'4'660,"0"-1"293,-1-2-919,2-1 22,5 0 56,3 0-90,4 0 56,-1 0-55,2 0-1,8 1-22,-4-1 0,7 1 101,-7-1-101,2 0-22,11 0 44,-7 0-33,11 0 78,-9 0-67,4 0 34,4-3-12,4-2 34,3-4 0,5-3-11,3-2-12,3 0-33,3-1-826,-10 5 1,13 0-1,1-1 1,-9 2 825,-5 0 0,-1 1-14,4-1 0,8 0 0,-1 0 0,-11 2 92,9 2-100,-3 2 56,3 0-34,-17 2-34,-10 0 34,-9 0 56,1-1-34,0 1 3348,1-1-3336,0 0 89,9-2-101,-5 0 12,7 0 157,7-1-191,-7 2 45,13-3 22,8 0-33,-9 0-34,16-2-183,-14 2 206,1 2-34,0-1 55,-1 2-32,1-1-7,-16 3 1,2 0 10,0 0 1,1 0 0,-2 1 0,0-1-39,25 1 100,-4-1-22,-12 1-56,10-1 0,-18 1 78,13 0-78,-9 0 45,11 0-45,-11 0 0,3 0 238,0 0-260,18 0 56,-14 0-68,11 0 39,-11 0 1,-1 0-6,6-1-184,-4 1 0,-2 0 228,-4-1-88,-1 1 55,1 0-3,16 0-8,-11 0 0,12 0-22,-14 0 89,0 0-73,-10 1 1,0-1 5,17 1 0,-6 0 0,0 0 0,7 0 5,-18 0 1,1-1 50,11 0-101,-1 0 79,1 0-34,-2 0 0,0 0-22,-1 0 390,-3 0-335,20-3-33,-25 1 15,14-3-4,-29 4-11,5 0-45,-5 1 56,9 0-11,-2 0 0,5 0 23,22 0-23,-11 0 0,17 2-34,-2 1 23,-13 0 22,11-1 0,-16-2 12,15 0-79,-1 0 145,-4 0-134,-14 0 281,-21 0 313,-8 0 33,-2 0-1097,-2 0 515,-30-18 0,22 14 0,-22-14 0</inkml:trace>
  <inkml:trace contextRef="#ctx0" brushRef="#br0" timeOffset="-211479.73">9197 11753 15840,'-5'2'818,"1"0"1815,5-2-2229,-3 1-370,-18 6-34,-3 3 0,-19 6 39,7-2 0,-2 0-28,7-2 0,-1 0-289,-15 5 0,-1 0 289,11-3 0,-1 0-28,-16 5 0,1-1 17,14-3 0,1-1 0,-8 3 0,2-1 34,-3 3-34,8-4 56,8-1-56,8-5-78,5-2 78,10-4 33,2-2 57,4-1 492,-1 0 625,0 0-288,-3 1-426,0 1-370,1-1-145,2 1-23,2-2 0,0 1 34,0 4-135,0 15 146,0 3 22,0 15 1,0 0-46,0 3 23,5 4-22,2-1 22,3 1-34,1-2 23,0-4-11,2-1 22,3 6-101,-3-11 101,5 6-11,-4-1 11,-5-8 56,-1 7 0,-5-9-112,-3 1 44,0 3 12,0 1 23,0-2-23,0-4-11,-2 0 11,-1-9 56,1-4-56,-1-9-124,3-4-21,0-1 145,7 0 89,6-1-44,30-10-34,-1 0-11,-11 1 0,1-2 0,24-8-6,-10 4 1,4-1-6,5 0 0,1 0-295,0 1 0,0 1 306,-4 3 0,-2 1 0,-7 5 0,-3 1 0,15 1-86,-22 2 1,-4 0 29,3 2 56,10 0 0,-8 0 0,12 0-11,-15 0 0,0 0 11,21 0-39,-17 0 0,2 0 55,-1-1 1,-1 0-17,14-2 601,6 1-511,-28 1 91,-12 0-102,-4 0-35,-10 1 91,-1 0-1401,-11 2-1770,-6 3-2153,-18 2 5189,-7-2 0,15-1 0,4-4 0</inkml:trace>
  <inkml:trace contextRef="#ctx0" brushRef="#br0" timeOffset="-210051.73">8629 11831 12322,'3'-8'2173,"-2"2"-1388,-1 6 672,0 0-684,73-2-527,-33-3 1,3-2-247,13 2 0,2-1-222,-8-3 0,-5-1 244,12-4-17,-15 6 1,1 1-6,-10 2 0,-1 1-11,10-1 0,-1 2 33,12 2-44,-4 0 44,-3 0-11,-3 0-11,1-2-22,-1-1 22,4-1-22,0-2 33,-12 3 0,2-1-11,-3 0 0,3-1 78,17-5 1,0 0-79,-23 4 0,-2 1-12,6-3 1,-5 2 45,-18 5 0,-2 2-12,-6 0 467,1 0-455,4 0-34,18 0 34,-2-3-23,13-1-11,-10-1 11,-3 0-11,-5 3 11,-1 0-11,-1 2 23,1-2-23,-7-1 168,-2 0-135,-8 2 751,-1 0-604,1 1-180,2-1 112,4-2 112,11-6-78,-4 3-12,6-3 79,-11 7-56,-3 0 67,-4 2 594,-2 1-505,-1 28-207,-1 0 1,-1 3-107,1 4 0,0 2 0,-1 9 0,1 0-133,-1-11 1,1 1 137,1 15 1,-1 3 5,-1 2 1,-1 3-1,1-12 0,0 3 0,0-3-11,-1 10 0,-1-2 15,0-14 0,1 2 0,-1-6-15,1-5 0,-1-1-6,0 6 1,0-1 50,-4 20-45,2-19 0,1 3-34,-1-19 101,3-7-67,-1-2 221,2-8-221,2-3 100,0-1-156,-1 13 90,0 3-12,-1 14-22,-2-3-33,1-3-3359,-4-4 3537,2-5-77,-11-1 100,0-5-156,-14 0-1,-8-3 34,-17 0-45,19-3 0,-4 0-382,-6 0 0,-3 0 382,-6-1 0,-2 0 313,16-2 0,0 0 1,0 0-322,1 0 1,0-1-1,0 0-15,-16 0 1,0 0-2480,15 0 0,-1-1 0,4 2 2502,-1 3 0,2 0 0,3-3 0,5 0 0,10 7 0</inkml:trace>
  <inkml:trace contextRef="#ctx0" brushRef="#br0" timeOffset="-188191.73">11166 12816 15863,'-45'9'3260,"9"-2"-1826,33-7-839,1 0 189,1 0-762,10 0 23,12 0-23,23 0 11,-14-2 1,4 0-220,6 0 1,4-1 170,6-3 0,6 0 0,-2-1-648,-10 1 1,0 0 0,1 0 519,0-1 0,3 0 0,0-1 1,-3 0-34,0-1 0,-2 1 1,0-2-53,-3 1 1,-1-1 0,1 0 174,1-1 1,0 0 0,-4 1 57,-1 0 1,-4 1 50,26-7 101,-48 14-146,-13 2 237,-13 5-259,-12 6 1316,-11 6-2146,7-3 1,0 1-998,-18 8 537,17-8 1,-1-2 1300,-3-3 0,3-2 0,1 1 0,-13 0 0</inkml:trace>
  <inkml:trace contextRef="#ctx0" brushRef="#br0" timeOffset="-187940.73">11519 12749 21275,'45'-7'56,"0"0"0,0 0 0,0 0 0,0 1 0,-1 0-34,16-1 1,-1 0-659,-19 3 0,1 2 0,-1-1 561,1 1 0,0 0 1,-1 0-252,17 1 1,-1 0-235,-6 0 0,-3 0 84,-7 1 0,-3 0 194,11-1-692,-24 1 815,-32 0-872,-21-1-750,-24-1 1781,5-2 0,0-1 0,1 1 0,15 0 0,1 0 0</inkml:trace>
  <inkml:trace contextRef="#ctx0" brushRef="#br0" timeOffset="-159068.73">1831 4704 4667,'-57'-1'736,"-1"0"0,8 0 0,4 0 1908,-10-2-2656,12 2 12,8 2 0,-3 6 1483,-10 4-1606,9 2 134,3-1 833,15-6-721,10-4 3346,5-1-3469,2 0-23,4-1 23,1 1-22,0 5 22,0 8 22,0 37-22,1 1-413,0-10 1,1 2 451,1-2 0,1-1-39,0 6 0,1 1 28,1 4 0,1 3 46,0 2 1,0 4 0,-1-2-75,-1-11 0,1-2 0,-1 4 11,0-2 0,1 4 0,0 2 1,0-1-1,-1-5-407,2 4 1,-1-4 0,0 2 395,0-3 0,-1 1 0,2 2 0,-1-2 11,2-1 0,0 0 0,0-1 0,-1-2-4,1 5 1,-1-3 0,1 5-8,-1-4 0,0 5 0,1 2 0,0 0 0,-2-2 16,0 5 1,-1-1 0,0-1 0,-1 1-462,2 1 0,-1-1 0,0 1 1,-1-2 449,0-1 1,-1-1-1,-1-2 1,1-2-6,0-2 0,0-4 0,-1 1 22,1 0 1,0 0-1,1-1-217,-1 0 0,1-1 0,0 1 195,0-2 0,1 1 0,0 2 0,0-1 0,1 3 0,-1 1 0,0 0 5,1 0 1,-1 0-1,1 0 1,0 2 10,2 7 1,0 3 0,0-1 0,0-3-87,-1 4 0,1-2 0,0-2 85,0-6 0,1 0 0,0-4-43,1 6 0,-1-3 28,1 3 0,-1 0 0,1 4 0,-1 0 28,0 1 0,-1 2 5,0-3 1,0 4-1,0-3-33,-3-13 0,0-2 0,0 2 4,1 12 0,1 1 0,-2-3-49,1 4 0,-1-4 50,-1 3 1,1-1-6,-2 0 0,1-2 0,-1-3 0,0-2 45,-2-8 0,0 1 361,0 3 0,0 1-401,-1-3 1,0-1-6,0-2 0,0-1 0,0-1 0,0-3 11,0 15 0,-1 0-11,-2 3 1751,-3 3-1735,0-11 1,0 1-17,1-9 0,0 0 416,-1 11 0,1 0-411,2-5 1,0-2 636,1-6 1,0-2-654,0 1 0,0-3 76,1 1-65,0-20 68,1-10-34,0-1 156,30-21-145,5-2 0,6-2-45,3 0 0,4-1-585,-7 6 0,3-1 1,-1 3-1170,9 2 0,-1 5 1754,-3 3 0,-4 3 0,10 0 0,-21 4 0</inkml:trace>
  <inkml:trace contextRef="#ctx0" brushRef="#br0" timeOffset="-157533.73">1839 11151 14283,'-23'-26'2174,"4"6"-1928,14 17-22,2 2-381,-11 11 146,-3 11 11,-14 22 22,12-10 1,-1 5-1,1 0-886,-5 11 1,-1 2 855,1-3 1,0 3 0,1-2 7,5-8 0,2-2 0,0 0-12,0 1 1,0 1 0,0 0 0,2 1 0,-1 1 0,2 0 22,0-1 0,0 1 0,2 3-11,1 1 0,0 3 0,2 2 0,0 0-3,2 1 0,2 1 1,-1 0-1,1-1 3,0 0 0,-1 0 0,1-1 0,2 2-6,2 7 1,1 2-1,2-2 1,0-6 5,0-9 0,1-5 0,0 3 0,3 12 0,0 3 0,3 0-3,-2-14 0,2 0 0,0 0 1,0-2 5,0 4 1,-1-2 0,1 1-4,2 11 0,-1 2 0,-1-5 0,-2-2 0,-2-4 33,-2-6 1,-1-1-34,-1-5 0,1-3-56,4 23 11,2-14-89,5-14 33,20-9 101,0-10 56,19-4-17,-11-9 0,1-5 516,-4 1 0,2-3-548,-3 0 1,3-2 0,-1-1-1016,14-10 0,1-2 1004,-14 7 0,0-1 1,1-1 3,4-1 0,0-1 0,1 0 7,1-1 1,0 0-1,0 0 34,0 1 0,-1-1 1,0 1-76,-3 2 0,0-1 1,-2 1 33,-5 3 0,0-1 0,-2 2 0,9-5 0,-2 2-17,-8 3 0,-4 3 17,2-1 280,-11 7-134,-26 8 433,-5 0-511,-9 0-68,-7 0 2153,-5 0-2153,-3 0-100,1-3 100,-2 0-23,3 0-66,-6 2 77,12 1-10,-1 0 33,9 0 12,-4 0-1,-2-1 45,-8-1-67,0-1-6,3 1 1,-3 1 38,-1 0 1,1 1-34,-1 2 0,2 0 23,-20 1 133,31 3-156,9-4-100,7-1-35,4-1 102,18-11 66,7-4 12,26-16-115,-22 13 1,3 0 69,4-3 0,4-2 0,0 1-1444,9-4 0,2 2 1444,-6 2 0,3 0 0,-2 2 0,6 2 0,-1 2-35,-3 2 0,-1 2 29,3 2 1,-4 1 5,8-1 112,-8 4 280,-42 6 449,-11 9-466,-12 11 0,-4 7-375,0 1 0,-3 3 645,1 0 0,-3 3 0,0 3-648,1 1 0,0 3 0,-1 1 0,3-1-836,-1 3 0,1 0 0,1 2 715,1-2 1,0 3 0,1 2 0,5-1 123,7-2 0,3 2 0,1-2 0,2-5 0,-4 6 0,3-4 0,5 10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5:28:33.785"/>
    </inkml:context>
    <inkml:brush xml:id="br0">
      <inkml:brushProperty name="width" value="0.09071" units="cm"/>
      <inkml:brushProperty name="height" value="0.09071" units="cm"/>
      <inkml:brushProperty name="color" value="#FF0000"/>
    </inkml:brush>
  </inkml:definitions>
  <inkml:trace contextRef="#ctx0" brushRef="#br0">11268 9786 12804,'9'-9'3305,"-2"2"-3182,-7 7 1524,0 0-1725,4 1 78,2 3 89,7 4-89,3 0 34,7 2-12,5-1 58,7 0-136,9 1 112,6-3-23,9 0-253,-28-5 0,0-1 220,2 0 0,-1 0 6,2-1 0,-1 0-18,1-1 1,-1-1 39,0-1 0,0-1-28,-2 0 0,0-2 17,-1-1 0,-1-1-17,26-6 45,-5 0-45,-4 0 56,-2 1-45,0-2-108,2-1 63,4-2 68,5-2-29,-26 10 1,1 0 22,1 0 0,0 0-28,1 1 0,1-1 28,11-3 0,2 1-17,-13 3 0,2 1 6,21-4 0,-1 1-275,-22 5 1,-2 2 290,9-2 1,0 2-34,11-3 0,-4 3 79,-6-1 363,-1 1-442,-3-1 11,2 0 119,-1-1-7,0 0-123,-2 1 0,1 1 134,1 1-84,19 0 1,4 0-34,-24 1 0,1 1-636,6-1 1,6 0-1,-5 0 619,-6-1 0,-2 1 11,2 0 1,1 0 94,1-1 0,0 0-112,1-1 1,0 0 10,-1 0 1,0 0 16,-1-1 1,-1 1-23,-1-1 0,-1 1-17,-3 0 1,0 1 16,-2-1 0,-1 2-68,26-2 80,-5 2-24,-7 1 24,-5 1-12,-5 0-14,-1 0-19,4 3 49,-2 1 1,3-1 11,-6 1 0,1-1-434,15 1 1,0-1 405,-11-2 0,-1 0 39,0-1 0,-1 0 760,-2 0 1,-1 0-823,-2-1 1,-2 1 67,24-3 22,-7-1 23,-5-2-56,6 0-23,-15 1 274,5 3-285,-16 0 0,0 1 45,0 0 48,1-1-104,1 2 1041,3-1-918,-1 1 209,-1 0-298,-1 0-3393,-6 0 3560,-2 0-156,-7 0-56,-3 0 44,-4 0 45,3 0-67,0 2-22,5 5 3414,3 5-3392,3 7 0,2 6-45,0 7 45,1 8 101,-2 4-101,-2 4-473,-3 0 473,-1 2 56,-2-3-56,0-1-23,-1-2 23,-1-3 23,-1-1-23,-1-3-23,-2-1 34,-1 14 68,-1-11-158,0 14 158,-3-9-68,0 2-11,-3 1-11,2 1-34,1 9 112,0-18-67,1 3 11,0-29-11,1-3 34,-1-7-34,0 0 78,-1 0 328,-2 2-406,-4 2 0,-3 2 34,-6 2 22,-5 1-45,-8 1-11,-7 1 0,-6 1-78,-5 1-534,-5 0 612,-2-1 11,26-8 0,1 0-11,-30 6-17,29-7 1,-1-1-1588,1 0 0,0 0 1604,-1-1 0,0 0-51,-1-1 1,0 0-263,-1-1 1,1 0 267,-3 0 0,0-1 22,-3 0 1,0-1 11,0 1 0,-3-1 14,2 0 1,-3 0 0,1 0-4,-5 1 0,0 0-28,-13 0 0,1 1 28,18 1 0,3 0-294,0 1 0,0 0 299,-1 0 1,0 1-6,-1 0 0,1 0 107,0 0 1,-2 0-108,-14 2 0,-1 1-39,14-3 0,0 0 980,-11 2 0,0-1-936,16-2 1,2-1-1,-2 1 1,0-2-6,0 0 0,0 0-6,-1-1 1,-1-1 5,2 0 0,-1 0 176,1 1 1,-1-1-177,1 1 0,1-1-995,0 2 0,0-1 1012,-1 1 0,1 1-12,0 0 1,-1 0 66,1 1 0,-3 0-66,-13 3 0,0-1-6,12-1 0,0-1-4,0 0 0,-4 0 0,5 0 21,6-2 0,1 0 0,-9 0 0,2-1-51,-12-1 0,1 0 34,-2 0 0,-1 0 635,1 0-635,1 0 33,2 0 141,2 2-230,2 0 90,2 0-34,1 1 0,3 0-34,2 1 57,-14 1 33,13 0-79,-12 0 3347,17-2-3324,-2 0-34,-2 0 45,-3 1-11,-5 1 68,-1 0-46,1 0-44,4 0-23,5-2 45,4-1 319,4-1-229,5-1-68,1 0 381,5 0-224,-1-5 102,4-2-169,0-7 146,2-4-79,2-8-179,2-8 0,3-13 61,3 17 1,0-1-232,0-5 1,2-1 253,-1-6 0,2-1-900,2-3 0,0-1 917,2-5 0,1-1-40,1-3 1,2 0-354,-5 17 1,1 0-1,0 0 292,3-18 0,0 1 50,-2 4 1,0 3 5,-1 6 1,0 3-114,-1 10 1,-1 1 112,1-10-67,-2 16 279,-2 12-772,-1 7-7782,-2 25 8286,-12 0 0,9 4 0,-8-8 0</inkml:trace>
  <inkml:trace contextRef="#ctx0" brushRef="#br0" timeOffset="60497">11364 14257 10395,'-10'0'1613,"2"0"-873,8 0 4750,0 0-5221,-1 3 0,0 0-258,-1 3 90,2-1-23,0 0-78,0 0 34,2 0 0,-1 0 33,4 0-11,0 2 0,3-1 112,4 0-123,1 1 196,15 1 0,3 0-219,1-1 51,1 0 0,1 0-84,8-5 11,-10 0 56,10 0 0,-16 1-56,2-1 78,0 1-11,2-1-44,1-1-12,1 1 101,5-2-45,1 1-56,2-1 56,12 0-55,-15 0-12,15-2 168,-21-2-34,-2-1-78,-7-1 68,-7 2-35,1-3-89,2 1 0,3-1 90,2 0-90,13 0-45,2 0 112,1 1-67,-2 2 112,7-4-100,-7 1 10,3-2 0,1 0-22,3-3-11,-5 2 0,-1 1 112,-5-1-56,6 0 78,-14 3-11,14-3-79,-10 3-3425,12-5 3392,-14 6 68,1-1-68,-1 1 0,1 1 0,0 1 0,1 1 0,0 2-34,3-1 90,17-1-34,-10 0-22,13-2 0,-2-2 0,-13 3 3381,11-3-3331,-17 2 1,-1-1-96,12-2 39,0 0 1,1-2 5,3 1-6,-5 1 1,0-1 50,8 2-45,-18 2 0,1 0-45,20 3 78,-15 0-33,6 2-78,-15 0 78,-1 0 45,2 0 11,18-2-45,11 0-28,-18 0 0,0 0 17,-7 0 0,0 1-158,0-1 0,-2 1 225,14-2-177,3-1 127,-11-1 0,1 0-17,21-4-198,-19 4 0,-1-1 198,15-4 11,-17 4 0,-1 1-11,18-4 0,-20 5 0,0-1 17,-1 1 0,-2 1-17,15-1 0,11-1 11,-25 3-11,-5 1 0,-5 0 284,3 1-284,-6 0 42,6 0-42,-4 0 452,-5 0-475,-2 0 57,-7 0 11,-2 0 123,-1 0-146,3 0-11,2 0 169,6 0-146,6 0 67,17 0-79,-6 0 12,9 0-34,-14 0 0,-5 0 156,-3 0-144,-1 0-24,-2 0 24,-1 0 32,0 0 46,-2 0 33,-4 0 12,-4 0-135,-39-10 0,25 7 0,-25-7 0</inkml:trace>
  <inkml:trace contextRef="#ctx0" brushRef="#br0" timeOffset="64404">16985 6138 22877,'-1'-46'448,"0"10"-481,1 48 33,0 19 72,2 22 1,2 12-47,2-11 0,1 5 1,0 0-653,-2-14 0,1 1 0,0 0 0,1 0 617,1 1 1,1 1 0,1-2-1,0-4 9,7 12 0,1-5 0,1-6 0,2-3 164,-1-9 1,2-4-165,26 7 28,-9-24 0,3-7-28,-10-7 0,1-5-267,11-5 0,-1-6 323,-14-6 0,-5-5 11,0-3 1,-4-5 115,-7-1 0,-4-4 0,-1 0 13,1-8 0,-3 0-613,-6 5 0,-4-1 0,-1 3 557,-5-5 0,-4 4-118,-5 2 1,-2 2 233,0 4 1,-1 3-252,2 6 1,0 3 131,-13-13-182,10 15 565,9 12-1092,8 6 967,4 4-2737,8 3-4182,35 21 6524,-2-7 0,6 8 0,-21-14 0</inkml:trace>
  <inkml:trace contextRef="#ctx0" brushRef="#br0" timeOffset="65029">17878 6361 21824,'0'-26'-336,"15"41"336,-1 30 33,4 3 1,0 0-12,-6-17 1,0-2-23,3 7 0,-1-1-68,5 13 124,-8-19-78,-2-2 78,-5-18 112,-3-6 22,1-1-89,-1-2 112,0-13-213,2-5 56,1-17 225,9-23-147,1 9-866,-2 17 0,1 0 1169,12-13-904,6 2 579,1 5-67,2 6 0,-4 11-45,-5 8-157,-2 7 68,7 32 133,-4 7-27,-9-4 0,-1 3 516,-4 0 0,-1-1-533,0 0 0,-2 0-163,0-2 1,-2 1-2180,4 23-1296,-4-10-4296,-4-9 7934,-2-17 0,-1-9 0,0-8 0</inkml:trace>
  <inkml:trace contextRef="#ctx0" brushRef="#br0" timeOffset="65584">18952 6242 19773,'-15'-30'1003,"1"-1"0,-17-17-802,3 43-100,-4 3-101,-3 5 0,1 6-67,1 7-11,5 19-34,13-5 78,4 9 23,20-7-90,12 1 101,16 1 22,-13-17 1,2 1-23,1-1 0,2 1-17,10 7 0,-1 0 17,-12-7 0,-2-1-28,6 6 0,-5-2 6,-9 2 22,-8-4 246,-6-4-111,-15 0 66,-7 0-100,-18 1 11,-5-2-78,-2-3-34,5-3-628,-2-5-5545,15-4 6173,6-8 0,15 6 0,6-6 0</inkml:trace>
  <inkml:trace contextRef="#ctx0" brushRef="#br0" timeOffset="66339">19275 6551 13352,'42'-30'881,"0"-1"1,-4 3 0,-5 2 239,-10-7-304,-6 2-133,-9 0-1,-4 0-312,-4-1-69,-6 0 101,-3 2-123,-8 1 0,-6 6-78,-18 4-202,5 9 0,3 11 0,0 5-11,-4 10-90,-9 15 0,28 5 23,9 4-1,8 4 90,14 0-22,8-2-123,14-6 134,4-6-157,3-7-201,0-8-438,-3-5-223,-2-6-326,-6-2 381,-3-2 471,-7-4 180,-3-4 122,-4-5 191,-3-5 11,-1-1 258,-3-2 146,1 0-46,0-3 1177,12-16-862,-2 6-34,13-14-51,-8 22 1,1 1-51,16-12-426,-12 13 0,0 3-56,9 1-67,-3 10-67,-4 6 67,-1 17 0,-2 9 11,-2 18 68,-4 7-79,-7 3-79,-7-3 12,-5-7-34,-4-10 101,-2-8 68,-1-11 257,-1-5-90,1-5-44,3-9 145,0-29-236,3-3-83,3 8 0,1 0-17,10-20-56,8 3-347,2 6-6444,10-1 6847,-14 18 0,0 5 0,-16 16 0</inkml:trace>
  <inkml:trace contextRef="#ctx0" brushRef="#br0" timeOffset="66721">20358 5970 18720,'20'36'30,"-1"1"1,1-1 0,4 6 0,-2-2-31,-8 2 0,-2-2 11,3 5 23,-1-13-34,-2-10 45,-1-11 369,1-6 1166,3-10-213,4-11-459,5-15-281,3-14-268,-4-8-444,-4-3 119,-7 3 33,-7 3-126,-3 8 3,-2 9-818,-1 10-1143,-1 10-7814,1 6 8854,-1 8 0,2 3 0</inkml:trace>
  <inkml:trace contextRef="#ctx0" brushRef="#br0" timeOffset="67511">20797 6313 12117,'41'-37'1168,"0"1"1,-3-1 0,-9-2-317,-17 5 0,-5 0-113,2-22-268,-7 8 111,-4 22 115,-4 7-361,-2 5 202,-3 6-123,2 4 45,3 2-460,2 2-257,2 0 112,0 8 122,2 8-100,0 12-34,0 10 90,11 5-23,7-2 45,12-3-347,7-8-454,-7-17 0,4-4 246,3-5 1,2-3 599,0-4 0,0-3-119,1-5 0,-4-4 119,-11-2 0,-1-3 128,1-3 1,-1-1 140,0-2 1,-1-3 82,1-1 1,-1 0 230,-1-2 0,0 0-40,-4 3 1,0 1 195,9-19 236,-12 15-393,-7 13-526,-7 12-44,-1 4-24,-6 3 217,-6 5-238,-9 11-46,-15 32 79,13-2-62,10-14 1,2 1 5,5 22-157,4-20-191,7 0-279,2-25 67,7-5 212,3-9 169,5-11 235,0-13 11,1-16-11,-2-11 0,-13 22 0,0-1-488,-1-2 1,-2-2 532,-2-2 0,-1-1 22,-1 0 0,0 1-203,0-1 1,-2 0 359,1 2 0,-3 0 124,-5-8 0,-1 1-80,2 15 1,-2 2-56,-2-4 0,-2 5 78,-3 8-291,9 11 845,0 8-890,7 22 12,4 16 33,1-6 0,3 3-534,3 4 0,2 1 556,4 4 1,2 0-23,2 0 0,1-2-466,1-1 1,0-1 465,-1-2 0,0-2-156,-2-2 1,-1-2-349,-2-4 0,-2-1-2544,9 18 3048,-2-7 0,-12-19 0,0-3 0</inkml:trace>
  <inkml:trace contextRef="#ctx0" brushRef="#br0" timeOffset="68278">22512 5326 17700,'0'53'67,"0"-6"-33,1-24-12,0-3 90,0-7-21,1-5-80,-2-5 773,1-2 1176,0-1-1141,2-3-371,7-29-325,-1-1 90,-1 5 0,0-2 0,5-19 157,2 1-298,-3 14 1,2 1 17,9-13-90,-7 19 0,1 2 0,8 1-56,-1 10-34,-3 6 34,-3 6 34,0 21 22,2 14 56,-9-4 0,-1 3-285,0 3 0,-1 2 235,-1 1 0,-1-1 10,-1-1 1,0-2-6,1 25-22,-3-12-22,-2-10-1379,-2-8-1300,0-8-952,-3-6 3664,-4-8 0,3-3 0,-2-4 0</inkml:trace>
  <inkml:trace contextRef="#ctx0" brushRef="#br0" timeOffset="68618">23009 5424 13016,'4'8'1043,"0"-2"-763,-4-6 44,0 0-167,49-3 1,-29-9-41,10 4 1,-1-4-6,-11-22-22,0-9-79,1-10 61,-10 24 1,0 0-6,-1-1 1,0 0 89,3-24 156,-4 8 416,-5 11-248,-6 11 237,-24 9-718,9 9-11,-19 17-56,20 12 33,5 21-330,5 10 290,6-24 1,1 1-829,3 0 1,1 0-3783,9 26 4684,7-11 0,-4-21 0,-3-11 0</inkml:trace>
  <inkml:trace contextRef="#ctx0" brushRef="#br0" timeOffset="68967">23286 5390 15829,'8'-2'773,"-2"0"-605,-6 2 146,0 0-101,65-11-213,-26 0 16,7 0 1,1-1 17,-2-7-68,-4-4-44,-10-1-247,1-18 224,-16-5 113,-1-1 10,-13 4 45,-8 17 124,-3 4-35,-8 4 24,-2 7 189,-2 5-313,-11 4 0,8 14-56,-7 8-56,16 21 0,5 8-784,4-7 0,4 1-1876,-1 9 0,6-1 2716,8-15 0,3-7 0,3-9 0,0-8 0</inkml:trace>
  <inkml:trace contextRef="#ctx0" brushRef="#br0" timeOffset="69433">24024 5073 21241,'-32'-46'-168,"-3"23"100,5 48 1,-4 21 28,16-19 0,2 3-12,0 14 1,2 1-113,5-12 1,2-2-365,0 8 1,2-2-426,5-5-247,5-12 358,4-11 617,6-15 179,5-15-11,2-22 117,-6-7 1,-1-6 117,-2 8 1,-1-2-458,-3 2 1,1-3 0,-1 2 370,-3 7 0,0 2 1,0-1-459,-1-2 0,0-1 1,-1 0 718,0 1 1,-1 1 0,0-1 278,0-16 1,0 2 83,-2 7 0,0 2-275,-2 10 0,0 2 500,-5-15-371,-2 19-392,-5 18-2326,3 38 2125,3 20-151,5-4 0,2 9 0,0-1 173,3 6 0,1 1-98,-1-4 1,-1 3-1,2-3 76,4 1 0,0-4-18,-1-1 1,2-3-578,-2-4 1,2-1-773,-1-5 0,1-1-1984,8 19 3373,10-14 0,-15-18 0,5-10 0</inkml:trace>
  <inkml:trace contextRef="#ctx0" brushRef="#br0" timeOffset="69866">24276 5105 16053,'31'-32'430,"-1"-1"0,0 0 1,-2 3-1,-1-1 1,-4 0-140,0-11 0,-4 1-444,-5 7 0,0-1 270,2-10 1,-3 0-119,-6 14 1,-3 2 392,1-22-7,-4 10-206,-7 11-156,-6 12-12,-7 8 174,-7 7-264,-1 4 68,-2 9-123,4 7 566,5 9-477,11 7-22,4 0-22,6 4 77,11-1 12,7 0 34,13 0-34,2-1 0,3 0 0,-13-12 0,0 1 0,9 11-11,2 8 11,-23-17 89,-8-1-55,-3-1 0,-6 2 10,-4-2-44,-12 4-2027,-7-2-3554,-13 0 5581,-10-5 0,21-10 0,3-4 0</inkml:trace>
  <inkml:trace contextRef="#ctx0" brushRef="#br0" timeOffset="73307">17631 7768 13712,'-5'1'1927,"2"0"-717,3-1-415,-5 0-133,4 0-102,-3 0 459,4 0-1097,5-1 89,10-2-11,14-4 28,8-1 0,5-3-11,-6 3 0,1-1-698,17-5 0,1-1 681,-10 3 0,-2 0 11,1-1 0,-1 0-6,1 0 1,0 0-173,-1 0 0,-1 0 184,-1 0 0,2 1 5,-5 1 0,2-1 1,-2 2-6,6-2 0,1 0-250,12-2 0,-1 0 255,-16 4 1,-2 1 21,2-1 1,0 1-28,1 0 0,0-1-17,1 1 0,1 0 0,-1-1 0,1 1 67,-3-1 0,0 0-50,1 2 0,-1-1-508,-1 0 1,-1 0 501,0 1 1,3-1-749,16-2 0,2 1 743,-14 1 0,1 1 8,-7 2 1,2-1 0,-2 1-209,4-1 0,-1 1 205,0-1 1,1 0-12,-1-1 0,-1 0 5,1-1 1,-1 0 39,0-1 0,-1-1-86,0 0 1,0-1 46,0-1 0,0-1 50,1 0 0,0 0-22,2-2 0,1 0-18,1 0 1,4-1 28,-1 0 0,2-1 0,0 0-74,-9 3 1,-2 1 0,3-1 65,10-4 0,3-2 1,-2 1-27,-13 5 0,-1 1 1,-1 1 55,19-8 0,-1 1 834,-5 3 0,-1 1-896,-8 2 1,0 1-6,0 2 0,-3 1 34,7-2 809,-1 1-821,-32 7 666,-5 2-643,-6 0 1666,1 1-1688,6-3 717,1 0-740,5-2 0,6 0-11,-7 1 44,2 1-55,-9 2-45,-4 1-3990,-1 1 1089,-10 3 2968,-36 11 0,26-8 0,-25 8 0</inkml:trace>
  <inkml:trace contextRef="#ctx0" brushRef="#br0" timeOffset="73968">17956 7514 17017,'16'-12'1849,"2"1"-1525,2 3-88,9-1-51,6 0 0,7-1-66,-2 1 1,4-1-1,1 0-1038,2 0 1,2-1 0,1 0 934,-5 2 1,2-1 0,1 1 0,-2-1-10,9-1 1,-1 0 0,5 0-343,-13 3 0,5 0 0,2-1 0,1 1 0,-1 0 0,-2 0 323,2 0 1,-3 1 0,1-1 0,0 1 0,4 0 3,-6 0 0,3 0 0,2 0 0,0 0 0,-1 1 0,0-1 0,-3 2-286,8-1 1,-3 0-1,0 1 1,-1 0-1,1 1 294,0-1 0,0 0 0,0 0 0,0 0 0,0 1-14,-1-1 1,0 1-1,-1-1 1,1 0 0,-1 1 8,-3-1 1,-1 1-1,1-1 1,-2 0-1,0 0 2,6-2 0,0 1 1,-2-1-1,-2 0-8,10-2 0,-3-1 0,-3 0 11,-11 2 0,-2-2 0,-2 1 55,5-3 1,-5 1 179,8-7 280,-23 9 1182,-15 2-1462,-6 6 946,-3 0-5596,1 8 5073,-3 6 0,3-3 0,-3 0 1</inkml:trace>
  <inkml:trace contextRef="#ctx0" brushRef="#br0" timeOffset="78104">16823 5687 16838,'0'9'1826,"-1"-3"-1781,-11-5 56,-10-1-90,-22 3-17,14 1 1,-2 1-1170,-7 3 1,-2 2 1174,-5 2 0,-2 1 0,-5 2 0,0 0-6,-2 1 1,0 0 361,4 0 1,-6 0-342,14-6 1,-8 0 0,-1-1 0,2 0-1,9 0-15,-5 1 0,1 0-133,-131 19 133,176-29-44,0 0-46,2 4 157,19 27-33,1 13-349,-1-2 1,1 5 325,-3 7 0,-1 5-4,-4-10 1,-1 3-1,0 1-4,-3-8 0,0 1 0,-1 1 0,0 1-3,0 3 0,0 0 0,-1 2 0,1 3 14,-2-8 1,1 2 0,0 2 0,-1 0 0,1-1 0,-1-3-428,1 8 1,0-3 0,0-1 0,0 3 403,0-5 0,1 4 0,0-1 0,0-2 0,-1-6 24,2 3 0,-1-6 0,1-1 1,5 13 1,0-3-17,-2-7 0,0-3 138,-1-7 0,2-2-71,3 0 1,3-4 33,15 6-107,-11-17 0,7-4 47,20-9 0,10-8 1,-3 0-1392,-16 0 1,-2-1 0,3-1 1349,10-3 0,6-1 0,-2-1 0,-10 1 0,-6 0 0,-6 0 0,-7-3 0,0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5:42:12.420"/>
    </inkml:context>
    <inkml:brush xml:id="br0">
      <inkml:brushProperty name="width" value="0.09071" units="cm"/>
      <inkml:brushProperty name="height" value="0.09071" units="cm"/>
      <inkml:brushProperty name="color" value="#FF0000"/>
    </inkml:brush>
  </inkml:definitions>
  <inkml:trace contextRef="#ctx0" brushRef="#br0">8228 12116 10842,'-45'9'706,"1"0"0,8-2 0,3 0-291,-7 7 1128,14-3-915,-4 2-315,-3 2 415,-20 11-480,12-5 121,-8 5 477,18-8-588,17-9-53,1-1-194,12-7 745,19 2-627,29 2 0,10 0-107,-13-2 1,3-1-367,5 2 0,6-1 0,-3-1 344,5 0 0,0-3 30,-17 0 1,5-1 0,-1 0 0,-1-1-570,1 0 0,-1 0 0,2-2 544,-4 1 1,3-1-1,-1 0 1,-4-1-6,15-4 0,-3-2 11,-4 2 0,0-1-244,-6 0 1,-1-1 232,-3 2 0,-1 1 28,-4-1 0,-1 1-11,-2 1 0,-1 0-130,24-6 147,-7 2 780,-1 1-870,-21 5 1682,1 2-1626,-17 4 708,-1 0-753,-1 0 214,-1 0-169,-1 0 56,-2 0-56,-1 0-22,-2-1 279,0 1-190,0-3-67,-2 0-380,-10-5 346,-12-2-257,-13-5 245,-14-2 58,-6-2-339,26 10 1,0 0 354,0 1 0,1 0-28,-26-5 76,22 6 0,0 1-31,-10-1 358,-8-1-33,26 7 191,6 0-136,5 0-22,7 0-492,3 0 89,26 1 56,10-1-56,-2 1 0,3 0-257,5 1 1,1-1 295,7 2 1,1-1-40,5 1 0,0 0-23,1 1 1,1 0 22,-2 0 0,0-1 0,-4 0 0,-1 0 0,-4 0 0,-2-1-28,-6 0 0,-2 0 28,18 1-34,-19-1 60,-15 0-70,-10 3 44,-5 4 78,-4 9-22,-12 11-56,-9 13 0,5-16 0,-3 2-159,-2 1 0,-1 2 159,-1 1 0,0 0-34,-1 0 1,0 0 21,2-1 1,0 1 5,1-3 1,0-1 560,3-2 0,0 0-1065,0 0 0,2-1-856,-3 4-461,2-4-3114,17-17 33,1-5 4908,1-9 0,0 5 0,0-7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5:42:35.305"/>
    </inkml:context>
    <inkml:brush xml:id="br0">
      <inkml:brushProperty name="width" value="0.05292" units="cm"/>
      <inkml:brushProperty name="height" value="0.05292" units="cm"/>
      <inkml:brushProperty name="color" value="#FF0000"/>
    </inkml:brush>
    <inkml:brush xml:id="br1">
      <inkml:brushProperty name="width" value="0.09071" units="cm"/>
      <inkml:brushProperty name="height" value="0.09071" units="cm"/>
      <inkml:brushProperty name="color" value="#FF0000"/>
    </inkml:brush>
  </inkml:definitions>
  <inkml:trace contextRef="#ctx0" brushRef="#br0">9209 12001 24575,'0'4'0,"0"0"0,0 0 0,0 0 0,0 2 0,0 7 0,0 4 0,0-4 0,0-1 0</inkml:trace>
  <inkml:trace contextRef="#ctx0" brushRef="#br1" timeOffset="8284">2445 17430 18810,'5'-5'720,"30"-6"1,28-4 0,8-2-761,-24 5 1,5-1 0,5-1 0,3 0 0,0-1 0,0 1-1,-2 0 1,-5 1-451,1 0 1,-3 1 0,-1 1 0,0-1 0,0 0 0,2-1 457,4-2 0,6-1 0,3-2 0,-3 1 0,-5 1 0,-10 4 0,-14 2 851,0 1-2500,-14 5 1793,-38-3 1,14 5-1,-13-5 1</inkml:trace>
  <inkml:trace contextRef="#ctx0" brushRef="#br1" timeOffset="10360">4336 17564 14731,'0'-46'1557,"0"1"1,0 3-1,-1 6-783,-1 9 234,-1 5-313,0 7-382,0 7-313,2 4-235,6 36 246,15 16 0,5 8 0,-9-18 1,0 0-1,3 2-180,0 0 1,2 2-1,2 0 1,1-2 128,2-1 1,2 0 0,1-3 0,-2-3 22,12 14 1,2-6 27,-9-10 0,2-1 0,-2-8 68,22-5 33,-7-21 44,-4-21-122,-23 3 0,-2-4-34,0-8 0,-3-4 84,-1-5 0,-3-2-51,-4-4 1,-1 0-29,-2 0 1,-2 0 33,-6 1 1,-4 1-40,1 6 0,-3 3 0,-3 4 0,-4 4-241,-4 3 0,-2 8-3546,-23 12 874,5 25 106,21 7 0,5 7 2807,6 3 0,4-1 0,-4 8 0,6-8 0</inkml:trace>
  <inkml:trace contextRef="#ctx0" brushRef="#br1" timeOffset="10936">5226 17648 18272,'7'54'123,"0"0"0,0 0 0,0-5 1,-1-2-1,1-3-101,3 3 1,1-5-273,-3-12 0,0-1 227,3 7 1,1-4 61,4-2-218,-1-14 97,0-8 82,-1-12 280,4-40-202,-5 1-50,-6 7 0,-1-1-1112,-1-13 1510,-3 12 205,-1 14-430,-1 13-234,1 7-202,3 8 235,6 9 56,20 31-56,-4-2 845,-6-12 1,1 1-1026,-1-4 1,-1-2-381,9 8 235,5 0-179,-13-24 381,-2-5 123,0-12 56,1-10 89,0-17 84,-6 0 1,-2-6 381,0-5 0,-2-2-40,2-5 1,-2 0-432,-2 13 0,-1 4-487,1-3 156,1 34 124,3 22 56,7 13-1323,7 16-2790,-6-10 1,1 0 4123,7 11 0,-1 0 0,-19-36 0</inkml:trace>
  <inkml:trace contextRef="#ctx0" brushRef="#br1" timeOffset="11064">5816 17478 10888,'0'0'0</inkml:trace>
  <inkml:trace contextRef="#ctx0" brushRef="#br1" timeOffset="11469">6440 17512 19224,'-47'12'235,"0"0"1,9-1-1,5 5-241,3 13 1,7 6-57,7 4 1,6 1-102,7-5 0,7 0-78,13-2 1,6-4 229,26 3 11,-13-32 0,0-8 44,12-15-386,-5-14 521,-8-4 248,-7 2 480,-8 7 247,-7 7 370,-7 10-1054,-3 8-458,-3 4 32,0 19-44,0 17 11,-1 19 1,2 8-1207,1-10 1,1 1 1167,0-2 1,0 3 0,1-3-444,5 6 0,2 0-2126,0-7 1,3 2 0,-1-4-375,1 4 1,0-3 2969,5 11 0,-2-7 0,-6-18 0,-5-15 0</inkml:trace>
  <inkml:trace contextRef="#ctx0" brushRef="#br1" timeOffset="12031">6760 17745 22014,'16'31'151,"-1"-4"0,2 3-106,14 18-40,-10-16 1,0-1 6,6 4-12,-6-6-34,-3-7-280,-5-6-369,-4-7 190,-2-4 358,-4-4 203,-1-12-12,-2-9 112,0-17 123,0 3 1,0-1 144,0-16-234,0 19 0,0 1-146,0 3 45,0 10-101,0 9-449,0 5 181,2 4 268,8 7-68,9 7-178,12 11-830,7 8-202,-10-11 1,2-2 728,0-5 1,1-5 587,2-1 0,-3-8 1709,11-33 1143,-23-18-2051,-22 3-201,-4 14-303,-6 22-280,1 7-22,-1 2-68,2 11 34,1 29-101,5 2 56,3-9 1,5 1-914,13 0 0,6-3-1967,16 8-157,-4-17 1,3-5 3081,-5-10 0,-1-4 0,5-2 0,-6-2 0</inkml:trace>
  <inkml:trace contextRef="#ctx0" brushRef="#br1" timeOffset="12539">8465 17436 16411,'2'-41'1341,"0"0"0,0 4 0,0 3-388,-2-5-203,-9 9 1,-5 10-504,-12 11-113,-7 9-89,3 17 0,-1 7-45,-15 12 0,16-3 0,3 3-157,12-5 0,7-1-33,11 14 44,24 4-314,14-28 1,6-4-202,-9-3 1,1-1 609,13 4 1,-1 0-51,-20-6 0,-4 0 101,13 12 348,-20 0 739,-12 5-180,-26 6-538,-14 9-251,5-18 0,-3 0-456,-3 1 1,-1 0 337,-1-1 0,-1-2-28,-2 2 0,2-3-2258,-7 4-2263,10-5-2152,47-22 6701,18-13 0,-9 7 0,2-5 0</inkml:trace>
  <inkml:trace contextRef="#ctx0" brushRef="#br1" timeOffset="13062">8750 17769 20457,'1'-4'616,"0"2"-1300,-1 2 326,8-18 123,-2 2-68,6-17 348,-6-3 403,-4 0 235,-9 2 214,-3 8 10,-7 16-324,-2 4-235,-1 4-158,-2 2-168,-1 12-33,-3 27-40,17-6 1,5 3 50,-1-1 0,3 1-308,8 2 0,4-3-173,18 6-371,10-8-795,5-13 128,-9-15 1,0-5 532,17-16 779,-19 5 0,-2-7 285,-9-13 0,-4-3 618,4-18-24,-11 17 0,-2-2 1255,-5 4 0,-2 1-369,0-13-505,-2-4-201,-4 31-303,0 11 493,-3 4-1042,5 3-124,-1 6 80,4 13-1,2 14 34,7 20-331,3-8 0,3 1-101,-3-10 1,2 0-758,4 10 0,0-3-2722,9 8-1770,-3-15 5692,1-16 0,-13-11 0,-1-9 0</inkml:trace>
  <inkml:trace contextRef="#ctx0" brushRef="#br1" timeOffset="13540">9277 17333 18754,'-25'-34'1964,"1"1"1,4 0-1,3 14-1964,7 34 0,8 20 0,0-4 0,2 3-1247,-1 7 0,2 1 1235,1 3 1,2-1 0,2 0 0,1-1-68,2-5 1,3-1-35,4 1 1,4-5-571,14 6 470,1-8 213,-5-37 45,-10-17 0,1-19-6,-11 14 0,-1-1-28,0-3 1,0-1 27,-2 0 0,-1 0 39,-1 2 1,0 1 100,-1-17 213,-2 16 113,-2 16-292,0 10 1845,0 5-2036,0 6 0,1 14 1,5 19-51,3 3 0,4 5-124,3 0 1,4 1-936,-3-11 1,2 2 0,-1-4 442,5 2 0,1-6-219,3-8 0,2-7-246,10-10 851,-2-12 202,-9-4 22,-13-1 34,-2 5 1220,-2 3-1321,0 3-1456,-1 10 1557,-4 10 0,-3-5 0,-3 2 0</inkml:trace>
  <inkml:trace contextRef="#ctx0" brushRef="#br1" timeOffset="13686">9638 17319 12770,'0'0'0</inkml:trace>
  <inkml:trace contextRef="#ctx0" brushRef="#br1" timeOffset="14260">9917 17472 15224,'5'2'4067,"0"0"-2969,-5-2-347,50 37-4431,-25-10 3898,8 2 1,-1 3 39,-5 8 679,-5 1-903,-3-6 68,-5-6-35,-3-9-90,-3-6 57,-4-8 134,-3-3 3470,-1-3-3626,0-8 133,0-7-122,0-10 212,0-4-67,0 2 145,18-1-290,-2 15 45,20-1-68,19 18-91,-9 1-300,-13-1 0,1 0 77,14 2-44,-3-3 44,-5-3 281,-11-5 33,-6-4 145,-10-9-145,-6-6 202,-5-4 156,-6-16-145,-4 12 1231,-11-9-1119,3 28-325,0 3 0,7 25-1708,6 16 1,3 7 1724,0-2 0,1 4-10,1-3 1,3 4-1,1 2-347,4 0 1,2 2 0,2 0 0,-2-3 367,4 13 0,0 0-204,0-2 0,2 3 0,-5-6 176,-6-13 0,-4-4 11,2 27 34,-8-12-45,-7-14 2474,-17-2-2855,1-13-3518,0 2 0,0 3 3899,-11 12 0,4-1 0,14-12 0</inkml:trace>
  <inkml:trace contextRef="#ctx0" brushRef="#br1" timeOffset="15063">11130 17688 16972,'3'-35'1606,"-1"-1"0,0 3 0,2 5-351,8 2-908,5 13-279,7 13 10,9 27 45,-1 16 0,1 6-805,-8-9 1,1 2 688,-4-4 1,1 2-1,-3-2 4,-1-3 1,-3-2-12,6 18-23,-7-19-78,-8-13 101,-4-12-33,-11-15-135,-9-15 168,-12-21 5,11 13 1,1-3-155,-2-5 1,0-4 129,4-1 0,0-4 1,2 1 175,0-6 0,1 0-161,3 8 0,1-1 1,2 4 3,3 3 0,2 5 11,1-15-208,1 17 119,0 20-90,2 6 168,1 18 447,0 17-358,0 23-89,-2-15 0,-2 1 13,1 4 1,-1 0-14,0 1 0,-1-1-140,0-3 0,-1-2-1064,1-4 0,-1-2-3009,-1 20-2611,1-14 6824,2-18 0,0-9 0,0-10 0</inkml:trace>
  <inkml:trace contextRef="#ctx0" brushRef="#br1" timeOffset="15927">11537 17698 18429,'28'45'22,"1"0"0,-1 0 1,5 8-1,-3-4-39,-6-14 1,-2-3-51,2 8 67,-11-19-56,-2-1 56,-8-17 0,-1-2-213,-1-1 202,0-6 11,0-5 504,0-25-168,1 1 67,4-18 381,5 17 0,2 0-213,-2 8 1,1 1-90,5-11 0,1 2 45,8-4-236,-7 12-145,-5 12-124,-8 11 35,2 34-57,2 5-90,-3-3 0,2 3-1322,6 5 1,2-1-1329,3-4 0,1-2 956,-1-2 0,2-3-457,20 3 2142,-17-25 1085,-6-15 5793,-9-13-1983,-21-14-3788,-7 0-313,-15 3-258,7 12-124,3 3 158,9-7-560,22-16 89,18-5-242,-1 16 1,5 1 263,2 3 1,2 3-46,2-1 1,0 3 22,-3 0 0,2 8-77,20 17 1,0 17 115,-17 19 1,-3 11-510,-4-13 1,1 1 0,-5 3 469,-9 9 0,-5 3 0,-3-3-22,1 7 0,-2-2 22,-2-2 0,-2 0-191,-1-5 1,-1-1-180,-2-6 0,0-2-430,0-7 1,-1-2-982,-1 13 932,-7-19-697,-4-12 697,-11-22 748,1-17 1,1-8 368,3 3 1,2-2 513,-8-19 1,1-4-178,12 16 0,1-1 0,2 1-463,-1-4 0,3 1 289,-2-11 1,3 2 218,13-6-79,6 11-436,11 10-46,7 12-89,3 12-78,13 19 156,-29 17 1,-3 10-40,-1 10 0,-8 5-32,-11-7 1,-7 2-1,-1-2 49,-3 11 0,-5-4-280,-7-8 0,-1-7-717,1-3-1311,9-14 636,10-8-2832,9-25 4448,15-12 0,-9 6 0,9-1 0</inkml:trace>
  <inkml:trace contextRef="#ctx0" brushRef="#br1" timeOffset="16240">12937 17640 20994,'0'-3'2690,"0"0"-2646,0 3-480,7 73-2467,21-21 1474,-5-5 1,4-3 1097,-2-22 1,3-9 330,29-13 179,-23-18 1289,-9-12 1356,-12-6-897,-12 0-1041,-19 3-3730,-14 2 3124,-18 7-274,22 14 0,-1 2-261,-1 2 1,0 3 187,-30 0-90,6 15-1109,8 9-1816,15 14-1254,13 7-4404,24 0 8740,19-6 0,-9-16 0,6-8 0</inkml:trace>
  <inkml:trace contextRef="#ctx0" brushRef="#br1" timeOffset="16727">13426 17550 21667,'-54'10'586,"1"1"0,4-2 1,14 6-733,35 23-134,18 0-336,14 1 123,-9-21 0,4-1 156,3 0 1,1-1 202,-1-1 0,0-1 128,-1-1 0,-1-1 6,15 8 168,-14-6 1043,-15-4 380,-9 0-739,-18 2-360,-11 8-1964,-8-2 0,-3 1 1506,-18 9-51,19-10 0,1-1-341,2-2-953,16-8-2510,35-17 1591,15-9 992,10-8 0,3-2 959,-15 8 1,0-1 642,9-7 0,-2 1 1731,0-6-22,-8 4 3217,-9 5-3105,-1 3-1748,-5 9-280,3 3-57,8 22-100,-6 8-279,10 17-692,-14 7-3945,-10-13 1,-2 0 4112,0 9 0,-3-1 0,-3-29 0</inkml:trace>
  <inkml:trace contextRef="#ctx0" brushRef="#br1" timeOffset="16861">13777 17518 10103,'0'0'0</inkml:trace>
  <inkml:trace contextRef="#ctx0" brushRef="#br1" timeOffset="17116">13957 17187 24703,'17'52'125,"-1"-1"1,0 1-1,0-2 1,0-1 0,0-2-149,3 5 1,-1-2-951,2 1 1,2-1 826,-1-3 1,2-1-573,-1-3 1,0-2-482,-1-4 1,-1-2-495,-1-6 0,-1-1 1693,11 21 0,-13-27 0,-6-5 0</inkml:trace>
  <inkml:trace contextRef="#ctx0" brushRef="#br1" timeOffset="17310">14230 17893 23236,'22'-36'425,"-1"1"1,0 3 0,2 4-157,20 3-247,2 10-22,-2 6-56,-2 6-56,-5 12-4459,3 31-1413,-18 0 5984,-9-9 0,-4-1 0,-6-4 0,-2-7 0</inkml:trace>
  <inkml:trace contextRef="#ctx0" brushRef="#br1" timeOffset="17460">14517 17582 14944,'0'0'0</inkml:trace>
  <inkml:trace contextRef="#ctx0" brushRef="#br1" timeOffset="17900">14948 17566 26003,'13'18'280,"5"4"-224,5 5-33,6 3-23,2 1-157,5-6-224,0-4-101,3-7-33,-1-7 22,-2-3 280,-6-6 213,-6-6 146,-8-10 324,-8-2 124,-9-7-157,-10 6-157,-11 2-134,-8 0-90,-4 5-90,-15 4-313,14 5-2734,-18 24-2276,32 2-4474,0 17 9624,17-8 1,4-14 0,0-5 0</inkml:trace>
  <inkml:trace contextRef="#ctx0" brushRef="#br1" timeOffset="18300">15323 17556 26127,'37'-4'37,"1"1"0,-4 3 1,-4 8-173,-1 34-167,-6-7 55,-10-13-78,2-15 146,-7-6 167,11-15 169,-9 2-45,7-13 292,-7 8-12,-2 5 157,-2 4 124,4 4-472,3 3 113,10 0-169,6 6-145,8 1 34,5 2-112,8-3-130,-6-13 1,3-5-230,-9-1 0,-1-4-224,15-7 0,-2-7 661,-14-11 0,-7 1 0,6 1 0,-10-12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5:46:46.684"/>
    </inkml:context>
    <inkml:brush xml:id="br0">
      <inkml:brushProperty name="width" value="0.09071" units="cm"/>
      <inkml:brushProperty name="height" value="0.09071" units="cm"/>
      <inkml:brushProperty name="color" value="#FF0000"/>
    </inkml:brush>
  </inkml:definitions>
  <inkml:trace contextRef="#ctx0" brushRef="#br0">11350 6593 16546,'14'6'23,"-7"14"-4595,-30 24 4572,-1-15 0,-1-1 0,-7 6 0,-7-4 0</inkml:trace>
  <inkml:trace contextRef="#ctx0" brushRef="#br0" timeOffset="5113">12112 6507 14294,'2'-4'1378,"-2"0"-537,0 4-628,2-8 33,-1 6 191,0-6-90,-1 8 1110,0 0-1379,0-3 113,0 0 0,0-6 234,-1-8-66,-4 0-147,-4-5 12,-4 5 79,-11 0-224,2 7-79,-12 2-34,3 7 34,-6 7-45,-5 7 45,-1 11 0,-1 10-391,3 4 369,8 3-12,3-1-44,12 9 32,7-16-43,9 5-91,13-19 124,27 0-11,0-7 0,20-3-90,-10-7 12,2-5 267,-1-6-189,-1-3 67,-4-6-11,-8 1 22,-6 1-22,-9 3 22,-7 5 101,-4 0 56,-7 6 22,0-1 68,-3 2-45,0 1-202,1-2 101,1 1-101,1-1 102,-1 0-102,1 1 34,-1-1-23,1 1-11,-2-2 762,0 3-89,-1-2-684,1 0-11,1-1 11,1-2-34,1 2 34,1-2 0,-1 0 0,2-2 56,2-2-56,2-2-44,-1-3 44,1 3 56,-4 0 22,-1 1-78,-3 5 67,-1 0 45,-1 4 168,0 1-246,-8 0-34,-3 2-3437,-10 6 3359,-3 8-353,-3 10 408,-2 6-65,-2 18 55,11-14-180,4 6-68,12-21-156,4-5 3135,1-4-2978,6-4 828,1-4-604,7-2 72,1-2-5,1-7 0,0-2 45,-1-9 0,0-2-11,-4-2 0,-3 3 89,-3 5 303,-4 4-247,-1 6-190,-1 2-134,0 2-90,2 0 168,4 4 45,4 5 11,6 4-168,6 6-56,1-4-23,3-2-157,-1-7-77,0-2 358,1-5 55,-1-9 68,0-6 0,0-11 68,-4-5 32,-3-4 57,-4 0 45,-6 0 201,-3 3 796,-4-3-661,-1 15-123,-3 2-146,0 15-101,-3 2-168,2 2-90,0 3 0,2 12 90,-1 14 0,0 19-11,1 9-11,2 3-1,0-5-100,2-5 45,3-8-426,3-6 380,0-8 45,-2-8-122,-1-7-46,-1-6 23,-1-4 191,0-2 33,-1-2 22,3-10-22,2-7 11,4-17 45,5-7-56,0 9 0,0-1 0,10-17-17,-7 20 1,0 2-40,6-3 11,0 8 34,-3 9-56,-3 7-269,6 40 380,-14-3-871,-4 0 0,-5 2 916,-14 3 1,-6-2 45,-14 16-234,6-16 0,-2-3 379,-18 5-33,1-5-283,6-8 81,8-8-45,14-7-414,7-3 937,9-11-3346,15-12-2511,9-14 5334,-2 9 0,1 2 0,4-5 0,-2 4 0</inkml:trace>
  <inkml:trace contextRef="#ctx0" brushRef="#br0" timeOffset="5941">13400 6260 21264,'2'37'100,"2"9"-416,0-15 1,0 2 315,0 0 0,1-1 5,-1 0 1,0-2-6,2 21 142,-1-10-142,-3-9 0,0-8 136,-2-8-181,0-8 12,0-4-158,2-4 500,0-2-298,7-24 0,1 0-22,7-23 11,1 9-22,2 3 78,2 6-101,0 7-224,9 9 145,-7 9-55,5 15 179,-11 11-11,-2 17 11,-7 3-34,-3-1 34,-4-5 180,-2-9 649,-17 1-101,-1-10-89,-17 1-247,2-9-157,0-3-156,3-2-79,4-2 0,7-1-280,6 0-819,7 0-1029,3 0-1144,3 0 3272,4 0 0,-2 0 0,2 0 0</inkml:trace>
  <inkml:trace contextRef="#ctx0" brushRef="#br0" timeOffset="6706">13889 6527 22855,'-8'16'-303,"0"9"280,6 16-302,0 5 180,6-5-426,7-4-136,8-11 293,5-7 168,2-9 134,-1-5 112,-5-5 190,-5-8 280,-7-8 1425,-4-22-1100,-12 6 157,-15-20-582,2 26-180,-10-3-66,18 16-124,4 5-146,5 2 90,3 3-67,1-2 44,12 0 68,6-3-67,17-1-79,6-1-11,6 0 78,-14 2 0,1-1 68,18-6 5,-20 5 0,-1 0 17,6-5 23,-8 3-1,-10 3-22,-8 5 180,-8 2-91,-2 2-77,-6 9-12,-8 24-12,-1 3-66,0 21-12,8-14-571,5 14-325,10-20-437,7 4 213,12-26 381,19-7 829,-14-9 268,5-8 1133,-27-7 695,-5-5-875,-12-4-526,-8-1-147,-10 1-223,-8 3-100,-1 2-169,6 6-56,5 3-90,8 4-1086,8 1-337,8-1-1434,15-4-6723,35-18 9670,-6 3 0,3-1 0,-29 14 0</inkml:trace>
  <inkml:trace contextRef="#ctx0" brushRef="#br0" timeOffset="6920">14593 6280 23180,'-17'-42'1602,"4"8"-1602,13 34 11,0 26 67,2 8-44,0-1 0,1 3-343,1 1 1,1 0 308,0 3 0,1 2-392,1 11 0,1 0-314,-4-16 0,1-1-740,1 7 1,-1-3-2253,-1 4 3737,4-7 0,-6-16 0,2-8 0</inkml:trace>
  <inkml:trace contextRef="#ctx0" brushRef="#br0" timeOffset="7335">14884 6487 19941,'-31'2'224,"-7"17"-224,16 4-44,-5 23-68,19-20 22,1 5-33,9-13-23,8-3 68,6-6-91,9-3 1,2-4 157,-1-2 11,-3 0 34,-2-5 145,-4-1 34,0-7 470,-3-2 550,2-3 638,4-7-1378,-6 8-201,2-2-113,-11 11-179,-1 5-45,-2 1-33,2 5 67,3 12-505,10 30-1019,0 1 145,-5-14 1,-1-1-3014,5 10 4403,-3-9 0,-6-14 0,-5-8 0</inkml:trace>
  <inkml:trace contextRef="#ctx0" brushRef="#br0" timeOffset="8488">15221 6431 20132,'15'49'489,"0"1"0,-1-4 1,-2-2-468,-5 12 23,-1-5-12,-4-5-21,-1-8-1,-1-7-11,0-9-56,0-9-112,0-7-79,2-6 281,1-12 436,12-41 23,-6 17-168,0 2 1,1 3-80,-2 11-246,-1 5-134,-3 12 111,0 3 12,5 3 11,9 5-22,35 9-57,-4-5 34,-11-5 1,-1-1-204,19-4 148,-6-5 44,-8-7 56,-10-5 22,-8-8 23,-7-4 33,-5-3-21,-6 0 167,-3-2 45,-4 0 179,-18-8 135,-2 10-505,-8 6-33,5 15-45,10 10-146,2 7 67,1 4 68,5 8-78,3 5 10,3 3 23,9 8 23,4 6 10,12 10-679,-9-21 1,1 2 695,3 4 1,0 1-12,1 4 0,0 1-679,-1 0 0,-2 1 85,-4-5 1,-3 0 319,-3-3 0,-3-3 291,-9 21 11,-11-13 168,-9-11 45,-6-9 179,1-6 1382,3-7-1460,6-4 753,6-3-1067,7-10-22,4-12-124,8-19 113,3 12 0,2-2-751,2-5 1,4-1 643,4-4 0,3 1-62,-1-2 1,1 1-34,2-1 0,-1 1 84,0 1 0,0 1 84,-2 0 0,1 1 22,-1 0 1,-1 1 33,-2 0 0,-1 0 11,-1 0 0,-2 1-313,-3 1 0,-1 1 358,-1 4 0,-3 0 44,4-20 68,-5 10 157,-4 9-134,-1 7 224,-1 6-147,-1 9-111,-2 2-157,-2 6 1267,0 0-1390,-2 1 848,4 5-893,-1 3 146,3 8-68,0 2 34,1 6-23,4 0 68,5 4-11,10 1-34,9 2 28,-4-10 0,2 0 28,12 10 0,8 5 33,-28-15 90,-8 0 69,-18 4-192,-16 9-500,3-15 0,-4 1-1209,-5 3 1,-2-1 1708,-6 2 0,1-3 0,-6 5 0,7-8 0</inkml:trace>
  <inkml:trace contextRef="#ctx0" brushRef="#br0" timeOffset="108124">5882 12527 10081,'13'-16'4269,"-2"4"-3585,-11 11 1747,0 1-2431,6-1 89,2 1-10,10 0-12,1 0-33,6 0 33,3 0 0,4 0 57,4 0-1781,-6 0 0,1 0 1691,16-3-92,-16 2 0,0-1 80,9-4-10,-3 1 10,-2 0-22,-2 1 22,0 1 34,1 0-56,3 1 0,0 1 45,16-2 3357,1 0-3352,-22 0 1,1 1-12,-1-2 0,-2 1-5,17-3 363,-2 1-352,2 1 145,8 0-145,-1 0 0,-2 2-34,-15 0 0,12 2 1,-14 0-1,21 0 45,-11 0-34,-13 0 1,-1 0-23,21 0 0,2 0-45,-16 0 22,2 0 23,0 0 23,0 4 22,1 1-62,-1-1 0,1 1 28,12 0-420,-11-2 1,-1 0 374,5-2-201,3-1 269,1-3-12,4-4-44,0-4 55,-1-4-55,-2 0 33,-7 2-11,-6 4 23,-5 1-1,2 2-11,-11 2-11,1 1 786,-13 1-774,-4 2 254,-3-1 37,-3 0-113,-1 1-2218,-6 5-3261,-10 6 5289,-19 4 0,13-4 0,-4-3 0</inkml:trace>
  <inkml:trace contextRef="#ctx0" brushRef="#br0" timeOffset="149020">10554 12595 18093,'-22'1'2924,"5"1"-2140,16-2-526,1 1-202,12 0 22,16-1-73,0 1 1,4-1-629,13 0 1,3 0 622,-8 0 0,2 0 0,1 0-449,6 0 1,2 0 0,0 0 425,4 0 1,0 0 0,1 0-548,1 0 0,2 0 0,-1 0 375,-3 0 1,1 0 0,1 0 82,-7 0 0,2 0 0,0 0 0,-4 0 104,-2 0 1,-2 0-1,0 0 8,6 0 0,1 0 0,-8 0 6,-10-1 0,-5 0 5,12 0 1023,-19-1-710,-9 1 1532,-9 1-2517,-3 0 22,4 0-2834,10 0-5973,10 0 9446,15-4 0,-17 4 0,0-4 0</inkml:trace>
  <inkml:trace contextRef="#ctx0" brushRef="#br0" timeOffset="149742">15036 12593 12815,'1'-3'5390,"0"0"-4449,25 0 997,5-3-1366,24-4-365,-25 3 0,1-2-908,4-1 1,1-2 756,7-1 0,5-2-34,-8 3 1,5-2-1,1 0 1,-2 1-23,6-1 0,-2 0 0,3 0-383,-1 0 0,4 0 0,0 0 0,-3 1 330,2 1 1,-4 1 0,1 0-128,0 1 1,1 0 0,-1 0-131,-2 1 0,0 1 0,-1 0 22,-2 1 1,-1 0-1,-1 1-30,17-2 1,-3 1 266,-7 1 1,-3 2 50,-9 0 0,-2 1 78,14 0 147,-20 0 2110,-17 3-1752,-8-1 1704,-4 1-8013,-1 0 5812,-5 3 1,3-3 0,-3 3-1</inkml:trace>
  <inkml:trace contextRef="#ctx0" brushRef="#br0" timeOffset="150864">16211 12358 14193,'-10'2'1950,"2"-2"-987,8 0 1099,0 0-1681,-32 10-145,24-7-24,-20 7 102,46-6-23,20 2-174,-9-3 1,5 0-127,12-1 1,7-1 0,-1 1 23,-6-1 0,0 0 0,2 0-830,2-1 1,3 1 0,0-1 0,-1 1 814,6-1 0,-1 1 0,0 0-53,1 1 1,0-1 0,0 0-382,-1 1 1,-1-1-1,0 0 269,-4 0 1,-1 0 0,-2 1 74,-6-2 1,-1 0 0,-1 1 33,14-1 0,-4 1 56,7-1 44,-16 0 300,-36 0 395,-5 0 2223,-11 0-3007,0 0-112,-13-2-515,6 0 796,-1-1-124,-15-10 0,21 8 0,-15-7 0</inkml:trace>
  <inkml:trace contextRef="#ctx0" brushRef="#br0" timeOffset="151241">16721 12507 21577,'14'10'471,"24"-10"-415,4-5 0,6-2-2573,6-4 1,2 0 2520,-16 3 0,1 1 0,3-1-13,1 1 1,2 0-1,3 0 1,-2 1-457,-2 0 1,0 1 0,0 0 0,-1 1 243,14-2 1,-1 0-1,-3 2 585,8-1 1,-9 1-690,-12 3 269,-34 0-538,-40 1-863,-11 0 426,12 0 0,0 0-4246,-11 0 5838,2 0 0,19 0 1,4 0-1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5:50:34.380"/>
    </inkml:context>
    <inkml:brush xml:id="br0">
      <inkml:brushProperty name="width" value="0.09071" units="cm"/>
      <inkml:brushProperty name="height" value="0.09071" units="cm"/>
      <inkml:brushProperty name="color" value="#FF0000"/>
    </inkml:brush>
  </inkml:definitions>
  <inkml:trace contextRef="#ctx0" brushRef="#br0">2772 6164 7885,'-7'0'1300,"2"0"-516,5 0 448,0 0-581,-20-4 155,7 1-347,-12-2 203,14 3-494,6 2-112,3 0-135,2 0 79,3 0 135,10 0 167,10-1-106,7 0 0,2-2-84,24-2-355,-16 1 1,0-1 303,-8 0 1,-1 0 5,2-1 0,0 0-11,1 0 0,1-1 11,1 0 1,0 0-29,0 0 0,0 0-19,0 0 1,2 1 91,13-2 0,0 0-84,-13 3 0,0 1 16,8-1 1,2 1 11,-6 2 0,1 2 0,-2 0 39,8-1 1,0 1-364,-6 0 0,2-1 1,-3 1 334,2-2 0,-3 0 28,-8-1 0,-1-2-5,3 0 0,0-1 141,1-2 1,3 1-159,16-3 0,2 1-73,-14 2 0,0 1-292,13-2 0,-1 1 292,-17 4 0,-2 0 28,0 0 0,0 0-28,-1 1 0,3-1 15,6 2 0,4 0 0,-2-1 177,-3 1 1,0-1-182,1 1 0,4 0 1,-6 0 164,-9 0 0,-1 0-98,15-3 1,0 1-51,-12 0 0,0 0-174,12-1 0,-1 0 162,-14 2 1,-2 0 6,2 1 0,0 0-30,-1 1 0,0-1 23,0 1 1,1 0-17,27 0 11,-15 3 1,0 1 10,-10-2 1,0 1-126,12 2 1,-1 0 108,-11 0 0,-2-2-6,0 1 0,0 1 11,0-2 0,-1 2 11,0-1 1,-1 0-23,28 5 0,-28-5 0,0 1 56,29 3-56,-28-5 0,1 1 0,-1-1 0,2 1 11,13 0 0,2 0 397,-12-1 0,0 0-408,10 2 0,-1-1 62,14 2-62,-5 2 17,-19-3 0,-1 1-6,16 3-6,-19-3 1,-2 0-6,12 1 0,0-2 45,3 0 751,1-3-785,2 1 0,-2-3 0,-14 1 1,1 0-7,1 0 1,0 0 11,0 0 0,0 0-17,-2 0 0,0 1-12,16 1-32,3 1 10,1 0 34,3 2 0,-2 0-8,1 1 8,-3 2-11,-2-1 11,-2 2-11,-1-2 11,-1 1 5,-11-3 1,1-1-6,19 3 17,-17-4 0,0-1-6,17 0-772,2-2 839,-1-1-78,1 0-448,0 0 471,1 0-23,4 0 5,-29-1 1,-1-1-1,1 2 1,1-1-1,11-1 1,0 1-6,-9 0 0,-1 0 11,11 1 1,-2-1-12,-9 1 0,-2-1 0,1 0 0,1 0 0,0 1 0,0 0 0,0 0 0,0-1-28,-1 1 0,-1 0 22,1 0 1,-1 0 5,-1 0 0,3 0 5,15 3 1,3 0-23,-12 0 0,0-1 34,14 4 0,1-1-17,-16-1 0,-2-1 0,1 0 0,-1 0 0,-1 0 0,-1-2 16,0 1 1,-2-1-11,0 0 0,-1-1 5,28 1-11,-4-1 0,-4 0 5,-19 0 1,-1 0 5,12 0 257,4-1-268,-26 0 0,-10-1 112,-6 1 730,-4 0-741,-1 1-807,-3 0-6431,-14 0 7137,-18-5 0,12 4 0,-5-5 0</inkml:trace>
  <inkml:trace contextRef="#ctx0" brushRef="#br0" timeOffset="2017">4795 4931 10473,'0'-6'2163,"0"2"1265,0 4-2744,-13-24-12,9 18-168,-11-18-167,14 24 10,0 0-336,1-4 23,13-2 67,18-8-79,2 3 0,7-3 1,4 1-9,-1 1 0,2 0 0,4 0 0,1 0-684,3-1 1,3-1-1,3 0 1,-1 0 0,-2 2 673,-6 1 0,0 1 1,-1 0-1,0 0 1,0 1 3,11-2 1,1 0-1,-2 1 1,-5 2-200,-3 1 1,-5 1 0,-1 1 167,13-3 1,-2 2-153,-8 1 1,-5 1 174,4 0 123,-17 1-22,-27 3 3009,-3 0-3054,-4 0 745,-6-3-823,-10-3 590,-13-4-674,-1-1 0,-3-1 83,7 3 1,-1-1 22,-10-3 0,-1 0-6,7 0 1,3 1 5,-11-4 67,-6-2-56,35 12-11,1 1-157,12 5 124,1 0-191,7 0 224,11 0 5,15 4 1,6 0 16,-4-1 1,5 0-531,12 2 1,9 1 0,-4 0 507,2 0 0,-2 0 0,-6-1 0,1 1 0,-3 0-6,-3 0 1,-5 0-7,-7-1 1,-4 0 11,11 4 67,-21-1 23,-24 6-23,-24 11-17,3-8 1,-4 1-1067,-7 4 1,-2 1 1015,-2 0 0,-1 1 5,3-4 1,1 0 579,6-4 1,2 0-698,-17 9-224,24-8-986,7 2-8509,27 1 9400,1-10 1,2 3 0,-5-14 0</inkml:trace>
  <inkml:trace contextRef="#ctx0" brushRef="#br0" timeOffset="10059">7364 4243 14081,'-1'-39'608,"1"1"1,-1 2 0,0 6-239,-1 6 235,-1 6 45,1 5-280,1 5-168,-1 5-516,2 2 190,-1 52 180,1 7-17,0-2 1,0 4-685,0-4 1,0-1 644,0 3 0,0 0 0,0-3 0,0-1 0,0-7 0,0 0 28,0 5 0,0-2-1518,0-11 0,0-2 1260,0-1 1,0-4-1239,0 7-941,-1-24-527,-2-8 2936,2-16 0,-2 5 0,3-9 0</inkml:trace>
  <inkml:trace contextRef="#ctx0" brushRef="#br0" timeOffset="10465">7625 4143 16714,'-5'-15'-212,"-8"22"228,-1 21 1,-1 9 11,-3 3 0,-2 3-920,-3 3 0,-1 2 892,-1 0 0,-1 1 45,1-4 0,-3 1-45,4-7 0,-1 0 0,0-3 33,-1 2 1,-1-1-29,-4 5 1,3-4 801,0-7-549,16-16 148,4-19-373,27-43-21,-3-2-1,0 13 0,2-1 62,-3 7 0,-1 3-73,4-4-90,1 6 919,-11 21-885,5 8 89,8 11-44,11 11 22,7 15-11,-18-18 0,1 1 0,2 2 0,-1-1-160,0 0 1,0 0-760,1-1 0,0-1-2913,20 15 3832,-1-10 0,-20-13 0,-5-10 0</inkml:trace>
  <inkml:trace contextRef="#ctx0" brushRef="#br0" timeOffset="11503">7915 4716 18003,'26'-20'56,"7"-2"-101,14 4 45,5-3-101,-1-1-336,-3-3 0,-6 0 68,-7 0 43,-11-11 203,-18 7 213,-40 1-46,-10 13-27,7 13 0,-2 4 5,6 3 1,0 5 11,-13 6 0,2 4-615,13-4 0,2 2 575,-6 3 0,6 2 166,9 19-160,22-8 34,17 9 28,14-22 0,7-5-51,-7-4 0,3-3-640,17 3 0,1-4 634,-9-5 1,-2-4-6,2-2 0,0-2 0,0-1 0,-2 0-6,-3-5 1,0-1 5,-5 2 0,-1-3 366,2-4 1,-3-2-311,7-9 22,-2-10 34,-30 13 79,-6 0-79,-11 2-101,-2 2 291,-10 4 1274,1 4-1576,-1 6 41,1 4-75,2 3-224,-3 13 113,12 5 122,-1 15-55,30 0 0,10-1 66,8 6 12,3-9 0,3-6-120,-13-16 1,0-4 124,-1 0 1,2-3-6,9-5 0,-1-4 56,15-6 0,-18-3 0,-4-5 157,-1-23-134,-8 1 419,-16 14 1,-4 1-208,-2 4-156,-1-6-135,-1 28-231,0 3 141,0 15 90,4 14 22,5 29-22,-1-17 0,1 5 0,1-1-667,3 9 1,1 0 666,-3-6 0,1 2 0,2-2 45,5 6 0,0-5-200,-7-17 0,0-2 149,2 1 0,-3-5 6,-5-12 157,-3-7 34,-3-6-169,-4-12 1286,-7-11-1352,-7-21-12,7 15 0,1-2-11,-1-5 0,2-3 61,0-3 1,2-3 5,2-2 0,1-1 0,1-1 0,2-1-17,-1 2 1,3-1 12,4 9 0,2-1 0,0 3-30,2-3 1,1 2 5,8-6 0,3 5-151,12 6 101,2 17-90,-2 9 44,-3 13 34,-7 14 90,-11 15 23,-5 17-7,-12-21 1,-7 2 11,-14 14 0,-7 0-489,5-13 1,-3-1 454,-12 8 1,1-4-40,-8-4-425,16-11-1211,12-11-1523,13-6-2365,10-6 5569,17-16 0,-9 10 0,8-9 0</inkml:trace>
  <inkml:trace contextRef="#ctx0" brushRef="#br0" timeOffset="11726">10352 4357 16692,'4'0'-292,"0"0"349,-4 0-114,16 53 46,-8-19-946,3 4 0,-1 1-3357,-4 0 4349,-2-12 0,-3-12 0,-1-11 0</inkml:trace>
  <inkml:trace contextRef="#ctx0" brushRef="#br0" timeOffset="11852">10368 3942 11952,'-32'-15'0,"0"-1"0,-18-9 0</inkml:trace>
  <inkml:trace contextRef="#ctx0" brushRef="#br0" timeOffset="12087">10701 3880 18798,'15'40'56,"1"0"0,0 5 0,0 3 0,-1 0-56,3 8 0,0 0-720,-3-5 0,2 2 1,-2-4 691,3 1 0,-2-4-208,-1-3 1,0-2-919,-3-5 0,-2 0-2521,2 21 3841,-7-15 0,-5-19 0,0-13 0</inkml:trace>
  <inkml:trace contextRef="#ctx0" brushRef="#br0" timeOffset="12260">10677 4387 19940,'39'-30'-1205,"0"-1"1,0 0-1,6-4 1,2 5-1779,-3 14 1,3 5 0,-4 1 2982,2 0 0,-7 1 0,7 0 0,-17-1 0</inkml:trace>
  <inkml:trace contextRef="#ctx0" brushRef="#br0" timeOffset="12810">12237 4676 14215,'4'0'336,"0"0"-274,13-26 0,1-12-51,-2 3 17,5-8 0,-2-2-657,-11 0 652,-4-1 145,-3 2 321,-11 6-366,-17 6-100,-2 16-1,-18 9-33,24 20 117,1 9-196,17 12 90,16 5 45,16 4-272,-3-20 1,3-1 248,6 1 1,4 1-23,1-1 0,4 2 0,-3-2-6,5 4 1,0-1-230,-9-4 1,2 2 0,-6-2 234,12 16 773,-23 7 437,-31-14-336,-24 9-538,-12-20 0,-5-3-712,14-4 1,-1 0 375,-12 2 0,3-1 0,3-2 230,20-6-3211,18-3-4389,58-16 7370,-22 3 0,0-1 0,3 3 0,-2-1 0,10-8 0</inkml:trace>
  <inkml:trace contextRef="#ctx0" brushRef="#br0" timeOffset="12977">12884 4664 19997,'19'-37'-492,"-3"21"492,-7 46 0,1 21-208,-5-19 1,-1 1-1645,-1 2 1,0 0-906,-1-3 1,-1-1 2798,0 15 0,-1-21 0,0-15 0</inkml:trace>
  <inkml:trace contextRef="#ctx0" brushRef="#br0" timeOffset="13106">12896 4109 10373,'-31'0'0,"-1"1"0,-19 0 0</inkml:trace>
  <inkml:trace contextRef="#ctx0" brushRef="#br0" timeOffset="14192">13093 4548 17263,'1'-10'1569,"0"2"-1435,-1 8-212,0 0-45,6-7 112,-2 8 11,8 6 0,-2 16 22,5 15-11,3 7 0,-1 2-11,2-4 0,-3-6-11,1-8 22,-2-7-11,0-6 23,-5-7 10,-2-4 79,-2-3 23,-1-2-57,3-11 45,4-11-111,5-21 21,2-12-22,-10 24 1,0 0 16,-1 1 0,-1 0 84,6-29-112,-8 25-11,1 7-202,-6 24 22,1 2-78,0 1 45,2 8 191,4 8 22,5 13-57,2 10 68,3 1-291,6 8 101,-7-18 77,1-2 113,-11-22 113,-3-4 111,-1-2-34,-1-1-167,2-9 21,1-9-10,3-13 11,-1 3 0,1-2-12,4-12-22,2-11 23,-4 30-34,-2 7-168,-2 10-112,-1 4 123,2 3 157,4 10 0,6 8-11,7 15 11,5 7 0,-7-11 0,1 0 0,9 10 11,6 4 68,-18-30 21,-4-8 68,-1-4 0,0-11-112,3-7 45,3-15-56,2-5 101,1-3 190,0 3 11,-2 3 12,-5 9-34,-3 8-303,-8 9-22,-2 5-78,3 15 78,0 18 0,2-2 0,-1 3-286,1 10 1,0 5 348,0 4 1,2 6 0,-2-3-1155,-1-10 1,0-3 0,0 2 1112,2 11 1,1 2 0,-1-5-68,-1-4 0,0-4 56,0-9 0,-1-2-33,3 14 44,-4-19 34,-3-15 718,-2-6-774,-4-22-235,-5-18-12,1 5 1,1-7 86,1-4 0,1-9 0,1-2 1,-1 5 805,1 5 0,0 3 0,1-4-652,1-6 0,1-4 1,2 0-1,1 9-22,2-1 0,5 5-37,9-4 1,4 5 8,12-8-28,-12 24 0,1 4 39,8 10-123,-4 6 45,-7 14-67,-7 10 190,-8 17 44,-6 10-32,-13 5 49,-4-18 1,-3-1-62,-16 12 0,12-19 0,1-3-381,-4-5-952,8-8 1612,9-6-3282,7-13-2532,17-17 5535,9-21 0,-4 16 0,1-1 0</inkml:trace>
  <inkml:trace contextRef="#ctx0" brushRef="#br0" timeOffset="14582">14445 4135 16008,'0'-43'1329,"0"0"1,0 5 0,0 6-355,0 8-392,0 10-583,0 9-202,0 3-100,0 9 302,0 17 45,3 26-45,0-13 0,1 4 5,3 8 1,0 1-1509,2 3 1,1 1 1513,3-3 0,0-1-11,1-3 0,3-3-54,0-6 0,3-3 54,0-5 0,2-4-39,1-5 0,2-3-63,24 5-200,6-12 67,1-12-51,-27-5 1,1-4-259,11-17 0,-1-6 314,-11 4 1,-2-2 229,7-13 0,-4-3 0,-15 13 0,-5 1 45,-2 2 0,-3 1-100,-1-20 313,-13 13-180,-5 12 79,-9 9 2866,1 6-3023,-3 6 69,7 14-69,0 15 434,6 21-473,7-2 0,9 3-1020,16 0 0,7-1-1919,-2 0 1,6-6 2977,18-9 0,2-11 0,-3-9 0,-8-11 0</inkml:trace>
  <inkml:trace contextRef="#ctx0" brushRef="#br0" timeOffset="15056">16458 4466 13633,'24'-52'717,"1"1"0,-4 3 0,-10 7-526,-24 12-147,-11 5-32,-8 8-12,-5 9 33,-8 4-525,-4 14 615,-4 6-11,5 13-3210,7 5 3132,13 4-23,14 3-29,8 4 62,20 3 12,13 1-437,-4-26 0,3-1 381,2 0 0,2-1 0,0-1 0,0-2 0,-3-2 0,-2 0 187,15 12-153,-16-10 2915,-13-4-2243,-10-2 298,-17-1-478,-13 4-381,-7-2 1,-2-2-146,-17 7 609,18-6 0,2-1-912,-6 1-1355,22-5-2085,14-2 3743,53-28 0,-26 16 0,23-18 0</inkml:trace>
  <inkml:trace contextRef="#ctx0" brushRef="#br0" timeOffset="15271">16739 4257 21084,'12'-26'-314,"1"23"314,-6 61 11,-4-21 1,1 2-1634,-1 5 1,0 1 1621,-1-2 0,1 2-779,0 10 0,-1-1-90,0-18 1,0-2-202,1 6 0,-1-5-1544,-1-6-993,0-13 3739,-1-9 0,0-7 0,0 0 1</inkml:trace>
  <inkml:trace contextRef="#ctx0" brushRef="#br0" timeOffset="16417">16692 4584 16411,'-22'-33'780,"0"-1"1,1 3 0,7 7-285,14 15-496,15 1-34,13 1 34,23-2 0,-21 4 0,1 1 17,3 0 0,-1 0-1966,-1 1 0,-1 0 1961,23-1 877,-14 2-878,-12 2 34,-12 0 185,-9 0-73,-5 0 0,-2 0-336,0 3 3459,-1 6-3280,-3 12 22,-2 10-11,0 11-11,2 5-11,1-1-23,4 12-22,5-21-515,12 6 425,0-30 90,12-3 56,-6-18 67,4-11-67,0-14 34,-3-14-967,-4-3 1000,-8 0-76,-6 3 278,-5 9-23,-2 9-10,0 8-158,-2 10-67,2 5-11,-2 5-638,2 1 1573,0 4-1002,4 24 11,5-3 242,7 18-870,16-13 684,-3-15 0,12-2 23,-8-15 66,0-8 1,-1-8 145,2-22-89,-11 9 22,-1-9 224,-12 20 1110,-3 4-1200,-3 9-302,-1 2-392,-2 5 347,1 17 45,4 16 17,-1-3 0,0 3-449,3 8 1,0 1 431,2 5 0,1 1 0,0 1 0,1 0 11,0-3 1,0-2-1,-1-3 0,0-1-11,0-7 0,-1-1-11,7 17 11,-6-15-22,-6-14 44,-3-11-11,-2-6-891,-10-28 1,-5-21 430,8-4 1,1-5-139,-3 9 0,-1-2 0,2 0 583,4-1 0,1 0 0,3 0 22,3 2 1,3 0 0,-1 3 84,1-5 0,2 2-64,4-9 0,3 4-39,11 0 0,3 12-56,5 11 45,5 12-34,4 9 0,1 5-162,-16 38 0,-8 10 263,-13 1 5,-4 8 1,-14 2 12,-22-26 1,-14-6 0,4-3 20,4 0 1,-1-2 449,-1-1 1,-4 0 0,6-6-390,-11-4 638,26-5-783,6-2-11,28-4-45,38-23 56,3 1-753,-9 2 1,0 0 763,-9 4 1,0 1-1,-1 0 0,1-1-452,-3 1 0,0 0 469,-2 1 1,-2 1 39,21-12 358,-10 4-157,-7 7-157,-6 5-145,0 5 1252,-5 9-1264,3 17-1115,-8 13 0,-2 4 1149,-4-4 0,0 2-90,2 13 1,-1 1-1118,-6-15 1,-1-3-2133,1 20 3339,-5-21 0,1-14 0,0-13 0</inkml:trace>
  <inkml:trace contextRef="#ctx0" brushRef="#br0" timeOffset="16542">18401 3866 10114,'0'0'0</inkml:trace>
  <inkml:trace contextRef="#ctx0" brushRef="#br0" timeOffset="17169">18573 4319 19785,'1'-41'-34,"-13"11"-67,-31 43 90,-2 9-56,2 13 39,24-7 0,3 1-74,-2 13 46,9 10 56,22-29 0,7-7 101,16-9-44,6-5-35,3-17-22,3-10 17,-15-10 0,-3-6-6,-8 7 0,-1-3-458,5-16 0,-4-2 458,-9 11 0,-5-2-15,-2 2 0,-1-3 1,-2 2 3,2-5 0,-3 0 37,-2 9 0,-1-2 1,-2 4-22,-2 3 1,-2 3 51,-12-22-12,-8 4 22,11 23-56,0 6-22,14 18-268,1 3 111,0 13 157,-1 28 0,0 8 56,1-14 0,0 2 135,0 6 1,-1 5 0,2-3-131,0 0 1,1-3-291,3 3 0,0 0 290,1 0 1,2-1-17,1-1 0,2-1 11,-1-4 0,1 0 15,0-5 0,0-1-26,9 21 89,-1-11 23,2-7 34,-7-15 344,3-5-244,-1-11-56,10-2-168,16-1 215,-2-4 1,3-3-4227,0-2 0,0-2 3944,-2-1 0,-3-2 0,10-6 0,-38 9 0</inkml:trace>
  <inkml:trace contextRef="#ctx0" brushRef="#br0" timeOffset="18017">19757 3463 17095,'-9'-35'1182,"1"-1"0,-6-17-576,14 37-35,-1 9-11,-1 3 471,2 1-1625,-1 13 594,7 22 0,3 8 17,-1-3 0,1 4-639,0 3 0,2 3 0,0 0 618,0-8 1,-1 0-1,1-1 4,-1 2 0,0 0 0,1 0-6,4 17 1,1 0-677,-2-3 1,1-1 681,-1-4 0,0-1-104,-1-5 0,0-2 109,-1-5 1,0-2-6,8 21 11,-3-15 0,-6-12 1,-5-15 1493,-3-5-2760,-3-7-384,-2-1-8192,-10 0 9523,-9-8 0,4 6 0,1-6 0</inkml:trace>
  <inkml:trace contextRef="#ctx0" brushRef="#br0" timeOffset="18160">20047 5067 18328,'10'-34'0,"-1"0"0,6-20 0</inkml:trace>
  <inkml:trace contextRef="#ctx0" brushRef="#br0" timeOffset="60778">10376 9200 17689,'0'-38'2846,"0"9"-2476,0 28-415,0 1 78,10 20 12,4 3-34,11 22 17,-6-17 0,1-1-16,8 13-12,6 5 11,-15-24-11,-5-6 34,0-6-23,0-5-11,6-2 146,9-7 11,14-12-107,-13 2 0,2-3-595,6-8 1,1-4 566,7-5 1,1-2-20,-13 9 1,0-1 0,0 0-474,2-2 0,0 0 1,0 0 472,0-1 1,0 1 0,0 0 7,-1 3 0,-1 0 0,1 1-7,2-1 0,0 1 0,-2 2-4,-1 1 0,-2 3 0,1 0 0,-5 4-45,-11 8-90,-6 6 1,-6 1-203,1 2 271,-2 0-1805,3 1 403,3 5 1468,-1 4 0,-2-2 0,-5-1 0</inkml:trace>
  <inkml:trace contextRef="#ctx0" brushRef="#br0" timeOffset="85813">2738 10758 9185,'6'4'1041,"0"-2"-480,-6-2-203,0 0 270,-10 0-157,0 0-292,-6 0-56,3 0-56,5 0 180,-3 0-23,4 1 0,0-1 168,2 1-56,0-1 11,1 0-156,0 1 190,0-1 45,1 1-168,1-1 380,1 0-638,5 0 56,6 0 11,9 0 12,7-1-12,6-3 12,2-1-34,3-4-45,1 2 28,-8 1 0,0 1-28,16-4 0,-8 2 0,0 0 78,2 0-56,10-1-22,-22 4 0,-1 1 56,12 1-56,-8 1 12,10 0-1,-13 1-11,2 0 0,-1 0 0,0 2 67,-2 1-67,11 6 0,-10-3 34,9 3-23,-5-1-11,-9-2 45,7 2-23,-11-3-22,0-1 45,2 0-23,-2 0-11,4-1-11,-1 1 56,4-2-22,1 1-34,2-2 34,0 0-23,1 0 56,10 0-67,-12 1 0,6-1 45,-14 0-34,0 0 11,1-1 12,10 1 33,-5-1 0,9 0 45,9 0-112,-7-2 23,15 0-12,-13-2 0,-1 0 0,-1 2-11,-4 0-56,8 2 56,-2 0 34,8 0-12,1 0-10,-7 0-35,1 0 102,-8 0-147,4 0 113,1 0-45,3 0 11,0 0-11,-1 0 12,15 0-1,-16 0 11,-6 0 1,1 0 21,19 0-44,1 1 6,-23 0 0,-3-1-6,5 2 0,8 0 0,-13-1 56,1 0-11,17-1 34,9 0-23,0 0-51,-19 0 1,-2 0-6,8 0 22,8 0-22,-17 0 23,-6 0 44,2 0-67,-4 0 101,-1 0-68,1 0 90,-2 0-67,3-2 56,3-3-22,17-5-23,-8 1-67,11-1-11,-19 3 11,-4 3 34,-5-1-34,-2 2 22,-3 0 56,2 0-78,0 0-22,16-3 44,-6 1-10,11-1-12,-9 1 56,17-2-56,-8 2-12,14-3 23,-23 4 1,-2 0-12,18-1 0,11-1 11,-8 4-11,-8 0 34,4 2-34,-17-1-23,-6 0 57,5-2-12,14-3-5,-12 3 0,1 0-17,25-3 0,-1 3-34,4 2 101,-15 1-134,13 0 78,-19 0-11,-1 0 56,1 0-56,-3 0 23,15 0-23,-13 0 0,11 0 11,2 0-11,-14 0-11,12 0-12,-22 0 12,-2 0 22,-8-1-22,-4 1 34,-6-1-12,-2 1 56,-3-1-985,0 1-1570,-2 4-3339,-9 4 5827,-12-1 0,8-1 0,-5-6 0</inkml:trace>
  <inkml:trace contextRef="#ctx0" brushRef="#br0" timeOffset="102721">19446 8422 16770,'2'-8'426,"0"2"-359,-2 6 359,0 0-145,33 72-560,-24-40 0,1 4 441,2 8 1,3 9-1,-1 3 1,-2-5-763,-4-2 1,-2-3 0,0 3 643,0-1 1,0 2 0,-1 1 0,-1-5-38,-1 0 1,-2-3-1,0-2-280,1 18 1,-1-3 283,-1-9 0,0-2-11,0-8 0,0-1 17,0-4 0,0-3-6,0 5 615,0-7-424,-1-22 1975,-3-3-2154,-5-4 971,-5-17-933,3-13 1,2-6-40,1 2 1,3-4-151,-3-16 0,3-5 288,4 12 1,2-1-1,2 2-691,3-7 1,2 1 526,-1 8 0,0-2 1,4 6-1462,5 2 0,3 4 1425,-1 5 1,2 2-129,20-14 124,-1 14-91,-4 16 231,-3 7-96,-4 20 0,-6 10 804,-8 22-659,-11-3 1,-5 3-73,-5-10 0,-2 0 1143,-4 14 1,-4-3-1200,-2-15 0,-2-4-17,-2 0 0,0-3-68,1-2 1,0-3-1121,-16 12-1041,7-9-1524,11-11 3753,11-5 0,5-6 0,4-1 0</inkml:trace>
  <inkml:trace contextRef="#ctx0" brushRef="#br0" timeOffset="103169">20045 8871 22260,'0'-15'292,"0"34"-292,0 18-40,0-4 1,0 2-252,3 22-740,6-23 1,3-1 189,9 7 68,18-3 236,-6-29 323,1-8 214,0-17 134,-5-9 192,-1-19 525,-13 6 1,-2-2-141,-4 10 1,-2-2 167,2-18 1,-3 1 151,-3-6-471,-2 5-504,-1 29-56,0 18-168,0 4-45,0 8 180,0 13-108,3 10 1,1 6-448,1-6 0,0 1-387,2 13 0,3 0-2146,2-4 1,3-3 3120,15 11 0,-8-4 0,-5-33 0</inkml:trace>
  <inkml:trace contextRef="#ctx0" brushRef="#br0" timeOffset="103590">20749 8594 23538,'-8'32'-8,"-1"-1"1,2 2 0,1 1-10,5 1 0,4 0-45,0 0 1,3 0-668,5 6 1,2-1-2677,10 13 2609,-8-23 1,1-4-251,5-6-176,3-11 728,2-16 371,3-16 123,2-18 347,-17 14 1,0-4 705,2-18 0,-2-2-1135,-5 10 1,-3 0 686,3-12 1,-3 2 49,-5 19 1,-1 3 2106,-4-23-1731,-2 26-773,0 8-247,-1 28 11,4 18-11,0 21-11,1-16 0,2 3-383,-1 2 1,1 0 337,1-1 1,2 2 234,4 8 1,2-1-1082,-1-14 0,0-1-325,2 7 1,3-2-8006,14 10 9221,-2-22 0,-3-2 0,-9-21 0</inkml:trace>
  <inkml:trace contextRef="#ctx0" brushRef="#br0" timeOffset="103930">21716 8663 22350,'37'-14'18,"0"0"1,-1 7 0,-5 10-19,-12 24 0,-6 9-350,3 1 1,-2 2 248,0-1 0,-1 1-291,3 10 1,-2-2 295,-5-15 1,0-3 84,0 4 0,1-6 220,-3-13 139,8-22 83,2-20 174,10-24-403,-15 20 0,0-1-301,-1-3 0,-2 0 172,-1 0 0,-2 0-73,-2 3 0,-1 0 0,0-25 183,-3 13-1214,-4 12-1983,-2 16-1759,-5 10 4773,-1 20 0,5-9 0,3 8 0</inkml:trace>
  <inkml:trace contextRef="#ctx0" brushRef="#br0" timeOffset="104332">22594 8518 17913,'14'-38'913,"0"0"0,0 0 1,4-10-1,-10 8-812,-19 19-101,-12 14 0,-6 17 33,-3 6-33,-1 15 0,2 5-112,9 3 12,10 1 32,8-3 68,22-3-56,12-7-89,22-5 72,-21-13 0,1 0-23,0-2 1,2 0-12,2 2 1,-1 1 106,4 5 135,-5 8 1187,-66 19-716,-6-5-455,3-10 0,-4-1-275,6-7 0,1-2 124,2-3 0,1 0-79,-19 7-1254,17-10-2701,12-4-4694,11-6 8728,6-12 0,2 8 0,0-9 0</inkml:trace>
  <inkml:trace contextRef="#ctx0" brushRef="#br0" timeOffset="105059">20314 10395 23370,'6'-47'1109,"0"24"-1019,-2 54-12,4 17 1,2 7-79,-3-11 0,0 1-693,1-3 0,0 4 1,-1-4 669,0-2 1,-1-2-425,-2 4 1,0-4-58,0 9-179,-2-5-639,-6-32 682,-4-18 551,-12-45 89,12 24 0,2-2 285,-2-18 0,2-2-140,2 6 1,4-3 33,4 1 1,2-5-1,4-1-22,3-1 0,4-1 0,1 0-255,0 1 0,0 0 1,4 3 141,1 5 1,3 3 0,1 6-45,1 6 0,0 6-22,19-9-124,-4 20 146,-24 28 303,-3 24-180,-18-7 1,-5 4 16,-2 6 0,-4 1-17,-5 3 1,-3-2-63,-5 0 1,-2-1 535,0-6 1,-4-2-716,-8 6 1,0-5-4522,-2 1 135,-5 0 4504,45-40 0,2 3 0,2-5 0</inkml:trace>
  <inkml:trace contextRef="#ctx0" brushRef="#br0" timeOffset="105434">20823 10054 23695,'6'-7'-67,"-2"16"89,-3 26 0,-2 8-22,2-9 0,1 1-562,1 13 0,2 0 215,8 10-886,7-14-78,5-13 745,6-15 387,7-7 179,5-17 34,2-11 749,-2-13 898,-6-14-1110,-22 20 1,-2-2 123,5-27 61,-10-2-420,-5 9-179,-5 8-146,-5 9-11,-3 10 450,-2 6-1671,4 7-692,3 4-4575,8 16 661,10 1 5827,9 8 0,-8-10 0,0-5 0</inkml:trace>
  <inkml:trace contextRef="#ctx0" brushRef="#br0" timeOffset="105797">21607 9868 21380,'-41'-8'186,"0"0"1,4 1 0,5 7-131,9 28 259,6 20-327,11-19 0,5 2-33,13 7 1,6 0-57,-1-8 0,4-3-824,13 0 0,4-5 661,-5-10 1,-1-2 263,0-1 0,-2 0 343,17 4-175,-19-3 2406,-30 8-1734,-24-2-302,-26 10-353,21-15 0,-3-2-56,-8 2 0,0-3-185,-15 2-438,8-4 107,38-9-2223,25-15-1861,15-14 67,-6 6 1,1-3 4216,7-4 0,-2 1 0,6-9 0,-6 8 1</inkml:trace>
  <inkml:trace contextRef="#ctx0" brushRef="#br0" timeOffset="106216">21950 9443 24950,'-29'-27'-34,"8"22"79,28 56-45,-2-18 0,1 1-989,2 5 1,-1 1 988,1 0 0,-2 1 0,1-3 0,-2 1-180,1 8 0,-2-2 107,0-13 0,-1-2-11,-1 5 0,0-4-196,2-4 585,0-11-440,3-9 34,11-9 202,2-12 79,11-9 89,0-10 488,-9 11 1,0 2-624,10-5-44,4 1 718,-14 21-729,3 14-35,1 11 1,2 3-40,-4-3 1,0 1-12,12 10 1,0-2-18,-9-13 1,1-5-224,10-9 0,0-6-124,17-19-205,-21 1 0,-4-4-327,-12-2 0,-5-3-1198,-3 0 0,-3-1-1475,-2-1 1,-1-1 3574,-3-2 0,-1 2 0,0-5 0,0 5 0</inkml:trace>
  <inkml:trace contextRef="#ctx0" brushRef="#br0" timeOffset="107162">22921 10606 17935,'11'-35'1838,"0"1"0,-1-22-1424,-32 51-134,-18 2-101,11 6 1,-2 2-357,-4 4 0,0 1 373,-2 5 0,2 2-90,1 3 1,2 1-90,5-1 0,4 0-17,-9 19-135,16-4 101,40 0 1,14-1 10,-12-13 1,3-1-1,6 2 1,5 1 0,1-3-40,16 0 1,-3-3 61,-16-4 0,-1-1 5,5 2 1,-5 0 84,-11-1 353,-13-3-63,-11-1 181,-17 2-370,-10 5-147,-20 3-44,-6-1 0,0-3-1826,1-6-1423,22-7-1334,6-15 4686,23-12 1,0 5 0,2 1 0</inkml:trace>
  <inkml:trace contextRef="#ctx0" brushRef="#br0" timeOffset="107393">23312 10217 18313,'-7'49'-45,"-1"0"0,1-1 0,1-2 0,0-2 1,1 0-27,4 17 0,1-3-1128,0-16 0,0-2-224,0 9 1,0-4-492,0-2-2041,0-14-511,0-14 4466,0-8 0,0-6 0,0-1 0</inkml:trace>
  <inkml:trace contextRef="#ctx0" brushRef="#br0" timeOffset="109083">23252 10804 19661,'-12'-38'937,"1"0"1,0 3-1,3 5-589,8 6-258,14 0-12,10 1 1,16 1-79,11 8-101,-1 6-56,-2 7 11,-8 13 22,-14 8-88,-10 12-192,-12 16 382,-14-14 11,-4 5 145,-11-23-67,8-8 180,-2-6-247,13-10 0,1-7-45,4-7-78,5-5 123,9-2-79,27-16 79,-1 12 22,-12 12 1,1 1-23,11-4 112,6-3-45,-18 10 57,1 2 156,-22 11 68,-3 4-80,-3 0-301,-16 29 22,1-1 16,2 0 1,-1 1-17,-7 21-346,5-2 357,4-5-67,4-9-22,3-10-113,3-10 168,2-8-100,0-16 235,17-29 112,-2-2-146,-1 13 0,1-1 446,15-14-547,-7 20 12,0 2-23,-7 19 34,-4 3-146,16 11-190,-3-2-236,11 6-201,-9-10 22,2-3 302,-2-15 639,-4-17 1,-2-11-612,-8 4 0,-3-5 0,0 0 689,1 1 1,1-1-1,-3 0-74,-2-4 0,-2-2 0,-2 6-4,-2 3 1,-1 3 178,0-4 1,1 3-101,-1-7-247,0 10-11,0 29-191,0 24 191,0 13-73,3 17 1,1 7 1079,0-14 1,0 2-1333,1-5 0,0 3 0,1-2-1412,2 8 1,0-4 957,-3-15 0,0-1-834,3 29 1288,-7-37 325,-2-11 213,-6-5 527,-5-4 582,-8-1 1089,-4 0-1357,-5 0-23,-3-1-337,-3 0-66,2 1 320,5 0-713,10 0-235,8 0-45,6-1-190,4-1 123,11-2 112,10-2-51,10-3 1,4-1-85,-6 1 1,0 0-46,12-5 1,1-1-163,-3-4 1,-3-3 313,-4 0 0,-1-2 67,-1 2 1,-4-1 94,5-17 224,-23 16 1,-6 3 0,-4 0-146,-6 2-135,-3 4-33,-7 6-101,-4 5-23,8 3 1,-1 6-79,12 22 112,1-1-269,2 16-33,5-16-235,3-5-203,5-7-504,11-8 1065,-4-6 213,8-11 11,-4-8 45,1-9 134,1-2 57,0 1 268,-3 6 112,-1 6-111,-5 9-91,-2 4-156,-3 5-23,0 18 45,-2 14-174,-4-5 1,-1 6-21,-2 4 0,0 4 0,-2-1-47,3 8 0,-3 2-28,-2 3 0,-2 5 1,-2-6-270,-1-8 0,-3-4 280,-2 9 1,-4-4-23,-13-1 56,-2-13-146,11-16-436,4-15-169,12-25 403,2-20 286,9-7 1,2-5 5,-1 10 0,1-1-561,1 3 1,2-2-1,0 2 611,3-7 1,1 2 66,0 1 1,1-1 146,4-7 1,-2 3-153,-6 20 0,-1 1-17,1 0 1,-2 6-29,-5 14-123,-5 9-67,0 3 78,3 5 1792,4 3-1926,5 7 123,5-1-694,3-5-438,21-10 1188,-10-13 39,-4-4 0,-1-3 443,2-15 269,2-8-46,-17 19-144,-6 8 245,-4 6-682,-2 6-113,-2 23 202,-2 22-94,-1-1 1,-2 9 0,0-1-248,1 10 1,0 4 112,0-11 1,-1 5 0,1 1 0,0-4-35,2-4 1,0-4-1,0 0-186,0 0 0,0-1 0,-1-5-673,1-2 1,-2-11-2343,-6-17-2576,-7-30 5826,-9-14 0,10 11 0,-1 3 0</inkml:trace>
  <inkml:trace contextRef="#ctx0" brushRef="#br0" timeOffset="170628">5371 11889 10585,'-6'-7'1008,"2"2"-738,4 5-13,0 0 863,-3-3-324,2 1-23,-1-3-55,1 3 32,-1 1-268,-1-1 325,-2 2-516,2-1 180,1 1-471,19 0 45,15-1-40,-3 0 1,5-1 11,6 0 0,4-1-1708,9 0 1,3 0 1701,-13 0 0,2 0 0,0 0 7,6 0 1,0 0 0,2 0-357,4-1 1,2 0-1,0 0 327,-13 1 0,0 0 0,1-1 0,-1 1 8,0 0 0,0-1 0,-1 1 0,0 0-1,11-1 1,0 0-1,-2 0 7,-7 1 1,-1 0 0,-3 0-10,9 0 1,-5 1 11,-9 0 0,-5 2 274,-2-1 516,-12 1 492,-18 0 1138,-1 0-4331,6-1 189,4 5 1716,4 5 0,-4-2 0,-4 2 0</inkml:trace>
  <inkml:trace contextRef="#ctx0" brushRef="#br0" timeOffset="179803">2686 14348 9935,'-46'2'1647,"2"1"-1490,34 0-56,-6 1-89,2 1 10,-2 1-22,0-1 157,2 2 145,4-4 314,2 0 225,4-2 55,2-1 2645,1 0-3541,5 2 84,22 2 0,9 0-39,17 4-441,0-1 1,3-1 417,-12-2 1,-1 1 10,4 0 1,3 0-27,-1-1 1,4 0 0,-3 0 3,9 0 0,1 0-529,-8-1 1,3 0-1,-4-1 523,4 1 1,-2-1 16,0 0 1,0-1-412,-2 0 1,0 0 399,-1 0 0,-1 0 6,-1-1 0,0 0-17,0 0 0,0 0 11,1 0 0,1 0 17,2 0 0,0 0-34,1-1 1,3 0 5,-3 1 0,5 0 0,-3 0 11,-12-1 0,-2 0 1,1 1-27,11 0 0,3 0 0,-3 0 3,-7 0 1,-2 0 0,-3 0 39,5 0 0,-1 0 8,16-1 1,-2 0 747,-1-1 135,-8 0 101,-30 0 263,-17 2-856,-2 0-711,2 0-4635,-1 1 5172,1 4 1,-1-2-1,-1 2 1</inkml:trace>
  <inkml:trace contextRef="#ctx0" brushRef="#br0" timeOffset="184485">7498 14965 15014,'-7'40'485,"-1"0"1,0-3 0,2-4 637,5-11-653,-2 0 528,-2 4-728,2-6-100,-1-2-159,3-10 406,1-7 423,0-1-302,0-7-224,7-10-124,8-14 68,12-15-157,-9 20 0,1-2-219,2-3 0,1-1 264,3-2 0,0 1-526,3-1 0,1 1 447,1 1 0,1 1-6,0 2 1,1 1-45,-1 5 0,-1 2-17,-4 3 0,0 3-112,18-5 63,-12 11 49,-4 5 67,3 49-11,-10 4-12,-8-3 1,-4 7-128,-6-8 0,-1 2 0,-2-2 72,-3 7 0,-1 0-12,1-9 1,-1 1 0,-1-4-180,-4-4 1,0-4-148,-9 22-1074,2-14-29,6-12-1271,4-16 2298,5-23-12,9-21 459,2-17 1,2-6-217,0 8 1,1 0 267,-1 2 1,0-2 0,0 3 98,1-6 1,0 4 173,0 3 1,0 2 33,-1 5 0,0 2 359,9-20-382,-3 15 176,-4 11 318,-6 11-124,-5 9-471,-2 5-21,-1 14 156,0 9 776,0 16-955,1 10-1843,4-6 1,0 1 1629,-1-9 0,1 0 22,3 11 1,1-1-130,4 11 40,-1-8 11,0-9-112,-1-11-56,2-11 51,17-7 84,15-39 83,-13 2 0,1-5 56,-4-2 1,-2-4-34,1-6 0,-3 1 89,-10 13 0,-1 2-11,-2 2 0,-1 1 219,3-18 560,-6 14-482,-6 16-190,-2 8-202,0 10 3270,-3 47-3281,0 5-6,1-6 0,0 5-560,3-12 1,1 2 0,1-3 323,4 5 1,2-1-151,3 7 0,4-5-810,20-8 1000,6-20-209,0-12 422,0-22-29,-5-13 90,-19 5 1,-3-4-349,-3-21 0,-3-2 595,-3 12 0,-3 0-157,-6-13 1,-6 2 238,-3 19 0,-4 4-351,-5 3 1,-5 3-24,-10 1 1,-2 4-134,-17-1-23,22 9 0,3 5-2067,2 8-1029,14 8-2277,12 6 6314,22 2 0,-11-8 0,9-6 1</inkml:trace>
  <inkml:trace contextRef="#ctx0" brushRef="#br0" timeOffset="184750">10075 14520 18049,'18'54'108,"-1"1"1,-1-4-1,-4 0-1551,-9 2 1,-4-1-1169,2-13 0,-1-1 2611,-1 8 0,0-5 0,0-9 0,-2-14 0</inkml:trace>
  <inkml:trace contextRef="#ctx0" brushRef="#br0" timeOffset="184870">10109 14358 11672,'0'0'0</inkml:trace>
  <inkml:trace contextRef="#ctx0" brushRef="#br0" timeOffset="185416">10344 14456 19179,'1'56'208,"-1"0"1,1 0-1,0-5 1,-1-2-1,1-4-169,-1-2 1,0-5-29,1 16-22,0 5 44,2-30 180,0-14 303,0-9 122,2-22-414,1-14 112,4-17 281,4-7-287,-2 19 1,2 2-297,5-9-34,7 2-101,2 32 67,11 34 23,3 2-253,-19-2 1,-1 2 106,10 13-471,5-3 393,-10-19 280,16-22 145,-16-24-190,-9 2 0,0-3 123,-3-4 1,-3-2 72,1-4 0,-1-2-361,0-3 1,-2-1 438,-1-4 1,-1 0 50,-1 1 0,-1-1-157,0 4 0,-1 1 0,-2 7 0,0 3 34,-1-13-157,-1 22 238,-1 26-317,0 26 23,0 26-206,0-17 1,0 6-1,0-2-1483,1 7 0,0 1 758,0-6 1,0 3 0,0-4-1580,1 0 0,0-3 2639,-1-2 1,1-3 0,-2 5 0,0-13 0</inkml:trace>
  <inkml:trace contextRef="#ctx0" brushRef="#br0" timeOffset="186357">10775 14789 22978,'47'-32'-531,"1"0"1,1-1 0,2 2 193,0 7 1,-2 2 112,-6 0 0,-4-1 196,-13 0 0,-4 0 174,4-12 156,-2-8 169,-20 17 403,-2 4-45,-4 3-213,-5 5-156,-3 5-258,-4 4-57,3 4-145,1 1-56,-2 28-33,4 7 89,3-4 0,2 4-57,4 11 1,3 0 5,1-12 1,2-1 16,1 7 1,5-4-224,21 3-23,-6-19 212,5-6 46,-8-12-12,-1-5-22,3-9 56,-1-8 28,-8-6 0,1-4 11,1-2 1,-1-2-1,3-3 0,0 0-28,6-14-22,-10 26-34,-14 20-22,-2 4-112,-2 5 179,1 12 112,1 12-101,2 18 34,0 5-45,1 5-3381,-2-7 3348,-1-5 44,-1-9-11,-1-8 0,0-8-11,0-9-23,0-5-56,1-4 3460,3-11-3370,14-33 56,-2 10 0,1-2-23,1 0 1,0 0-29,0 2 1,2 5-118,13 6 112,-9 12-22,7 16 22,-6 12-56,11 28-78,-9-10-169,7 7-414,-10-26 593,-5-8 124,1-19 22,-5-15 1,-2-6 66,-3 0 1,0-2-238,5-17 1,-1-3 214,-4 6 0,-2 1-461,0-3 0,0 0 613,-1-3 0,-1 0 66,-2 2 1,-1-1 140,0-9 0,-1 3-242,-2 20 1,0 3 39,1-4 0,-2 7 146,-1 16-370,1 9 0,-2 9-101,-1 53 101,2-27 0,1 3-68,-1 23 1,0 3 39,1-8 0,1-1-123,2-1 0,0 0-555,2-5 0,1-1-785,1-3 1,2-3-611,-1-4 1,1 0 2297,-2 0 0,-1-2 0,1 0 0,-4-3 0</inkml:trace>
  <inkml:trace contextRef="#ctx0" brushRef="#br0" timeOffset="186593">12076 14600 18661,'2'-41'672,"-1"0"0,4 1 0,4 3-381,25-11-111,-12 24 0,1 1-52,2 2 1,1 1 84,23-12-135,-3 11-78,-5 10 643,-5 13-722,-4 18-33,-4 14-1411,-6 18 211,-14-23 1,-2 2 1311,-2 14 0,-2-1 0,0-2 0,-4 12 0</inkml:trace>
  <inkml:trace contextRef="#ctx0" brushRef="#br0" timeOffset="186723">12612 14215 15723,'-33'10'-1129,"0"-1"0,-16 0 0,43 3 1</inkml:trace>
  <inkml:trace contextRef="#ctx0" brushRef="#br0" timeOffset="187577">12866 14195 19908,'0'-4'3384,"0"0"-2533,0 4-851,0 9 135,4 7-68,5 14-67,7 7-34,9 4 12,5-2-157,8-5-474,5-8 250,4-8 22,1-9-22,-3-5 234,-7-6 259,4-34 280,-22-11-197,-8 3 1,-5-2-23,-8 10 1,-4 1-96,0-3 0,-1 3 190,-13-14-168,-3 9-78,-5 10-33,-25 13-23,8 12 197,14 9 0,0 7-219,2 13 0,4 4 44,7-2 0,3 1-146,-2 11 0,4 1 35,7 17-91,12-5-88,10-8 20,10-9-20,12-11 301,-9-15 1,1-4 44,17-3 23,-16-6 0,-1-4 56,14-16-497,0-12 441,-22 17 0,1-2 112,8-12 0,1-1 84,0 2 0,-1 0-129,-1 1 0,-1 1-6,-3 6 0,-4 5-106,-4 8 0,-3 8 146,-11 22 279,-3 13-313,-1 6 1,-1 3-113,0 20-146,0-20 1,0-2 78,0 3 463,0-8-475,3-16 79,1-5 68,8-20-1,6-10-45,2-8 1,2-1 89,12-15-18,-12 15 0,-2 2 40,-1 4 157,-7 11 68,-3 17-113,1 13-167,4 15-68,5 7 1,5-2-24,7-7 1,9-12-34,12-11-443,-7-20 1,2-8-72,-10 6 1,-2-6-2719,2-9 0,0-6 0,-5 0 2409,-8-3 0,-5 0 1,2 2-1,-4 3 1,-11-3-1</inkml:trace>
  <inkml:trace contextRef="#ctx0" brushRef="#br0" timeOffset="188625">15090 14251 20630,'45'-10'194,"-1"0"0,-4-8 1,-4-7-72,-5-15 0,-7-4-623,-5 1 0,-5-1 617,-4-8 1,-3-1 5,-2 9 1,-1 2 49,-2-2 1,-1 0-12,1 2 1,-1 0 248,-1-3 0,-1 3-97,-2-7 267,-2 7-738,-4 99 146,6-24 0,1 3-457,0 6 0,0 6 1,1-1 429,1-4 1,1 0 0,1-1-102,2 1 1,1 0 0,1-2-452,3 18 1,2-1-1193,0-17 1,2 0-1,-1-4-1788,0 0 0,-1-2 3570,0-3 0,-1-6 0,-6-12 0,-4-14 0</inkml:trace>
  <inkml:trace contextRef="#ctx0" brushRef="#br0" timeOffset="189068">15237 14005 15502,'-35'-21'1979,"1"0"1,1 2 0,5 4-1297,12 11 297,3 2-1070,11 2 365,24 0-275,10 0 33,-2 0 1,4 0-17,2 0 0,1 0-12,5-1 1,0-1-137,0-1 0,-1 0 125,-4-1 0,1-1 160,3-1 1,-2 0-188,10-1 33,-8 0 33,-30 6-33,-15 16 17,-6 10 0,-3 6-29,2-2 1,0 1-418,-8 14 0,1 1 423,6-13 1,2-1-74,-3 20 209,6-10-701,16-13-68,13-14 258,21-7 241,-14-10 0,1-4 123,4-1 1,0-5 83,11-13 0,-2-5-57,-14 7 1,-3-1 157,3-8 0,-6 0 459,-12-11-291,-20 5-308,-14 19 0,-5 3-72,-22-2-1204,10 8 1,-1 6 294,-12 10-5523,14 27 6476,48 8 0,-10-3 0,31-9 0</inkml:trace>
  <inkml:trace contextRef="#ctx0" brushRef="#br0" timeOffset="189677">17162 13610 23202,'-15'30'190,"3"26"-173,8-3 0,2 7-1232,2-16 1,1 2 0,1 1 1214,2 2 0,2 2 0,1 0 0,1 1 0,1 0 0,0 0-15,2-2 0,0 0 1,-1 0-151,-1-5 0,-1 1 0,-1-3 25,2 16 0,-5-3 100,-6-10 1,-8-3 229,-16-3 0,-7-7-134,5-13 0,-4-5-6,-13 1 0,-2-8 28,14-13 1,3-7-68,0-3 1,2-4-12,2-9 0,3-5 16,3-5 1,5-7-14,5-4 1,3-7 0,3 1-4,2 11 0,2 1 0,1-2-224,2 1 0,1-4 0,1 2 0,3 2 224,2 1 0,3 2 0,3 0 18,9-10 1,5-2 0,0 4-16,-7 12 1,0 2 0,3 0 24,3-2 0,5-2 0,0 2 0,-2 5 339,6-2 1,0 4-312,9-6 0,0 5 144,-10 16 1,-3 4-234,12-2 466,2 18-433,-19 43-45,-9 2-22,-8-11 0,0 0-807,4 14 937,1-6-1251,2-12 1551,5-10-621,6-13 1013,3-7-184,16-26 1177,-19-1-190,0-24-774,-26 1 12,-22-5-337,-11-1-729,6 25 1,-3 1 269,-1 2 0,-1 1-17,-1 3 1,1 2-63,-23-8-749,7 12-2904,10 7-4515,9 12 8247,11-1 0,7 2 0,7-3 0</inkml:trace>
  <inkml:trace contextRef="#ctx0" brushRef="#br0" timeOffset="190704">19225 12764 23047,'-5'55'72,"-1"1"0,1-1 0,-1 1 0,1-1 0,0 1 0,-1-1 1,3-1-1,-1 4 0,1 2 0,0 2 0,0 0 0,0 0 0,1-2 1,0-2-1,1-4 0,-1-5-1415,2 9 1,0-6-1,1-3 1,-1 1-1,0 3 1000,1-1 1,-1 3-1,1 3 1,0-1-1,-2-2 1,-1-5-1,-3-9-1713,-7 27 0,-10-22 1479,-5-33 0,-5-11 577,0-4 0,1-8 482,-5-13 0,3-9 287,10-3 1,1-5-1,2-2 82,-1-4 1,1-2-1,2-2-873,3 6 1,2-2-1,0 0 1,2 3 99,-1-5 0,1 2 1,5 2-12,8-13 0,9 7-263,3 18 0,7 4 196,9-2 0,6 4 22,5-1 1,7 2-42,3 2 1,5-1-1,-2 3 11,-11 4 1,-1 1 0,1 1-160,13-5 0,2-1 0,-5 3 167,-2 1 0,-4 1 0,-6 1 0,-4 1 235,-5 1 1,-5 1 693,1-3 1662,-11 4-2356,-58 17-291,17 18 0,-1 7 50,-8-4 1,0 3 5,3 17 0,6 4-84,9-2 0,3-2 289,5-10 1,1-2-279,0 0 0,2-4 3222,4-4-3059,14-20 128,0-15-61,14-9-67,-1-15-57,3-15-33,-14 19 0,1-2 39,8-17 1,2-2-35,-8 14 1,2 1-40,9-17 1,3 6-394,7 13 293,-3 20 134,-19 56 0,-8 18 5,-5-25 1,-2 2-838,0 7 0,0 4 0,-2-6 837,-3-11 1,-1-4-6,-1 16 0,-5-14 762,3-15-549,2-19-112,3-20-62,12-13 0,5-5-17,-4 7 1,2-1 1082,9-15 0,5-1-1251,2 4 1,2 4-600,-9 11 0,1 2 745,12-10 0,-2 6 0,-10 11 0,2 5 0</inkml:trace>
  <inkml:trace contextRef="#ctx0" brushRef="#br0" timeOffset="191003">21100 12788 24629,'13'41'92,"0"0"0,-1 0 0,0-1 0,-1 0 0,-3-1-81,-4 10 0,-4-2-780,2 1 0,-1-2 656,0-1 1,0 0-1681,0 8 0,-1-2-248,1-16 0,-1-1 2041,0 6 0,0-5 0,0-13 0,0-6 0</inkml:trace>
  <inkml:trace contextRef="#ctx0" brushRef="#br0" timeOffset="191461">21746 12816 23023,'13'48'57,"0"0"1,0-1-1,1 1 1,-3-1 0,1-1-1,-2-1 1,-3-2-99,-2 0 0,-2-3 0,-2-1-693,1 18 0,-1-8-73,0-10-963,-13-18 1786,-2-52 1,-1-23 177,6 17 1,2-1-1,0-5-255,-1-6 0,0-5 0,2-2 0,4 2 257,4 1 0,4 1 0,3-1 1,0 2-63,1 1 0,1 1 1,2 1-1,5 3-81,5 1 0,5 3 1,1 2-1,0 4-31,9-10 1,4 9 118,16 7 1,-3 22-92,-27 40 1,-8 11-45,-5-15 0,-6 2 10,-9 25 1,-17 0-2,-9-25 0,-9-4 0,-4-3-1484,-10 4 1,-5-3-1,1-2-1808,5-2 0,0-1 0,2-3 2762,2-2 0,1-2 1,7-5-1,-4-4 1,37-6-1</inkml:trace>
  <inkml:trace contextRef="#ctx0" brushRef="#br0" timeOffset="191855">22578 12623 22126,'-16'48'179,"-1"1"0,1-1 1,0 0-1,3-5 1,3-3-1,-1 2-183,-5 13 0,1 1 1,7-3-48,15-2 1,8-5-332,-3-14 0,4-3 292,10 4 1,4-7 77,-1-16 1,2-5 5,1-5 1,2-3-328,2-6 1,-1-4 388,1-4 0,-1-3 62,-1-6 0,-3-4-18,-2-2 1,-4-3 151,-4-1 0,-3-2 45,-4 0 0,-4-3 196,-4-14 0,-4 0-415,-5 17 1,-5-1-7,-13-15 1,-7 4-73,3 27 0,-3 4-45,-11-3 1,-2 4-52,8 10 1,0 4-863,1 0 0,-1 3-1950,1 4 1,0 3 2907,1-1 0,3 1 0,-5 5 0,9-2 0</inkml:trace>
  <inkml:trace contextRef="#ctx0" brushRef="#br0" timeOffset="192516">20978 12685 19280,'12'-2'3193,"5"0"-2654,14 0-360,1 0 0,2-1-179,24-4-633,-4 0 0,1 1-1524,-23 2 0,-1 0 2074,11-1 1,-5-1-1,-9 4 1,-8-2-1</inkml:trace>
  <inkml:trace contextRef="#ctx0" brushRef="#br0" timeOffset="192879">20406 13862 19897,'22'52'2643,"21"-16"-2559,-1-37 1,6-10-1281,3 2 0,0-1 1151,0-3 1,0-1-494,-3 0 0,-1-1-1737,-2-1 0,-1-1 2275,-2-2 0,-4 0 0,7-2 0,-11 2 0</inkml:trace>
  <inkml:trace contextRef="#ctx0" brushRef="#br0" timeOffset="193969">17100 13505 6977,'0'0'0</inkml:trace>
  <inkml:trace contextRef="#ctx0" brushRef="#br0" timeOffset="195144">2615 14971 21499,'33'-31'224,"0"0"0,0-1 0,0 1 0,1-2 0,-2 2 1,6 3-539,3 4 0,6 1 0,0 3 0,-6 3-1660,0 3 1,-1 2 253,16-7 0,-8 10-4118,-28 22 5935,-17 5 0,-5-2 0,-6 0 0</inkml:trace>
  <inkml:trace contextRef="#ctx0" brushRef="#br0" timeOffset="195560">2896 14897 18216,'-41'27'56,"0"-1"0,2 2 0,4 2 0,11 0 0,3 2 11,2-2 0,1-1-55,-8 21-12,8-10-23,11-8 23,4-8-11,18-6 22,11-5 0,24-4-302,-19-5 1,2 0 301,5 0 0,0 1 0,1 0 1,0 2-29,6 6 0,-3 2 17,11 10 129,-26 0 0,-6 2 184,-15 8 408,-20 13 119,-15-10-577,7-19 1,-4-2-119,-1 1 1,-1-2-84,0-2 0,1-1-62,-22 6-56,10-6-101,11-5-1434,12-4-2074,9-3-3797,4-2 7462,6-12 0,-2 9 0,3-9 0</inkml:trace>
  <inkml:trace contextRef="#ctx0" brushRef="#br0" timeOffset="195948">3237 14957 18877,'-15'9'672,"-2"19"-734,8 3 1,2 7-637,1 2 1,3 6 0,1-2 674,3 6 1,5 2-486,5 1 0,6 4 0,3-8-69,4-10 0,5-7 297,11 7 0,4-8 131,1-18 0,-2-9 194,14-10 373,-25 2 0,-5-5 390,-12-16 1993,-24-9-1804,-36 5-795,-2 3-174,13 18 0,-1 3-106,-23 10-483,21 9-1532,5 12-3162,25 7 5255,22-2 0,-11-12 0,11-8 0</inkml:trace>
  <inkml:trace contextRef="#ctx0" brushRef="#br0" timeOffset="196441">3977 15234 17308,'10'-50'26,"-1"0"0,0 2 0,-3 6 8,-1 2 0,-3-2-1,-1 0 102,-5 4 10,-6 3 46,-9 5 123,-19-3-213,5 15-56,-10 1-23,13 15-22,1 7 0,3 9 56,2 11-45,13 13 0,6 4 12,10 14-23,2-10 0,9-1 39,27-8 0,8-6-668,-11-4 0,3-1 629,-3-3 0,2 0 0,-2 0 0,3 3 0,-3 2 50,-2 0 1,-3 2-51,-5 0 0,-4 2 17,-6 0 0,-3 1-17,-6-3 0,-3 1 156,-2 28-44,-21-8-28,-5-24 0,-3-4 208,-22 1 117,14-11 0,0-5-2477,-12-19 2516,4-14-1093,5-21 645,19 16 0,4-3-659,2-5 0,2 0 597,2-1 1,3 0 5,4 1 0,2 2-365,3 3 0,1 2-1775,17-18 2681,18 8 0,-22 22 1,5 4-1</inkml:trace>
  <inkml:trace contextRef="#ctx0" brushRef="#br0" timeOffset="197812">4910 15041 18149,'34'-29'566,"0"-1"1,0 1 0,0 0 0,-1 0 0,2 1-478,5-2 1,2 1 0,-2 1-1260,7-7 0,1-2 1195,-12 9 0,3-4 0,0 1 1,-5 2 18,4-7 1,-3 2-23,7-8 1,-5 1 387,-5-4-388,-14 11 644,-10 8-509,-5 8 44,-4 3-201,-1 6 1240,-1 1-1229,1 5 157,2-1 261,0 1-340,0-1-65,0-1 32,0 0 89,0 1 113,-2 2-135,0 1-56,-4 1-33,-5 10-57,-11 9 29,-4 6 0,-5 5-1,-4 2 1,-2-1 5,0 2 0,-1-2-11,-2-3 0,4-4-11,5-7 11,4-5-448,21-16 392,23-31 56,4-1 5,-2 5 1,3 0-6,-2 5 0,1 1 0,10-6 0,1 1-45,12-9-60,-17 17 1,0 4 104,1 5-180,-1 7 180,-7 12 68,3 15 44,-7 19-112,2 14 45,-10-23 0,1 0-45,-1 1 0,1-1-90,-1-2 1,-1 0 89,2 29 0,-2-29 0,-6-4 0</inkml:trace>
  <inkml:trace contextRef="#ctx0" brushRef="#br0" timeOffset="198747">3111 16561 22484,'23'-41'67,"0"0"1,0 0-1,0 5 1,1 2-1,7 3-59,10 4 1,9 3-1,4 2 1,2-1-934,-11 6 0,3 0 0,1 0 1,0 1-1,0 0 0,-2 1 925,11-3 0,-2 2 0,0 0 0,4 0-4,-12 2 0,4 1 1,0-1-1,0 1 1,-1 0-1,-4 3-219,4 0 0,-2 2 0,-3 1 0,0 1 103,10-2 0,-3 2 1,-2 0 26,10 2 1,-8 0-396,-13-1 1,-15 7 200,-36 31 141,-14-16 0,-7-1 131,-2 4 0,-5 3 1,-4 0 166,-5-2 0,-5-1 0,-2 0 0,3 0-130,-3 0 1,2 0-1,-2 0 25,3-1 1,-4 0 0,2 0-1,4-1 46,6-2 1,4-2-1,2 1 70,-12 5 0,5-1 1083,9-4 0,6 1-1246,-4 4 451,24-9-451,39-6 168,-1-3 0,4-2-558,19-6 1,6-4 448,-11 3 1,2-1 0,1-1-59,8-5 0,1-2 0,1 0-1,-12 4 0,1 0 0,1 0 0,0 0-933,1-1 0,2 1 0,-1 0 0,0 0-1525,-2 0 0,0 1 1,-1-1-1,0 0 2317,12-4 0,-1 0 0,-6 2 0,-3 0 0,-6 2 0,-14 0 0,0 1 1</inkml:trace>
  <inkml:trace contextRef="#ctx0" brushRef="#br0" timeOffset="-192807.73">8144 16708 18362,'-35'11'4156,"8"-2"-3192,25-6-897,2-2-67,0 1 11,1-1 68,49-1-63,-21 0 1,3 1-166,5-1 0,4 0 1,4 0 150,3 0 1,4-1 0,2 1 0,0 0-421,3 0 1,0 0 0,1 0 0,1 0 222,-5 0 0,1 1 0,1 0 0,-1 0 1,-4-1 20,0 1 0,-3-1 0,-2 1 1,-3-1-171,1 2 0,-3 0 0,-6-1-865,13 0-192,-16-1-650,-16 0-2229,-7-8 4375,-10-8 1,0 4-1,-2-2 1</inkml:trace>
  <inkml:trace contextRef="#ctx0" brushRef="#br0" timeOffset="-192514.73">9012 16259 16759,'-6'0'1681,"0"0"-1681,6 0 179,0 0-134,103 39-53,-70-18 1,-2 4 0,3 1-1002,14 3 0,4 1 0,-6 2 945,-10 3 1,-5 2 0,-7-1 23,-6 6 1,-8-1 309,-4-1 0,-8 1-267,-10-4 1,-6 2 0,-2-3 41,-1 5 0,-4-3-189,0-5 0,-3 1 0,2-5 166,-1-3 1,0-4-133,0 0 1,2-3 87,-5 0 1062,5-4-1040,21-37 0,3 16 0,1-16 0</inkml:trace>
  <inkml:trace contextRef="#ctx0" brushRef="#br0" timeOffset="-191382.73">10805 16020 11560,'3'-9'4291,"0"2"-3304,-3 7 727,0 0-89,10-53-449,-22 33-873,3-34-203,-30 47-10,-12 16-79,-2 12 0,-3 7-1208,9-3 1,0 2 1214,3 0 1,-2 3 0,4-1-14,-6 6 1,4-1-178,4-1 0,0 1 172,0 5 0,4-1-62,13-12 1,4 1-57,-1 7 1,14-3 117,53-2 22,-21-16 0,4-3-287,19-8 1,3-7 292,-5-3 0,0-4 434,4-4 1,1-3-463,2-1 0,-1 0 22,1 0 1,-2 2-23,-3 2 0,0 1-28,-6 5 0,-2 2 5,-6 1 1,-3 3 172,17 7-173,-20 16-10,-15 19 33,-19 20 48,-4-22 1,-4 1-21,-4 2 0,-4 0-12,-4-1 1,-2 0 17,0-3 0,-3-3-6,0-1 0,-2-3 89,1-3 1,-2-3-34,0-3 0,-1-1 112,0-4 0,-1-1 45,2-4 0,0-2 514,2-1 1,-1-3-364,-14-5 0,2-4-257,-8-11-130,18 6 1,3-6-6,6-27-348,11 7-2105,4-10-2577,37 14-1883,2 10 6913,0 12 0,0 4 0,-2 1 0,-3 2 0</inkml:trace>
  <inkml:trace contextRef="#ctx0" brushRef="#br0" timeOffset="-190940.73">11258 15759 22507,'-9'-20'1838,"3"4"-1424,5 16-279,1 0-34,0 10-79,0 14 135,1 26-62,3-14 0,1 2-1791,1 8 0,1 2 1696,4 2 0,0 1-11,0 0 0,0-2-380,0-3 1,0-1 283,0-3 1,-1-2-385,-1-4 1,0-2-48,-1-4 0,1-2-2185,3 17-1411,-3-14-2276,-4-11 7121,-3-11 1,-2-6 0,0-3-1</inkml:trace>
  <inkml:trace contextRef="#ctx0" brushRef="#br0" timeOffset="-190724.73">11140 16243 24468,'14'-29'89,"1"1"1,3-1 0,3 3-90,11 5 0,5 4-792,2-1 0,5 1 0,-3 2-1684,-3 1 1,0 3-478,17-5 0,-5 4 2953,-15 10 0,-17 2 0,-8 0 0</inkml:trace>
  <inkml:trace contextRef="#ctx0" brushRef="#br0" timeOffset="-189672.73">11830 16425 22676,'13'25'33,"2"2"-44,4-5 33,2-2-44,0-7-23,7-5-415,-2-3 203,-1-11 201,-7-6 56,-9-12 78,-4-8-67,-3-9 79,-2-5 139,-9-1 1,-4-1 5,4 18 1,-1 0-51,-8-15 0,-3 3 218,-9 8 46,-9 7-214,8 12-235,4 5-34,15 8-123,11 2-56,1 2 157,3 5 34,7 8-57,8 3 1,9 1-45,6-6-113,3-7 124,2-4 45,1-7 67,1-8 67,-1-9-67,0-7 34,-5-2 44,-2 2-78,-7 2 112,-3 6-78,-9 6 89,-4 8 90,-6 4 12,-2 3-225,-2 12-56,-5 10 112,-1 22-56,-3 12 0,6-25 0,1 1-28,1 0 0,1 0-107,3 24 67,9-8-122,6-11-45,11-9-180,2-9 113,2-9 291,-1-6-79,0-6 90,-2-9 0,0-7 34,-1-11 22,-1-3-11,-1-4 100,-4 0 415,4-16-235,-9 18-44,1-7 111,-12 25-381,-1 8-22,-4 4-34,2 4-90,1 1 113,5 10 11,9 8 22,8 15-22,6 5-774,-8-11 1,1 0-706,9 9-326,6 5-5075,-20-27 6891,-11-9 0,-1-4 0,-8-5 0</inkml:trace>
  <inkml:trace contextRef="#ctx0" brushRef="#br0" timeOffset="-189514.73">12800 15753 21062,'-28'-28'-944,"1"-1"1,0 1-1,10 11 1,16 17-1</inkml:trace>
  <inkml:trace contextRef="#ctx0" brushRef="#br0" timeOffset="-189118.73">13187 15976 20333,'0'-6'3048,"0"2"-2073,0 4-628,15 3-134,-4 14 45,16 19-96,-10 11 1,-3 7-152,-2-9 0,-1 2-364,-1-5 1,0 4-1,-2-3 347,-1 6 1,-1-2-1,-1 1 1,1-2-62,-1-2 0,0-1-459,0-2 0,0-2-23,0-5 0,0 0-1922,1 2 1,0-1-724,0 9-1657,2 0 4851,-7-32 0,0-6 0,-1-6 0</inkml:trace>
  <inkml:trace contextRef="#ctx0" brushRef="#br0" timeOffset="-188818.73">13310 16309 16647,'-4'-40'1204,"0"-1"1,0 1 0,-1-15-1,3 6-689,15 2-661,9 1 224,-3 22 1,2 0-359,3 0 0,1 0 285,4 1 1,2 2-12,0 2 1,1 2-46,-1 3 1,2 4-53,4 3 0,-2 6-98,9 18 201,-5 20 112,-40 5 0,-13 6 151,-13 3 1,-6 0-126,13-17 0,-1 1 0,-3-2-278,-4-3 0,-3-2 1,2-3 178,-2-1 0,2-4-39,1-2 0,0-1-56,-17 12-1945,7-4-7830,22-14 9581,18-15 1,3-1-1,10-9 1</inkml:trace>
  <inkml:trace contextRef="#ctx0" brushRef="#br0" timeOffset="-188431.73">13939 16227 15093,'56'-11'36,"0"0"0,-12-1 1,1-2-1,-6 0-53,-7-3 1,-2-1 4,9-7 1,-2-1 11,4-12 0,-12-2 547,-14 13 0,-4-3 427,-2 1 1,-6-2-11,-8-2 0,-5 1-157,-15-10-34,-28 20-466,4 18 164,-3 19-101,-1 13 5,21 13 1,5 7-287,8-12 1,2 2 55,-4 15 0,11 0-168,24-12 1,10-5-6,-4-10 0,6-6-678,12-4 0,10-4 1,-3-7-1054,2-10 0,-1-7-1413,-4 1 1,1-2 0,-5-3 3171,3-14 0,-7-1 0,6-5 0,-13 5 0</inkml:trace>
  <inkml:trace contextRef="#ctx0" brushRef="#br0" timeOffset="-187431.73">11222 16979 17767,'-33'6'762,"0"0"0,-24 7 23,30 3-292,6-4-113,-9 6-177,13-9 32,4-3-90,7-2-100,2-2-34,17-1 213,16 1 45,30-2-730,-18 1 0,6-1 536,-2-2 1,5-1 0,2-1 0,-1 0-543,7 0 0,-1 0 1,7-2 506,-18 2 0,5-1 0,4 0 0,1-1 0,-1 1 0,-1-1 0,-5 1-460,2 0 0,-4-1 0,-1 1 1,1 0-1,2 0 421,2 0 1,3-1 0,0 1 0,1-1 0,-3 1 0,-3 0-2,5 0 0,-4 0 0,-1 1 0,-1-1-139,10 0 1,-1 1-1,0-1 146,1 0 1,1 0 0,-6 0 8,0 0 1,-3 1-17,0-1 0,-6 0 0,-14 1 657,-17 1-455,-7 2 1105,-6-1-1284,-2 1 2648,-9-2-3242,-22-1 335,-2 2-1551,-3 0 0,-3 1 627,11 2 0,-1 1-1177,-14 2 1,-3 1-712,5 0 0,-1 1 3048,-8 3 0,2-1 0,19-3 0,2-1 0,-23 3 0</inkml:trace>
  <inkml:trace contextRef="#ctx0" brushRef="#br0" timeOffset="-187070.73">11388 17173 13285,'-48'11'1137,"0"-1"0,0 1 1,-4 1-1,2-1-784,-10 2 1,5-1-1216,3-1 1804,20-4 474,14-4-912,11-2-55,4-1-202,18 0 576,20 1 1,11-3-552,7-2 1,7-4 0,2 1-786,-14 3 1,2 1 0,0-1-1,2-1 533,-2-1 0,2 0 0,1-1 1,0 0-1,-3 0-514,5 1 1,-2 0 0,-1 0-1,1 0 513,2 0 1,1 0 0,-1 0 0,1 1-12,0-1 0,0 0 1,0 1-1,3-1-214,-11 2 1,3-1 0,0 0-1,1 1 1,-2-1 0,-3 1 196,7-2 1,-4 1-1,0 0 1,2 0 8,7-1 0,3 0 0,-3 1 0,-7-1 11,2 1 1,-8-1-114,-11 3 0,-4 0 136,4-1 1236,-20 3-1281,-11 1 7,-4 0-3693,4 6-3446,2 2 7143,5 1 0,-4-2 0,0-5 0</inkml:trace>
  <inkml:trace contextRef="#ctx0" brushRef="#br0" timeOffset="-177883.73">15537 15978 15630,'-34'4'1787,"0"0"0,-19 3-538,47-4-409,5-1-363,1 1-365,1 1 207,26 0 1,10-1-219,15 1-624,2-2 0,4 0 534,-13-2 0,-2 0-11,4 0 0,-1-1 0,2 0 0,0 0-39,-4-1 0,0 0-645,5-1 0,-3-1-1108,10-1 234,-5-1 191,-40 1-1233,-10-2-4615,-17-4 7215,-12-8 0,6 9 0,0-1 0</inkml:trace>
  <inkml:trace contextRef="#ctx0" brushRef="#br0" timeOffset="-177603.73">15748 15737 17644,'55'0'364,"1"0"0,-14 5 0,2 1 0,-6 2-347,-6 0 0,-3 4 28,13 17 0,-6 7-23,-12 17 81,-12-15 1,-7 1-76,-12-8 0,-7-2-264,-3 2 0,-4-2 241,-8 0 1,-3-1-240,-3-2 1,0-1 250,0-3 0,1-1-17,2-2 0,2-1-12,-18 8 43,16-5-4513,11-10 4482,19-8 0,0-1 0,7-5 0</inkml:trace>
  <inkml:trace contextRef="#ctx0" brushRef="#br0" timeOffset="-174725.73">16861 15577 21084,'8'46'78,"0"-1"1,0 1-1,2 7 1,1-2-85,1 5 1,0-3-703,-3-19 0,0-2-368,5 21-906,-5-15-4539,-7-13 6577,-14-19 1,8-2 0,-8-9 0</inkml:trace>
  <inkml:trace contextRef="#ctx0" brushRef="#br0" timeOffset="-174599.73">16849 15735 13364,'0'-56'881,"0"0"0,1 0 0,-1 1 0,0-1 0,1-8 0,0 1 0,1 3 0,3 11-859,4 7 1,4 6-590,4 2 0,2 2 550,4 2 1,3 3-410,1 3 1,3 2-1402,0 6 0,1 2 1827,23-3 0,-22 12 0,-12 5 0</inkml:trace>
  <inkml:trace contextRef="#ctx0" brushRef="#br0" timeOffset="-174343.73">16743 15705 18678,'56'-9'198,"1"0"0,-1 1 0,1-1 0,-8 3 0,-2 2 0,1-2-179,-2-2 1,2-2 0,-1 1-1,-7 2-188,-2 3 0,-5 3 214,19 12 602,-17 12-630,-22 12 0,-8 7-1093,-5 7 0,-4 1-1412,-1 1 1,-3-1 2487,-5-5 0,-2-6 0,1-12 0,1-12 0</inkml:trace>
  <inkml:trace contextRef="#ctx0" brushRef="#br0" timeOffset="-174222.73">17507 15573 16117,'-41'-22'-859,"1"0"0,3 2 0,7 6 0,14 12 0,5 2 0</inkml:trace>
  <inkml:trace contextRef="#ctx0" brushRef="#br0" timeOffset="-172538.73">17876 15559 19729,'-2'46'49,"1"1"0,-1 0 0,1-4 1,-1-1-1,0-4-60,-5 21 27,4-23 1,0-2-5,-1 13-24,0 2-10,1-29 22,0-8 45,2-7 22,0-14-56,10-15 45,6-20-17,-1 16 1,1-2-214,2-2 0,1-1 460,0 0 0,2 1 78,-1 3 0,-1 1 386,15-19-162,2 12-543,-13 18-45,4 5 33,-6 13-10,7 9-23,7 7 0,7 12-134,6 3-318,-21-14 0,0-2 3,3 0 1,0-2-45,1-2 0,1-2 101,0-3 0,1-2 291,0-1 1,-1-2 66,27-11 12,-6-8 44,-10-10 389,-22 5 0,-4-5 306,1-25 213,-6 1-261,-23 7-265,-25 15-259,-4 15-128,11 6 0,0 3 140,-18 11-135,0 12 190,5 11-224,6 15-61,20-9 1,4 3 49,-2 17-44,8-18 0,4-2-113,12 2-234,3-6 11,10-12 179,1-8 145,1-6 158,11-15-23,-9-6 11,15-27-34,-21 9 12,4-9 227,-14 22-160,-3 5-34,-3 8 79,-3 4 45,0 3-213,0 1-12,3 7 23,4 6 23,15 29-12,-1-8-17,0-5 1,1-2 5,6-3 78,9-2-78,-13-17 11,-2-3 56,-2-4 12,1-7 0,-1-8-23,1-9 157,10-24-73,-15 22 0,1-2-45,3-7 0,-1 1 51,10-15-124,-8 15-22,-13 27 0,-5 5-101,-2 4 23,-1 1-3314,1 12 3392,3 10-1275,2 19 1275,1 10 5,-3-14 1,0 0-17,-2-6 0,-1-1-1,4 24 12,-5-27-11,2-23 2711,-2-4-2768,4-1 2137,1-8-2069,5-9 56,5-15-51,-2 3 1,2-2 16,-1 3 1,0 0-23,0 0 0,0 2 0,4-5-22,-9 22-79,-4 6 101,4 3 0,-1 10 11,6 8 34,3 12-45,3 5-23,1 0 12,-1-6-34,-1-8-55,6-8 100,-5-7 33,6-3 46,8-26-79,-4 1-23,-9-1 1,0-2-34,13-17-11,2-5-1,0 1-10,-3 3-34,-3 6-90,-2 7-34,-14 15-223,-2 5 448,-12 18 0,-1 4-90,0 9-336,0-2-56,0-1 78,0-8 102,0-4 313,0-4 101,0-2-258,-5-4 101,-6 0 0,-27-1 101,1 4 33,-21 12 68,10 8-295,1 11 250,8 5-101,9 3-23,13 1 12,10 1 11,11-2-11,13-4-40,6-15 1,5-3 50,21 3 11,-15-10 0,2-2 79,17-7-56,-3-9 89,0-5 112,-4-9 326,-2-3 100,-3-2 11,-2-1-174,-17 7 1,0 1-163,9-10-78,5-5-168,-19 20-23,-3 5-67,-7 7 126,-1 2-126,-2 6 0,1 11 0,2 9-168,-1 14-1378,0 3-2006,-2-2-3126,-2-7 6678,-1-12 0,-1-10 0,0-8 0</inkml:trace>
  <inkml:trace contextRef="#ctx0" brushRef="#br0" timeOffset="-172400.73">20192 15382 11425,'0'0'0</inkml:trace>
  <inkml:trace contextRef="#ctx0" brushRef="#br0" timeOffset="-171767.73">20661 15519 21140,'-41'37'154,"0"1"0,0 0 0,-2 0 0,6 2-180,13 0 0,3 4 0,6-6-1016,2 8 739,8-25 568,5-18-186,5-4 224,8-9-202,12-6 89,8-12 68,4-3 213,-10 12 0,-1 1-147,10-5 128,7 1-441,-9 17 11,-7 10 34,9 9-56,-6 8-89,1 5-90,0-2-191,-1-4 168,0-11-45,1-3 68,2-15-68,-7-12 1,0-5 240,-6 2 1,-1-1-330,6-16 0,-2-2 346,-7 8 1,-3 0 49,-1-2 1,-2-2 279,-1-15 1,-3 0 22,-1 15 1,-2 0 94,-1-8 0,-1 4 124,-3 5 291,-5 14-762,-1 14-112,-2 19 22,1 17 80,2 22-74,3-16 0,0 1-370,1 2 1,1 2 341,0 0 0,1 0-17,0-1 0,1-1-264,0-2 1,2 0-605,1-2 0,3 0-4067,13 24 4952,14-12 0,-13-19 0,-1-11 0</inkml:trace>
  <inkml:trace contextRef="#ctx0" brushRef="#br0" timeOffset="-171261.73">22349 15613 20378,'-35'-25'664,"-1"0"1,-8-10 0,4-1-379,16 12 0,2 0-168,-6-9 0,3-1 16,0-14-431,10-3 353,7-4-45,10 13 0,4-2-11,1 11 0,4 0-41,8-4 0,7-2 0,-1 6 2,-3 10 0,3 5-12,12-11 1,0 10-73,-6 22 283,-9 21-132,-18 16 0,-7 7-28,-5-5 0,-5 2-143,0-2 0,-1 2 0,-5-1 124,-8 2 0,-4-2 1,1-2 18,-1 2 0,0-1-17,-7 9 0,5-6-50,12-4 11,11-15 56,24-12 90,17-8-57,-4-6 1,6-5-271,8-6 1,6-4 0,-2-1 236,8-3 0,1-2 0,-7 0 0,2-2 0,-2-1 0,6-6 0,-6-1-1040,-16 6 1,-3 1-1001,2 2 1,-10 1-7792,-28-1 9460,-22 15 0,5 4 0,0 2 1</inkml:trace>
  <inkml:trace contextRef="#ctx0" brushRef="#br0" timeOffset="-170424.73">17545 17470 14978,'2'-53'2569,"1"0"1,-1 13 0,2 4-1921,4-1-189,-2 25-79,-4 8-347,-1 2 22,3 10 22,5 15-39,6 11 0,3 6-61,0 5 0,0 2-304,1 6 1,-2-1-375,-2-12 0,-7-6-1843,-27-1 2094,-3-33 427,-24-22 40,23-6 1,2-9 0,2-1 205,-2-17 0,4-3-577,-1 1 0,2-3 0,4 3 476,9-5 0,7 5-11,3 4 1,5 6-107,3 17 0,4 4 89,2 2 0,1 2-67,2 3 0,2 3-28,25-6-34,0 11 1,-7 12 145,-24 35 0,-9 10-112,-10-17 0,-4 2-305,-1 8 1,-2 4 0,-5-4-475,-10-2 1,-3-4-461,2-2 1,0 0-1014,3-5 0,2-2 2252,-3 12 0,10-18 0,9-10 0</inkml:trace>
  <inkml:trace contextRef="#ctx0" brushRef="#br0" timeOffset="-169602.73">18369 16948 20210,'0'-6'1972,"-49"0"-1422,16 16-410,-4-3 0,-1 2-1728,-7 22 1688,4 5-204,8 1 104,8 1 424,11-4-536,7 11-22,4-17-90,12 3 534,4-20-736,27-7 924,10-24-453,-18 2 0,0-6 33,-7-6 1,-2-5-1,-2 1-17,1-2 1,-2 0 95,0-10 0,-5 5 269,-6 9 0,-4 11-146,-3 7-11,-1 9-89,-1 2-226,0 3 24,3 11 22,5 5 0,8 15 0,5 3-185,-2-11 0,1 0-408,12 6 155,-5-12 1,0-3 325,3-7 79,8-4 33,-15-16 44,-1-7 68,-9-5 0,-2-5 79,-2 1 0,0-2 206,0-6 1,0 1-174,-2-11-56,-1 16-168,-5 23 11,0 4-22,0 3-101,1 5 112,4 10 23,4 10-23,6 13-258,-1-10 0,4-1-246,4-3 0,1-3 420,1 0 0,2-3 61,30 0 23,-11-15 90,-1-10 89,10-16 158,-18 1 223,-12 4 0,-3 0-112,-5 2 12,-1 2-124,-12 11 78,-1 19-88,-2 19-164,0 17 0,0 7-520,0-10 0,-1 1 358,0-4 0,0 3 0,-2-1-8,-2-5 1,-1 0 0,0-3-94,-1 3 0,-3-1-3144,-8 17 1,-1-7-2269,4-17 5513,-5-2 0,18-33 0,1-2 0</inkml:trace>
  <inkml:trace contextRef="#ctx0" brushRef="#br0" timeOffset="-168135.73">19488 16780 23090,'16'49'193,"1"0"0,0 1 0,3 6 1,-1-4-262,-6-13 1,0-6-313,2-5 77,-6-20 46,1-4 100,16-24 157,2-21 0,-7 8 0,1-1 16,-7 2 1,-1 2 17,12-23-23,-13 27 12,0 9-1,-6 7-11,-1 6-11,-4 2 202,9 30-57,-3-1-128,3 8 0,0 2-17,1 8 0,-6-11 0,5-9 67,30-51 22,-8-5 1,0-6-73,-6 5 0,-1 0 0,6-11 0,-3 11-6,-15 29 78,33 28-78,-21-8 1,0 2-12,5 3 0,2 2-56,4 1 0,1-4-73,-8-9 0,1-7-123,13-9 0,-1-7 246,-14 1 1,-2-4-12,4-10 0,-4-5 34,-12-1 0,-5-1 50,3-13-17,-6 13 1,-6 2 184,-19 3-235,5 6-33,-22 24 33,18 14-56,-5 16 44,14 8-10,3 4 0,5 0 10,8-4-144,3-7 111,10-8 34,1-7 11,0-7 22,0-6-11,0-3 112,-1-3-78,1-1-22,-2-7 21,1-2-44,-2-7 23,0-3-23,-2 1 0,-1 2 11,-4 5-11,-3 4-78,-3 4 22,-5 2 168,0 29-34,-1-2-67,0 24 0,0-12-11,0-6-3392,0-9 3392,0-9 23,0-6-23,0-5 22,0-2-55,6-13 10,2-6 23,17-33-22,-4 15 3436,6-11-3391,-6 26-35,-6 12 12,3 3 0,-4 6-22,6 0 22,4 4 11,2 2 23,3 2-23,14-1 17,-12-6 0,1-5 84,6-10 0,-2-4-17,-3 5 0,-3-2 56,-3-9 1,-4-3 173,1-6 11,0 2 325,3-4-212,-9 15-337,-2 4-79,-10 13-21,-1 9 77,1 11-78,5 13 34,0 13-45,3 3-415,4 11-447,-5-22-595,2 1-392,-8-28 527,-4-3-1782,-2-14-4190,-33-35 7294,-2-3 1435,3 10 1,-4-1-25,6 9 1,1 2 11,0 0 0,1 1-297,4 4 1,1 0 621,-11-11-729,11 6 135,12 0-1142,14 2 10,20-10-33,-3 15 0,3 0-384,8-3 1,2-1-228,5-3 0,2-1-2889,1-2 0,0-1 3511,1-3 0,-3 1 0,-15 13 0,-3 1 0,12-13 0</inkml:trace>
  <inkml:trace contextRef="#ctx0" brushRef="#br0" timeOffset="-167610.73">22586 16455 17756,'28'-27'1314,"1"1"1,-1 2 0,-11 4-844,-20 10-146,-10 4-89,-9 2 223,-14 6-67,-5 11-90,-2 8-212,4 11-68,11 20-67,25 8 39,9-30 1,5-1 5,7 0 0,4-2-6,2-8 1,1-3 5,24 16 0,-6-5 0,-11-5 0,-14-7 0,-10-3 67,-15-4-33,-16 1-23,-8-4 0,-3-2-11,-21 2-258,20-1 1,2-4-4875,3-11 718,16-5 4414,17-14 0,0 13 0,7 1 0</inkml:trace>
  <inkml:trace contextRef="#ctx0" brushRef="#br0" timeOffset="-167243.73">23085 16184 23930,'-2'48'67,"-1"-1"0,-1-1 1,-2 3-1,1-3-78,-1 5 0,0 0-541,1-8 1,-1 2 0,2-4 326,1-3 1,2-3-341,0 22-802,5-14 635,5-16 105,9-13 122,8-9 180,4-15 697,-7-6 1,0-7 64,-3-8 0,-2-4 134,0 0 0,-3-2 460,-1-12 0,-11 0-628,-19 8 1,-6 3-404,11 6 0,-3 2-118,-20-1 1,-5 8-5833,-8 15 5950,6-1 0,16 9 0,19 0 0</inkml:trace>
  <inkml:trace contextRef="#ctx0" brushRef="#br0" timeOffset="-166219.73">23500 16018 21376,'0'-7'1202,"4"30"1,2 26-1,-1 1-1174,-2 7 0,-1 3-437,3-2 0,1 4 0,-1-3 367,-2-11 1,-2-2 0,2-7 34,6 18-464,8-11 765,11-31-272,14-42-11,-13 5 1,1-5 59,-4-2 0,1-5 0,-2 3-10,3-2 1,-3 1-1,1-3 1,-4 6 656,-10 15-797,-7 8-33,-4 35 112,-1 0-174,0 7 1,0 1-399,0 5-974,7 10 986,9-35 549,13-13 89,11-36 12,-7-4 649,-9-9 1,-4 0-314,-6 10-247,5-19-291,-16 74 123,3 23-1328,26-20 1,6-17 1377,-9-46 1,-3-23 565,-6 23 1,1-4-1,-1-2 1,-4 0-522,-4 1 1,-3-1-1,-3 1 1,-1 1 12,-1-11 1,-4 2 0,-3 22-31,-2 27-89,-1 20 23,-3 15 66,-2 28-78,6-13 0,0 9 1,1-4-35,0-1 1,0 2-143,2-9 0,0 7 0,0-2 0,0-6-2110,2 2 1,0-6 722,0 1 0,0-5-1440,0 3 157,0-28 1457,-5-5 1378,-4-4 1020,-7-4 772,0-3-324,1-5 291,4-4-157,2 0 2835,7-28-3776,18 1-460,14 13 1,11-1 0,-5 18-202,11 46 0,7-42 0,-7 4 0,-46 39 0,1 0 0</inkml:trace>
  <inkml:trace contextRef="#ctx0" brushRef="#br0" timeOffset="-166127.73">24511 16166 9778,'0'0'0</inkml:trace>
  <inkml:trace contextRef="#ctx0" brushRef="#br0" timeOffset="-165345.73">24511 16166 18832,'35'21'580,"0"0"0,0 0 0,7 3 0,-4 4-1684,-6 17 0,-5-2 768,-1-14 257,7 3 1,0-15 1378,-12-49 0,-8-19-141,-9 1 1,-6-3-1127,-1 0 1,-5 2-45,-7 7 0,-5 17-101,-24 56 56,29 3 39,3 11 0,3 4-39,4 5-129,9-14 1,3-3 150,3-8 34,12-4 11,-3-18 0,1-3 113,10-13-24,-7 0 12,5-13 0,1-3-33,2-2-63,-6 3 1,0 1 39,13-4-56,-18 15 0,4 0-33,-21 14-57,-2 3 180,-1 23-79,0-3 0,-2 17-100,1-14-214,0-11-146,11-12 540,14-25 469,9-5 381,7-2-336,8 13-532,-16 14 0,2 3-73,-2 1 0,2 2-250,-29-3 218</inkml:trace>
  <inkml:trace contextRef="#ctx0" brushRef="#br0" timeOffset="-164579.73">21353 17285 19874,'22'0'1736,"12"0"1,13 0 0,4 0-1724,-7 0 1,3 0-1,4 0 1,1 0-1,0 0-709,5 0 1,1 1-1,2-1 1,0 0-1,0-1 697,-9 0 1,2-1 0,0 1 0,0-2 0,-2 1 0,-2 1-387,11-1 1,-3 0 0,-1 0 0,3 0 377,-2-1 0,3-1 1,0 1-1,-2-1 1,-5 1-17,10-1 1,-5 1-1,1 0-16,-7 1 0,2 1 0,-1 0 0,-2 0 317,3-1 0,-2 1 0,-3 0-308,2 1 0,-2-1 0,-27 2-32,-50 2 1,-20 1-12,1 1 0,-5 1-291,4-2 1,-7 1 0,-1 0 0,4 0 247,3 2 0,3 1 0,-7 0 104,3 0 1,-8 0 0,-4 1 0,1 0 0,2 0-1,9-2 12,-4 1 0,7-1 0,-5 1-12,-2 0 1,-9 1 0,-1 0 0,10-1 0,18-3 1034,13-3-1179,34-1 189,38-1 1,14 0-34,-22-1 0,0 1 0,6-1 115,-4 0 1,6 0 0,3 0 0,3 0 0,1-1 0,-1 0-115,-2 0 1,1 0-1,2 0 1,-1-1 0,1 1-1,-1-1 1,-3 1-373,2 0 1,-1 0 0,-2 0 0,1 0 0,-1 0 0,1 0 370,3 0 0,2 0 0,0-1 0,-1 1 0,-5 0 0,-7 0-620,10 2 0,-7 0 0,-27-2 840,-48-9 0,48 7 1,-64-1-1,0-1 1</inkml:trace>
  <inkml:trace contextRef="#ctx0" brushRef="#br0" timeOffset="-150388.73">4821 17237 20389,'8'-2'673,"3"-6"-606,6-12-11,11-15 0,3-5-51,-12 14 1,1-1 22,14-18 0,-2-2 0,-13 12 0,-4 2 6,3-14 56,-4-5 22,-20 18-168,-8 12-56,-13 0 0,-9 15-34,-7 4-11,-7 12-1607,22-1 1,-1 4 1763,-3 4 0,0 4 11,-1 4 0,-2 4 1,2-1-678,-7 6 0,2 0 662,5-5 0,0 3 1,4-3-136,0 1 1,4-1 127,5-4 0,2 0-280,-5 27 257,17-18 2,22 3-2,17-16 1,23-5 33,-22-9 0,2-1 895,5-2 1,0 0-879,4 0 0,0-1-17,0 0 0,2 4-414,2 6 1,4 5-1,-5 0 408,-5 1 1,-1 3 5,-2 1 0,1 3 0,-10 3-878,-12 14 1,-10 1 883,-2-11 0,-2 1 3,-3 8 1,-4-1 57,-9 6 22,-8-12 169,-2-11 23,0-11 813,3-7-355,-11-18 1552,4-11-2245,-9-22-46,20 19 0,3-3-130,1-17 1,2-1 1569,2 12 1,2 0-1816,4-10 0,4 2-1227,13-7-147,7 21 1,4 2 885,-5 6 1,1 1-86,9-4 1,0 0 555,12-10 515,-21 9 1,-2-1 357,6-14 158,-14 14 0,-2-1 1591,-3-23-1133,-5 15-54,-1-5-124,-3 21 219,0 7-544,0 6-336,0 4-258,0 3 225,9 15-225,7 14 22,-1-3 1,2 3-603,3 5 1,0 3 590,3 1 0,1 1-19,-2-5 1,2 0 0,0 0-632,5 7 0,0-1 34,0-3 0,-3-2-516,4 3-239,-23-27 1102,-4-7-705,-6-6 403,-27-29 560,-1-2 28,3 2 0,-1-1 84,4 3 0,1-1-29,1-2 1,-1-2-1,1 1 348,-2-6 0,2 0-244,3 4 0,-1-1 0,4 1 65,3-2 0,3-1-11,3-1 0,2 0-146,1-3 0,4-1 342,6-1 1,7-2-297,2 5 1,3-1 0,2 3-137,5-2 1,3 3-45,15-8 0,1 9 39,-2 18 571,4 28-527,-25 25-1481,-13-6 1,-1 5 1480,-1 5 1,-2 1-45,-1 5 0,-2 0 310,1-2 0,-2 1-327,-3 5 0,1-2-5,1 11-34,-5-2-280,23-35 336,7-11 34,24-3-6,2-16 0,4-5-51,-9 5 1,3-2-112,-3-1 1,3-1-1,-3 1 100,6-2 1,-1 4-23,4 2 0,-3 4 33,10 6 519,-59 34 1,-17 17 0,-6-5-346,-10-10 1,-7-1-152,11 0 0,-4 6 0,1-1 0,-1-9-56,-11-6 0,4-10-23,-3 1-6555,-7-8 6634,13-8 0,6-1 0,15-2 0</inkml:trace>
  <inkml:trace contextRef="#ctx0" brushRef="#br0" timeOffset="-149713.73">3953 17398 14428,'0'-6'459,"0"2"-302,-23 12 1,-9 12 301,8 2 0,-1 2-151,-15 5 1,1 1-192,12 2 1,5 1-57,8-3 1,4 0-39,-2 12-35,15 7 24,20-24-1,21-6 0,-15-11 0,6-2 11,22-1 1,4-1-355,-16-1 1,1 1 347,13-1 1,-3 1-12,-22 3 1,-4 1 95,3 6 414,-9 9 897,-25 4-493,-14 9-359,-10 11-581,6-22 0,-2 1 110,-2 2 1,0 0-90,-1-2 0,1 0 11,1-2 0,0-1 623,-14 17-1912,-2 0-1803,14-14-2847,-3-3 5928,10-16 0,8-5 0,1-2 0</inkml:trace>
  <inkml:trace contextRef="#ctx0" brushRef="#br0" timeOffset="-149399.73">3522 17454 18776,'-2'-31'168,"47"54"-6,-14 1 1,4 7-808,-1 1 0,2 5 0,3 2 661,-4-2 1,1 1 0,1 3 0,0-1 1,-4-3 0,1 0 0,1 1 0,-1 0 1,-2-2-310,4 3 1,-2-2-1,0 0 1,-1 0 290,9 9 0,-1 0 0,-9-11-34,-4-6-22,-12-16 634,-10-8-1014,-3-6-1648,-9-13 2084,-29-26 0,21 17 0,-19-12 0</inkml:trace>
  <inkml:trace contextRef="#ctx0" brushRef="#br0" timeOffset="-148602.73">5395 18196 15851,'-44'11'1991,"0"-1"0,6 0 0,7-3-1387,18-4-356,7-2-114,5-1-112,2-5-22,13-15 45,15-20-45,-2 7 0,5-3-259,-6 8 1,2-1 0,4-2 266,9-5 0,5-3 1,3 0-1,-2 3-506,-9 7 0,0 1 1,0 1-1,3-1 491,0 0 0,2-1 1,1 0-1,0 1 1,-1 3-431,5 1 0,0 1 0,-1 3 0,-4 2-135,-3 0 0,-2 3 1,-1 0-253,27-12 1,-15 16-404,-36 34 1109,-40 15 0,-17 6 118,17-14 0,0 0 0,-4 1-302,-2 0 1,-4 1 0,-1 0 0,-1 1 413,-4 1 0,-1 0 0,0 0 1,0 0 234,1 0 0,2 0 1,-1 0-1,0 0 58,-1 2 0,-2 0 0,2-1 1,4-2-317,-3 4 1,3-2-1,22-18 1543,20-17-1576,18-19 0,11-13-30,3 0 0,4-5 0,2-1-530,2-2 1,0-2 0,2 1 503,-8 8 0,0 0 0,1 0 0,1 0 0,0 0 0,1 0 0,1 1 0,-1 0 0,-1 3 0,0 1 0,-1 0 0,0 2-19,7-5 1,-1 1-1,-1 3 8,8-4 0,-3 3 405,-14 9 0,-5 4-495,0 0 3,-16 10-1862,-26 13-1760,-10 11 3720,-19 12 0,16-9 0,2-2 0</inkml:trace>
  <inkml:trace contextRef="#ctx0" brushRef="#br0" timeOffset="-109145.73">11166 2330 13588,'-44'-21'3194,"9"4"-3127,32 17-123,2 0 33,11 0 46,17 0 44,29 0-365,-17 0 0,7 0 320,9-2 0,8-1 1,-2-1-450,-12 1 1,-2-1 0,3-1 431,-1 0 1,3 0-1,0 0 1,-5-1-851,-3-1 1,-4 0 0,-2 0 844,15-3 0,-4 0 0,-8 1 0,-4 1-1,19-7 68,-20 5 391,-15 4-302,-11 2 914,-6 2-980,-4 1 3047,0-2-3137,-3-6-76,-6 1 43,-7-6-57,-8 1 57,-6-4 33,-4-3 0,-3-4 0,0-4-12,2-3 12,3 1 68,-3-9-12,13 14 0,2-1 67,14 18-123,4 2-123,1 4-191,1 0 224,10 2 79,10 5 0,13 12 0,3 4 11,-6-3 0,0 3 16,13 11 1,-1 5-45,-9 4 0,-6 0-6,-10-9 1,-2 0-2236,5 7 0,-13 2 2269,-36-4 0,-19-1 0,8-4 0,11 9 0,-11-17 0,1 1 0,-1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5:56:00.351"/>
    </inkml:context>
    <inkml:brush xml:id="br0">
      <inkml:brushProperty name="width" value="0.09071" units="cm"/>
      <inkml:brushProperty name="height" value="0.09071" units="cm"/>
      <inkml:brushProperty name="color" value="#FF0000"/>
    </inkml:brush>
  </inkml:definitions>
  <inkml:trace contextRef="#ctx0" brushRef="#br0">11084 2348 11964,'-33'-8'946,"1"-1"1,-22-5-73,39 14-515,5-1 22,-5 1-101,9 0-168,2 0-90,2 0-112,2 0 90,20 0 135,18 0-124,-1 0 0,5 0-1473,14 0 1,4-2 1461,-13 0 0,3-1 0,5 0 0,-7 0 0,5-1 0,2 1 0,0-1 0,-4 1 8,0-1 1,-3 1-1,1-1 1,1 1-14,-1-1 1,2 1-1,1 0 1,-3 0-1,-5 1-205,2 0 1,-5 1 0,-3 1 209,10-1 0,-5 1-242,16 0 265,-24 0 77,-18 0 237,-11 0-404,-30 0 56,-2 0-57,-28-2-55,5 0 67,-5-5-12,1-3 2289,5-4-2266,4-5 90,7-2 792,5-1-803,6 2 508,9 5-239,7 3-426,6 3-68,5 2 664,15 1-473,13 0 0,20 1-17,-19 3 0,2 1 0,2 1 1,0 1-179,-2 5 1,0 2 183,-3 2 0,-3 4-1,16 25 12,-17 9 0,-13 5 12,-13 3 16,-8-27 0,-3 0 33,-5 0 1,-3-1-1666,-7 0 1,-2-2 1608,-3-2 1,0-1 22,0-3 0,1-1-138,2-3 0,1-2 188,-14 7-78,14-9-191,15-6-767,8-4-903,16-6 893,14-15 968,22-17 0,-16 10 0,-1-1 0</inkml:trace>
  <inkml:trace contextRef="#ctx0" brushRef="#br0" timeOffset="358">12891 1841 16625,'-9'32'15,"1"0"0,1 5 0,2 1 1,3 8 1,2 1-910,0 2 1,0 0 892,3-4 0,2 1 28,4 7 0,4-1 58,0-9 1,4-2-2132,4 2 0,2-4-4498,12 2 6627,1-26 0,-21-16 0,-2-4 0</inkml:trace>
  <inkml:trace contextRef="#ctx0" brushRef="#br0" timeOffset="646">13404 1753 15079,'14'24'347,"1"14"-263,-9-4 0,-2 5-1160,2 4 1,-1 2 1125,0 5 0,0 2-22,0 0 0,1 0-28,0-2 0,1-2 6,0-5 0,0-1 27,1-6 1,0-1-2875,6 21 2852,-1-9-11,-4-12 977,-3-10-1448,-3-9-201,-3-9 67,1-4-1831,-1-19-2863,-4-16 5299,0 2 0,0-1 0,-2-6 0,0-2 0</inkml:trace>
  <inkml:trace contextRef="#ctx0" brushRef="#br0" timeOffset="900">13506 1801 11130,'10'-43'590,"0"0"0,0 5 0,5 3-500,12 8 0,5 5-673,-4 6 0,1 2 583,12-3 0,3 3-56,0 7 0,-1 6-224,13 11 289,-24-1 1,-5 5 169,-11 29 101,-9 8 146,-22 4-163,5-27 1,-5 0 55,-19 8 0,-4-2-561,9-10 0,-1-2 320,-11 6 0,2-3-78,-6 1-44,10-5-366,14-4-2312,11-5 1338,16-5 1384,16-8 0,-8 0 0,6-4 0</inkml:trace>
  <inkml:trace contextRef="#ctx0" brushRef="#br0" timeOffset="1302">14218 1622 14048,'-8'50'296,"0"-1"1,2-1 0,1 4 0,1 1-219,2-1 1,2 0 0,2 0-939,0 0 1,2 0-1,2-1 897,2-4 1,2-1-1,5-7 30,8-5 1,5-7-24,3-5 1,3-5 265,2-5 1,2-4-244,1-2 1,2-4-40,0-6 0,0-4 5,-1-2 1,-1-5-1,-3-7 1,-3-5-1,-4-5 1,-4-4-41,-6-5 0,-5-3 96,-4-6 1,-4-1-407,-6-2 1,-4 0 573,-6 1 1,-5 1-45,-4 3 0,-5 4-157,-5 4 0,-3 4-45,-2 5 0,-1 3-11,1 5 0,-1 4-62,-8 5 1,1 3 329,-16 3-868,24 11 1,4 7-1955,1 19-1649,9 16 4203,11 2 0,6-19 0,3-9 0</inkml:trace>
  <inkml:trace contextRef="#ctx0" brushRef="#br0" timeOffset="1999">12915 3507 15975,'-38'0'980,"0"0"0,-19-1-980,96-13 84,-9 4 1,4-2-29,4 0 0,5-2 0,5-1-860,-5 1 1,4-1 0,3-1 0,-1 0 0,-1 1 847,1 0 1,-2 1 0,0 0 0,3-1-39,2-1 1,2 0 0,2 0 0,-2 0-1,-3 2-244,-3 2 1,-3 1 0,-1 1 0,0 0 233,15-3 0,-1 1 0,-1 0-553,-2 1 1,0 1 0,-1 1 560,-5 1 0,-1 0 0,0 1-8,1 0 0,1 0 0,-5 1 4,-1 1 0,-4 0-45,0 1 1,-8 1-371,-17 2 1445,-39 14-1534,-14 7 39,-1-3 0,-4 3 121,-7 2 0,-4 0-231,13-6 0,-2 0 0,-4 0 651,6-1 0,-5 0 0,-1 0 1,-2 0-1,1 0-5,0-1 1,-1 0 0,-1 0 0,0 0-1,-2 0-295,3-1 1,-3 1 0,0 0-1,0 0 1,2-1 0,2-1 385,-9 2 1,2 0-1,2-2 1,3 0 20,-7 1 0,3-1 0,6-1-39,8-3 0,5-1 417,-14 2 460,24-5-988,17-2-33,35-2 303,28-10-204,-3 0 0,5-2-36,-8 0 1,2-2 0,2-1 121,-7 2 0,0 0 0,2-1 0,0 0-157,5-1 0,0 0 0,1 0 0,1 0-26,0-1 1,1 1 0,0 0 0,0 0-375,2 1 0,-1 0 0,1 1 0,0 0 389,-1 0 0,0 1 0,-1 0 0,0 1-17,-2 1 0,-1 0 0,-1 0 0,0 1 0,-5 0 0,1 1 0,-3 0 0,0 0-149,5-1 0,-2 0 1,-3 1 164,7-2 1,-5 1 884,9-2-307,-32 5 1091,-16 4-1786,-8 1-2604,-1 1 2705,1 5 0,-1-3 0,1 3 0</inkml:trace>
  <inkml:trace contextRef="#ctx0" brushRef="#br0" timeOffset="3808">16486 3058 15101,'17'-39'347,"-2"22"-224,10 46 34,-7 28-51,-9-17 1,-1 5-1491,0 9 1,-2 3 1468,-1-12 1,-1 2 0,0 1-79,0 3 1,0 1 0,-1 0-8,1 3 0,0 0 0,0 0 30,0-2 0,1 0 0,-1 1-30,0-7 0,0 2 0,0-1 0,-1-2 60,0 6 1,0-3 0,-1 0-47,1-4 1,0 0 0,-1-4 2,-1-2 0,-2-7-6,-1-7 79,-2-10 22,-3-8 33,-8-18-234,0-18 27,3 2 1,0-5 595,2-9 1,1-4-535,0-8 0,1-7 5,4 12 1,1-6 0,1-2 0,1 4-10,-2-4 0,1 2 1,2-3-354,1 2 0,1-4 1,0 1-1,2 5 357,0 5 0,2 3 0,1 2 6,5-16 0,3 3-69,0 10 1,4 1 22,7 1 1,4 4 0,-7 14 0,1 4-143,6-2 0,0 5 58,10 10 45,-7 9 12,-9 15 677,-10 35-498,-15-1-45,-5-12 0,-5 0 2251,-20 13-2206,-4-19 0,-4-3-79,9-8 1,-3-2-170,-20 9 0,1-4 136,-1-1-331,23-10 0,5 0-2934,10-1-2125,14-5 5420,19-9 1,-9 2 0,8-5 0</inkml:trace>
  <inkml:trace contextRef="#ctx0" brushRef="#br0" timeOffset="4687">16989 3144 16894,'-2'15'-157,"3"0"190,6 43-21,4-13-1,5-1 0,1-8-22,0-6 22,0-8-22,7-6 0,-2-8 22,12-8 45,-2-15 0,6-11-56,-2-13 11,-3-7 101,-6-2-56,-9 0 246,-6 5-201,-5 7 235,-5 11-133,0 10-203,-2 8-147,0 4-189,0 3 191,0 12 145,0 11 0,1 21 0,2-1 0,1 1-56,1-12 0,1 0-185,1 10 0,5-4-824,26-5 696,-5-16-248,15-25 247,-13-18-48,-17 3 0,-2-4 368,0-3 0,-1-4 31,-1-1 0,1-5 1,-2 2 62,0-6 1,0-1 41,-2 7 0,0-3 0,-2 3 154,-2 0 1,-2 3 140,-2 3 1,-1 2 357,0-21-123,-4 15 12,-4 14-360,0 11-268,-1 7-560,-1 16 560,1 17 0,-1 16 0,1 7 11,3-10 1,1 2-852,0-2 0,-1 2 1,2-3 839,1 4 0,1-4 28,0-3 0,0-2-6,0 24-44,3-12 22,-1-22 0,3-9 0,1-14 101,3-3 3119,4 0-3130,8-6-45,5-10-34,9-12-11,4-10 45,4-3-718,-2 3 673,-2 8-56,-4 9-56,-2 11 11,-2 5-33,-4 12-12,-6 11-22,-10 14 168,-9 14 79,-19 6 279,4-25 1,-5-1-320,-21 7 1,-5-2 4,11-11 1,-1-1-250,-11 3 1,1-4 237,-7-6 102,9-6-135,20-4-482,7-13-1030,23-12-2175,16-25 3687,-2 13 0,2 1 0,5-8 0,3 1 0</inkml:trace>
  <inkml:trace contextRef="#ctx0" brushRef="#br0" timeOffset="5097">18238 2619 16737,'-5'-33'-449,"0"20"427,5 47 44,0 25-1138,0-21 0,0 1 1144,0 6 0,0 2-6,0 2 1,0 0-18,2-1 1,2 2 1,0-8 1,2 2-1,1-3-7,2 2 0,2-1 28,3 9 1,2-4 652,9-2-670,-2-13 0,0-11 441,-3-8-396,-2-7 11,0-3 56,0-5 1111,2-8-1110,2-7-68,2-12 78,-4 4 0,0-1-22,10-14-39,-10 14 0,0 2 117,2-1-178,-4 8-24,-5 8-178,-2 5 78,1 5 90,4 16-46,8 22 1,-1 8 61,-8-17 1,-1 3-1673,1 8 1,2 5-1,-5-7-2568,-1 3 4246,-8-1 0,-3-35 0,-2-6 0</inkml:trace>
  <inkml:trace contextRef="#ctx0" brushRef="#br0" timeOffset="5218">18824 2845 9409,'0'0'0</inkml:trace>
  <inkml:trace contextRef="#ctx0" brushRef="#br0" timeOffset="5494">19057 3216 11526,'1'-6'2969,"0"0"-1792,-1 6 11,0 0-986,-12-25-202,7 19-168,-13-19 168,6 36-101,-4 8 67,-2 17 12,6 7-1,3 5-39,16-18 1,7-3-567,11-8 1,6-5-2029,15-6 1,4-9 2514,-4-10 0,-2-7 0,-8 4 1,-7-2-1,-3-12 0</inkml:trace>
  <inkml:trace contextRef="#ctx0" brushRef="#br0" timeOffset="6198">19355 2438 16389,'-7'36'60,"0"-1"0,0 5 0,2 2-44,4 6 1,2 2-2033,1 1 0,0 2 2072,1-1 0,1 0-56,1-4 0,1 1-132,4 11 1,1-3 147,-4-18 1,0-1 421,2 5 1,1-5-461,2-4 66,-3-18-44,4-6 2024,5-15-2013,8-10 90,12-9-79,1-14 68,-1-1 1218,-7 1-1184,-8 4-80,-7 10 24,-5 7-68,-6 10-12,-3 3-66,-2 4-247,1 0 423,1 5-98,2 10 0,2 13 0,3 8-22,2 6 22,2-6 45,-1-8-45,-2-8 145,1-12 12,1-3 11,5-15-145,3-8 145,7-13 0,-2-6-56,0 0-23,-5 2 125,-5 7 66,-3 5-179,-5 9-101,-3 7-168,0 4-79,-1 14 214,4 20 33,-3-2 0,0 5-821,0 16 0,-1 5 828,-1-8 1,0 2-1,-1 2 15,0 6 1,0 2-1,-1 2-665,0-12 0,0 1 1,0 1-1,0 0 645,0-1 1,0 0 0,1 0 0,-2-1 2,0-1 1,0-1 0,-1-1 0,0 0-405,-1 9 0,0-1 0,-1-3 399,-1-7 0,-1-3 0,-1-1-71,-2 8 0,-2-5 71,1-12 0,-1-5 168,-10 1 1046,-19-25-1102,6-25-112,10 1 0,0-4 579,6-7 1,4-5-580,3-6 0,2-3 0,2-5 0,3-2 197,9-5 1,4-1-262,-2 20 1,2 0 0,4-2-237,6 1 0,5-2 0,1 1 1,0 2-489,1 1 0,0 2 0,3-1-1196,8-7 0,3-1 0,-2 6 1984,1 5 0,-3 7 0,6-4 0,-13 12 0</inkml:trace>
  <inkml:trace contextRef="#ctx0" brushRef="#br0" timeOffset="6878">21024 2679 18541,'-27'-33'-628,"4"20"628,18 41 33,-2 27-33,3-20 0,1 3-1079,0 7 1,0 2 1094,2 2 1,-1 1-17,2 2 0,0 1 0,-1-2 0,2 0 0,0-1 0,2-1 0,0-4 0,2-1 0,2-4 0,1-1-62,1-7 0,1-1 698,9 19-636,-1-16 0,-3-13 367,-2-10-277,-4-7-11,1-3 44,0-1 1033,6-9-1067,4-6-77,7-14-1,4-7 0,4-7-418,3-3 474,1 1 45,-3 1-67,-4 8 11,-6 8 22,-7 8-78,-5 8-44,-7 6 32,-2 4-200,4 2 178,5 7 475,11 8-441,7 12-325,2 10-2734,-1 2-1939,-12-5 4998,-8-14 0,-10-9 0,-3-11 0</inkml:trace>
  <inkml:trace contextRef="#ctx0" brushRef="#br0" timeOffset="7028">21515 2878 6484,'-21'31'0,"1"1"0,3-7 0,1 1 0</inkml:trace>
  <inkml:trace contextRef="#ctx0" brushRef="#br0" timeOffset="7391">21836 3092 16031,'-11'-52'44,"-1"10"-111,-1 42 22,-2 5 12,2 7-34,1 11 55,4 7 12,3 7 90,4 20-90,6-12 0,3 11 22,4-22-22,1-5 0,-3-6 45,-3-6-11,-3-7 111,-3-3 35,-1-5-169,-2 1-11,-4-2-34,-4 2-907,-5 0-2218,0-1-2086,3 0 5245,5-7 0,6 3 0,1-3 0</inkml:trace>
  <inkml:trace contextRef="#ctx0" brushRef="#br0" timeOffset="7633">22139 2839 17521,'1'31'-235,"0"14"246,-1-8 0,0 4 50,0 4 1,1 2-57,0 1 1,1 2-1026,0-2 0,1 1 1020,0-3 0,0-1-12,0-2 1,0-2-455,-1-2 0,0-2-570,-1-4 0,0-2-2012,0 21 163,-1-18 2885,-2-16 0,2-11 0,-2-7 0</inkml:trace>
  <inkml:trace contextRef="#ctx0" brushRef="#br0" timeOffset="8459">22071 3521 14048,'-11'-36'840,"0"0"0,1 4 1,3 6-841,11 14 0,12 1 0,12 0-34,19 0-44,9 1 38,-25 5 1,0 2-141,1-1 1,-1 1-302,26-5-57,-5-1-291,1-17 829,-20 4 179,-1-14-101,-24 6 135,-3 2 460,-5 1-449,-5 5 168,-15-1-392,0 12 0,-12 1-34,10 9-33,1 8-23,4 7-22,7 13 101,3 7 0,9 3-45,13 1 112,11-4-3414,16-5 3436,13-5-78,-23-14 0,2-2-234,5-1 0,1-2 200,3-1 1,4-2-12,-3 0 0,2-1 1,-1-1 16,4-3 0,-1-1-262,11 0 0,-5-4 402,-5-13 183,-20-3-71,-16-3 3194,-8 0-3205,-12 2 596,-17-2-842,-10 11-124,-3 2 991,5 14-934,9 26 157,8-1-102,1 21 34,10-11-23,3-4 1,2-7-68,5-7 101,4-9 22,5-4 90,3-12-67,0-13 45,1-17-192,-8 10 1,-2-2 56,1-4 0,-2-2-423,3-4 1,-1-1 456,0-2 0,0-1-23,1-1 0,0 0 28,-1-1 1,-1 1 5,-2 2 0,-1 0 90,-1 4 0,-2 2 279,-1 5 1,-1 2 123,-1-15-134,-2 16-34,0 13-259,-1 9-448,2 6 961,1 15-556,0 45 21,1-27 1,2 2-421,1 18 0,2 2 454,2-8 1,1-1-23,2 2 0,1-1-17,-1 0 0,1-1 0,-1-2 1,-1 0-18,-1-6 0,0 2 4,0 1 0,1 2 1,-1-3-11,-2-9 1,2 0-6,2 18 1,3-6 89,3-20-79,7-5 90,16-3-112,-11-9 0,2-1-1088,10-1 1,3-2-2460,9-5 1,1-5 3546,-13-1 0,0-3 0,-3 1 0,0 2 0,-5-2 0,-4-3 0,-1-1 0</inkml:trace>
  <inkml:trace contextRef="#ctx0" brushRef="#br0" timeOffset="19262">6666 5356 6910,'-7'0'2532,"2"0"-2274,5 0 89,0 0-269,-28-5-78,21 2 12,-21-3 21,27 5-22,0-1 259,-3 1-192,0-1-22,-4 1 68,1 0-12,0 0 313,1 1-55,2-2 336,2 2 11,1-1-628,8 0-21,4 0 179,10-1-68,6-1 23,6 0-146,8-3 156,6-1 57,6-3-146,4 0-511,0-1 600,0 2-200,-3 0 60,-15 4 1,-1 0-39,19-2 16,-21 4 1,0 0-51,9 1 23,-3 1 33,-4 1-116,-3 0 60,-3 0 0,0 1 0,0 2 33,3 2-66,4 0 61,-6-2 0,2 0 16,23 0-33,-4-1 1,1-1 32,-21-1 1,-1 0 165,10 0 0,2 0-233,0-2 1,-2-1 56,-8 2 0,0-1-410,11-1 0,1-1 370,-12 2 1,-2 0 10,2-1 1,0 1 5,-1 0 1,0 0-12,-1 0 0,0 0 0,-1 0 0,0 0 0,-1 0 0,0 1-103,0-1 0,-1 2 114,30-1-22,-3 1 22,-18 0 0,1 0-11,18 0-28,-20-1 0,-2 2 28,12 1 0,-1 0 101,-4 3-191,0-3 169,-3 0-113,2 0 34,-1-2-22,2 2 22,-1 0 45,0 0-45,-1 2-12,-1-1 12,0 1-11,-1-2 11,1 1-11,0-3 11,0 1 0,-1-1 34,2 0-57,-2 0 23,3-2 0,-1 2 852,0-3-852,-1 2 224,14 0-190,-12 0-51,-8 1 0,0 0 17,7 0 17,-7 0 0,0 0-17,5 0-23,9 0 79,-17 0-112,-1 0 112,-1 0-89,1 1 66,0 0-66,0 1 77,2-1-10,-1 1-34,1-2 0,1 1 0,1-1 22,2 0-22,2 0-22,5 0 22,5 0-45,2 0 112,3 0-819,0 0 820,-6 0-68,-5 0 0,-7 0-23,-5 0 12,9 0 11,-10 0-34,10 0 23,10 0 45,-9 0-34,17 0 11,-26 0 0,0 0 12,15 0-46,13 0 686,-21 0-641,13 0-22,-13 0 0,10 0-11,-15 0 44,0 0-66,1 0 66,2 1-55,0 1 22,2 1-34,-1 0 34,2 1 79,1-2-79,2 1 0,2-1 0,2-1 5,-13-1 1,0 1 5,20-1-11,-19 0 0,0 0 0,16 0-22,-1 0-1,1 1-250,-1-1 273,-1 1 34,1-1-34,-15 0 0,3 0-6,3 0 1,3 0 5,14-1 0,1-1-410,-9 0 0,-2-1 410,3 0 0,-2 0 0,-11-2 0,-2 1 0,0 1 0,-1 1 0,0 0 0,1 1-124,9 0 0,0 2 124,-12 2 0,2 1 73,22 6 1,-1 3-80,-25-4 1,-2 1-6,5 2 0,-2-1 11,-5-3 201,-17-7 700,-4-1-800,-2 0 186,-1 0-141,-2 0 16,3 0 107,-3-3-246,2 1-12,-2-3 67,0 1-78,0 1-67,0 1-4863,0 1 4930,-14-2 0,11 3 0,-10-3 0</inkml:trace>
  <inkml:trace contextRef="#ctx0" brushRef="#br0" timeOffset="20334">15112 5342 14775,'-23'-20'566,"-1"0"0,-15-12-532,33 30-34,2 0 0,1 2-179,3 0 201,4 0 45,23 3-67,6-1 62,9 0 0,8 0-51,7-1 0,4-1-290,-19 0 1,3 0 0,2 0 0,0 1 281,7-1 0,2 1 0,0 1 0,-1-2-471,-7 1 1,-1 0-1,-1-1 1,1 1 467,0 0 0,1 0 0,-1 0 0,1 0 0,1-1 0,1 1 0,-2-1 0,-1 0-12,3 0 1,-3 0 0,2 0 11,-4 0 0,2 0 0,1 0 0,-1-1-26,10-2 0,0-2 0,-1 1-85,-4 1 0,-2-1 1,1 0 113,4-1 1,-1 0 0,-3 0-32,-1 1 0,-6 1 28,6 1 157,-38 2 673,-6 0-763,-5 0 1908,-1 0-2961,-4 0-1810,2 0 2796,-5-4 0,4 3 0,1-2 0</inkml:trace>
  <inkml:trace contextRef="#ctx0" brushRef="#br0" timeOffset="31065">14029 7502 8905,'-2'-3'1355,"0"2"-1164,2 1-191,-1-21-751,-1 10 751,-1-20 0,2 22 0,0 0 0</inkml:trace>
  <inkml:trace contextRef="#ctx0" brushRef="#br0" timeOffset="32051">13396 6980 12479,'-34'-7'1126,"-1"-1"0,-20-4-487,43 11-12,5 1-269,3 0 1,2 0 201,2 0-728,4-1 168,13 1 213,19-1-208,-4 1 1,5 0-1192,12 0 1,4 0 1233,-9 0 1,2-1 0,2 0-23,8-2 0,3 1 0,1-1-660,-11 0 0,2 0 0,0 1 1,1-1 644,4 0 0,1 0 0,1 1 0,0 0-11,2-1 0,-1 1 0,1 1 0,0 0-346,-2 0 0,1 2 1,-1-1-1,-1 2 332,-3 0 0,0 1 0,0 0 0,-3 1 14,-4 0 0,-1 0 0,-2 0 0,-1 1-8,8 3 1,-2 0 0,-2-1-261,8 3 1,-4-1 227,-12-2 1,-5 0 1140,7 1-1101,-21-3 2424,-14-3-2424,-4 0 2288,-2-1-2199,0 1 1034,0 1-2400,8 3-2296,6 3 3573,8-3 0,-7 0 0,-4-6 0</inkml:trace>
  <inkml:trace contextRef="#ctx0" brushRef="#br0" timeOffset="32987">16979 6046 16288,'0'-32'942,"-7"23"-942,-7 46 123,-2 4 0,-4 11 0,1 0-1835,3-5 0,0 1 0,-1 2 1754,0 4 0,-2 3 0,0 1 0,2-2-40,4-10 1,1-1 0,1 0 0,0 2-4,-1 10 0,2 4 0,-1-2 0,2-3 1,0-1 0,2-4 0,0 1 0,0 9 0,1 1 0,2-8-6,2-11 0,1-5 508,1-2 0,0-3-480,-1 4-22,1-8 0,-1-24 2222,1-4-3835,0-8 151,0-15 1462,2-22 0,-1 15 0,0-4 0</inkml:trace>
  <inkml:trace contextRef="#ctx0" brushRef="#br0" timeOffset="33649">17382 6433 17050,'7'-8'-224,"-2"23"224,-4 17 0,-4 8 17,2 4 0,-2 2-670,1 3 1,-2 0 691,1 0 0,-1-1-39,1-4 0,-1-1-51,1 0 1,-1-3-447,-1 8 83,0-9 577,1-31-208,1-5-45,-1-16-55,0-11 223,1-16 0,0-5-78,1 6 0,1-2-357,-1 2 0,0-3 0,1 2 474,0-8 1,0 2 50,0 1 0,1 1-159,-1 4 0,1 2 243,0 6 0,0 3-95,0-13 45,0 15-202,0 14-56,0 7 1698,2 5-1631,37 46-11,-20-21 0,2 3-225,4 5 1,2 4 0,-1-1 216,-2-1 1,-1-1 0,0 1 14,0 1 1,0 0-1,-1-1-18,12 15 0,-2-1 28,-3-7 0,-1-3-17,-3-6 0,-1-5-226,13 11 271,-11-17-11,-10-12 391,-9-7-189,-4-10 156,-1-15-146,0-17 1,0-7-85,-1 6 1,1-2 110,-2 2 1,1-3 0,0 2-263,0-5 0,-1 3 73,1 2 0,0 1-73,0 6 0,0 2 157,3-20-268,0 17 77,0 12-1590,6 12-304,2 6-839,9 14 2953,2 8 1,-9-3 0,-2 1 0</inkml:trace>
  <inkml:trace contextRef="#ctx0" brushRef="#br0" timeOffset="34016">18297 6569 14775,'5'0'1188,"0"0"-964,-5 0-224,-16 10-89,5 10 38,-1 14 1,1 5 33,5-6 0,4 2-590,-1 16 1,4 0 550,6-14 0,3-2-146,3-2 1,5-2 44,5-5 0,3-4-74,2-5 0,3-4 220,1-3 0,0-5 11,-1-2 0,-1-5 224,23-15 370,-14-15 291,-17-17-690,-15 18 1,-3-1 185,-9-3 1,-4 0-254,-1-2 1,-4 0 17,-6 2 0,-3 1-124,-1 2 0,-1 3 45,0 3 1,-1 2-68,-20-13-112,6 12-605,7 10-159,13 8-3135,8 11 4059,8 8 1,4-4-1,0 2 1</inkml:trace>
  <inkml:trace contextRef="#ctx0" brushRef="#br0" timeOffset="34289">18874 6325 18272,'0'-31'470,"1"23"-391,5 36-79,4 24 33,-2-19 1,1 2-832,0 4 1,0 2 808,1 2 0,-1 3-49,0-4 1,1 3 0,-2-3-411,1 6 0,0-1-858,2 12 1,0-2-735,-6-24 1,-1-3 2039,1 19 0,-2-23 0,-3-12 0</inkml:trace>
  <inkml:trace contextRef="#ctx0" brushRef="#br0" timeOffset="34779">19504 6425 13443,'-31'9'22,"1"-1"0,-5 4 1,0 2-18,-4 9 1,0 3-752,-2-1 1,1 1 750,2-1 1,3-1 22,4-3 0,3-1 51,-13 11 406,20-11-417,11-6 302,8-4-135,16 0 392,10 4-257,23-1-191,-18-7 1,1 0-249,6-1 0,0-1 69,2-1 0,0 1 4,1 0 0,1 0-21,-2 0 1,-1 1 16,-1 0 0,-2 2-20,-3-1 1,-1 1-81,20 6 88,-12-1-21,-11-3 33,-11-2 259,-7-4-58,-6 0 693,-3-3-503,0 1-348,3 0-43,4 2-56,5 5 90,9 7-68,3 10 68,6 10-79,-3 7 0,-3 4-3394,-7-6 3439,-7-11 0,-5-14 0,-4-9 0</inkml:trace>
  <inkml:trace contextRef="#ctx0" brushRef="#br0" timeOffset="34922">19913 6329 7110,'-25'-35'0,"6"7"0</inkml:trace>
  <inkml:trace contextRef="#ctx0" brushRef="#br0" timeOffset="35570">20426 6679 15605,'-21'-33'646,"0"0"0,1 2 0,0 7-299,-10 11-347,-2 6 102,-6 4-192,-4 10 112,-4 13-33,21-3 0,2 3-682,1 7 1,2 3 641,1 3 1,3 2 50,2 3 0,3 0-180,4 0 0,2-1 191,2-1 0,3-2-112,5-3 1,3-2 100,13 17 0,14-13 0,4-13 90,4-11-90,1-5 50,-14-16 1,0-4 207,13-10-219,-16 2 1,-3-4 228,1-13 785,-7-11-358,-8 21-471,-5 0-224,-5 24-537,0 25 1407,0 9-870,0 9 0,0 4 0,6 10 61,7-13 1,4-4-62,16-12 84,-5-11 0,3-4-39,23-18 171,-21 3 1,-1-2-189,2-4 0,-1-4-28,10-9 0,-3-1 61,-12 9 1,-3 0-34,6-6 0,-5 1 5,-7 0-100,-7 5-303,-7 8-1568,-4 5-1805,-5 4-3114,-4 5 6967,-4 5 1,4-3-1,1 3 1</inkml:trace>
  <inkml:trace contextRef="#ctx0" brushRef="#br0" timeOffset="35719">21511 7165 8378,'0'0'0</inkml:trace>
  <inkml:trace contextRef="#ctx0" brushRef="#br0" timeOffset="36388">18180 7686 10406,'-53'-14'534,"0"1"0,3 0 0,4 3 228,-10-1-157,9 2-134,10 3 706,11 0-461,8 2 80,8 1-404,5 0 135,3 1-527,9 0 0,18-3 212,29-1-195,-7 0 0,6 0-647,-9 2 0,3-1 0,2 1 649,-6 0 1,2 0 0,1 0 0,1 0-443,4 0 0,2 0 0,0 1 0,1-1 425,3 1 1,1 0 0,0 0 0,1 0-318,-11 0 1,0 1 0,0-1 0,2 1-1,3 0 323,-4 0 0,2-1 0,2 1 0,1 0 0,0 0 0,1-1 0,-2 1-15,0 0 1,-1 0 0,1 0-1,0 0 1,0 0 0,-1-1 0,0 1-238,9 0 0,0-1 1,-1 0-1,0 1 1,-1-1-1,-2 1 253,3 0 0,0 0 0,-2 0 0,-3 0 0,-5 0-6,4 0 1,-6 0 0,-1 0 137,-5 0 1,-1 1-1,-2-1-141,10 0 0,-4 0 407,-11 1 0,-3-1-508,8 1 1028,-22 0-2070,-19 1 2961,-24 2-4989,-23 6 3171,9-3 0,1 0 0,-9 4 0,3-1 0</inkml:trace>
  <inkml:trace contextRef="#ctx0" brushRef="#br0" timeOffset="36641">18327 7578 14315,'55'-9'2,"0"0"0,1 0 1,3 0-1,0 0 0,1 2-2,-1 1 0,0 1 0,1 0-1352,-11 1 1,1-1 0,0 2 0,0-1 1356,2 0 1,0 0 0,0 1 0,0-1-12,-1 1 0,0-1 1,0 1-1,-1 0-38,-2 0 1,-1 1-1,0-1 1,0 1 39,9-1 0,-1 1 1,-2-1-117,-6 2 1,-2 0-1,-1 0-838,11 0 1,-5 0 1163,-11 1 0,-6 0 1,4-1-1,-19 0 0</inkml:trace>
  <inkml:trace contextRef="#ctx0" brushRef="#br0" timeOffset="92422">4527 7925 9633,'-29'-11'268,"-1"2"-156,21 9-67,-3 0 123,7 0 12,3 0 11,-1 0 2374,3 0-2531,10 0-12,4 0 45,14 0-56,3 0 113,6 0-112,3 0-1,4-1 11,-1 0 12,2-1-12,-15 0 1,0 1-12,30-3-3403,-3 0 3392,-9 0 112,-7-2-34,5 0 57,10-2-57,-1 4-67,-14 3 34,5 1-34,-11 0 3381,3 0-3291,12 0-79,-17-1-22,15 0 34,-13-1-34,3 0 0,-1 0-34,1 0 68,0 0-1,-1 2-21,0-1-12,-2 0 0,-1 1-12,-4 0-32,-1 0 44,-1 0 56,12 0-56,-9 0 0,9 0 0,-1 0 44,2 0 35,11-2-1,-11 0-44,0 0-1,-11-1 1,3 0 22,5-2 11,3 0 12,7-2-46,-13 4 1,1 0-34,21-2 0,-20 3 0,-2 0 0,15 1-23,-5 1 68,0 0-45,12 0 23,-12 0-23,10 1 22,-17 0 12,17 1-34,-15-2 0,12 0 45,-5 0-34,-10 0 12,10 0-1,-11 0-22,1 0 23,1-2 44,-1-2-67,0 1 11,-3 0 0,-1 2-11,-2 0 0,-1 0 34,0 0-34,2 1 33,1 0-66,2 0 89,4 0-34,4 0-11,3-1 23,-1 0-51,-12 1 0,-1 0 17,14 0 79,13 0-79,-23 0 11,-1 0 34,13 0-45,-11 0 0,10 0 11,-16 0-11,-1 0 0,0 0 22,-1 0 46,14 0-46,-10 0 12,10 0-3426,-12 0 3392,-1 0 11,4 0 45,0 0-45,4 0 0,2 0-11,12 0 0,0 2 0,3 0 5,-18 0 1,-1 0 33,0 0 1,0 2-40,-4-2 0,-2 0 0,21 3 22,1 0-11,0-1-11,-2-2 0,-13 1-33,0-1 3414,0 0-3381,0 1 22,-1 0-22,13 0-11,-13-1-68,8 1 79,-16-1 0,-2 0 12,1 0 44,2 0-56,3-1 0,5 1 0,3 0 11,5 0-11,1-1 0,2 0 22,-2 0-22,9 0 23,-13 0-23,-6-1 89,-20 1-33,-12 0-4762,-4-1 4706,-10-6 0,8 5 0,-8-4 0</inkml:trace>
  <inkml:trace contextRef="#ctx0" brushRef="#br0" timeOffset="158647">18898 12846 11649,'-35'22'-329,"-1"1"0,0 0 1,-2 3-1,5-4 1,7-10-1</inkml:trace>
  <inkml:trace contextRef="#ctx0" brushRef="#br0" timeOffset="159568">19233 12376 13162,'-7'-3'202,"2"0"67,5 3 201,0 0-425,-12-2 168,10 1 11,-10-2 56,12 3 2712,0-1-2767,0-2-24,2-2-55,0-3 67,2-2 78,0 0 56,-1 0 292,-1-1-57,-1 5-335,-1 0-102,0 4-66,0 2-158,1 12 79,4 12 56,2 22-45,2-3 1,1 2-24,-2-11 1,-1 0-6,5 18 1,-1-2-835,0-5-808,-2 3-795,-7-28 2454,-8-7 0,5-6 0,-6-5 0</inkml:trace>
  <inkml:trace contextRef="#ctx0" brushRef="#br0" timeOffset="160537">19843 12058 15269,'0'-7'45,"0"2"-12,-53 5-33,17 14 0,-3 4-234,-11-6 1,-1 3 249,-2 13 1,5 3 56,12-9 0,4 0 72,2 0 1,2-1 249,-17 17-137,13-7 112,13-7 156,11 4-212,6-8-23,16 7 264,11-12-376,18-1-89,11-5-107,-11-6 0,1-1-151,-13 0 0,0-1-634,8-1 1,-2 0-1361,0 0-662,-7-3 1200,-7-1 1568,-5-6 56,-6-1 1468,-6-1 548,-4 0-144,-2 1-662,-1 1 1714,-10-3-1546,1 4-974,-2-2-449,6 8-146,6 1-458,0 6 167,3 8-470,5 7-774,6 8 303,6-1-437,0-4 739,3-7 1401,-11-7 1670,0-4 728,-16-14-1445,-6-1-404,-7-11-78,-5 1 134,1 0-403,4 4-68,5 3-268,6 6-146,3 1-101,6 1 0,12-3 17,12-2 0,5 0 39,-2 1 0,2 1-389,16-4 1,2 1 399,-10 4 1,-2 0 10,1 1 1,-1 0 22,-4 1 0,-1 0 11,2 0 1,-3 1 55,6-1 157,-7 1 34,-26 4-169,-22 11-44,-2 6-62,-6 5 0,0 4-50,-6 12 400,12-12 0,4 0-535,6 5-123,7-4-33,12-6-102,10-5-246,38-8 684,-8-13 22,-15-1 0,-1-5 145,-3-11 1,-6-6 280,5-21-101,-13 15 0,-6-1 171,-22-21-289,0 28 0,-4 1-134,-7 1 0,-3 2-73,-5 1 0,-2 3-613,0 3 1,-1 2 567,1 4 0,0 2-112,-22-3-4235,7 15 907,24 14-3372,11 13 6857,32 9 0,-11-15 0,9-6 0</inkml:trace>
  <inkml:trace contextRef="#ctx0" brushRef="#br0" timeOffset="161364">20970 12212 19493,'-57'-2'26,"1"0"0,3 3 1,3 6-55,18 4 0,3 5 22,-1 4 1,1 4-7,-4 15 1,3 3-62,10-10 0,2 0-28,-2 10 0,5-1-783,8 9-2,4-10 516,17-11 370,8-15 101,18-7-45,9-16 79,1-8-361,0-15 697,-26 11 0,-2-1-57,0-1 0,-2-1 12,-2-1 0,-1 0 89,12-22-246,-9 5 79,-4 3-348,-9 16-67,-1 4-34,-5 15 348,1 3-538,6 18 179,3 1-526,5 16-214,3-6 113,9-1 649,-5-14 90,6-5 123,-1-43-33,-9 1 72,-7 3 1,-3-4 7,-3-9 1,-3-1 125,0 9 1,-2 0 50,1-10 1,-2 0 247,0 6 1,-2 4-69,-1-9-113,-1 1-279,0 35-326,1 11 191,2 21-33,0 20 33,1 7 0,2 6-23,5 1 1,1 2-37,-2-12 0,0 1 1,0-3-4,5 4 1,1-6-7,-3-10 1,0-5-161,4 2-75,-4-13-358,5-3 404,-4-11 100,6-3 56,5-11 788,20-26-710,-15 7 1,1-3 22,7-8 0,-1 0-106,-9 9 1,-1 1 117,10-15 44,-24 32 90,-5 7-45,-4 5-101,-9 1-79,-7 7 79,-15 11 79,-8 12-1009,-2 13 919,3 4-29,22-12 1,2 1-342,-2 14-2203,21 8-1876,22-32 4460,22-11 0,-17-9 0,-3-5 0</inkml:trace>
  <inkml:trace contextRef="#ctx0" brushRef="#br0" timeOffset="161544">22141 12439 16591,'-12'41'18,"0"1"1,1-4 0,0-3-837,-7 6 818,-8 2 0,12-21 0,-3-2 0</inkml:trace>
  <inkml:trace contextRef="#ctx0" brushRef="#br0" timeOffset="162205">22684 11973 19785,'11'52'44,"-1"-1"1,-1-2 0,-1-3-45,-5-13 0,-1-2-22,1 26-124,-2-12-291,0-11 11,-1-10 112,0-9 202,-1-8 90,-10-7 22,1-15 258,-10-11 10,8-18-235,2-11 168,7 22 1,1-1-319,0-2 1,1-1 446,0 0 1,2-2 34,3-8 1,3 0-69,2 10 0,1 2-297,1 2 0,2 5-135,17 2 124,12 60 90,-6 10-365,-9-3 0,0 3 286,-7-4 0,-2 0-23,1 0 1,0-2-51,-3-3 1,0-2 281,-1-5 1,-1-2-333,10 11 123,-5-12 353,-7-14-162,-5-6 145,-5-4 975,0-19-795,-2-40-444,0 28 1,0-2 129,0-12 0,0 0-202,0 11 0,0 3-11,2-22-113,-1 9-268,1 15-829,-1 12-1636,-1 9-1278,-2 10-3440,-10 11 7725,-4 11 1,3-8-1,2 0 1</inkml:trace>
  <inkml:trace contextRef="#ctx0" brushRef="#br0" timeOffset="162710">23224 12094 20557,'1'33'-1736,"0"6"-57,-1 6 90,0 0 67,6-7 1221,2-11 819,10-9 1389,-6-10-135,-1-10-269,-8-11-234,-3-12-338,-1-10-267,-5-7-114,-1-2-55,-4-1-224,5 1-157,3 0-34,5 0-10,11-3-586,8-1 597,13-1 33,1 4 45,2 2-34,-3 6 157,-3 7-11,-6 6 224,-1 5-202,-10 9-56,-1 2-123,-10 8 79,6 24 33,-1 6 0,1 5-90,1 13 1,0 4-1227,0-3 0,-1 0 1192,-3-3 1,-2-4-1474,-2 7 308,-2-8-885,0-6-436,0-9-68,0-7-1019,0-9-1524,0-5 5109,0-5 0,0-1 0</inkml:trace>
  <inkml:trace contextRef="#ctx0" brushRef="#br0" timeOffset="163115">23863 11969 20468,'-36'3'-12,"1"1"1,0 0 0,4 5-56,-9 20-11,7 5 33,11-1-22,10-1-146,6-2-67,6-5-124,11-3-100,9-7-516,17-6-33,10-4 661,7-4 392,-15-8 0,3-6 818,-7-7 0,0-4 0,-1-4-34,-1-2 1,-2-3-1,-1 0-594,-1 1 1,-2-1-1,-4 2 28,-3-9 1,-6 6 139,-4 10-245,-4 11-113,-3 8-180,-2 4 35,-1 16-763,-1 23 1,-1 7-2842,-2-6 1,0 2 3748,1 12 0,0-3 0,-4-3 0,7-34 0</inkml:trace>
  <inkml:trace contextRef="#ctx0" brushRef="#br0" timeOffset="163261">24351 11498 9935,'0'0'0</inkml:trace>
  <inkml:trace contextRef="#ctx0" brushRef="#br0" timeOffset="163694">24661 11751 20367,'-38'1'37,"-1"1"1,3 4-1,6 6-37,3 41-1276,15-22 1,2 1 1258,2 0 1,1 1 101,3-2 0,1-1-286,1 22-606,4-9 191,5-12 824,3-9-264,3-11 56,0-5 100,1-5 1371,2-8-1280,3-8 712,2-10 632,7-13-79,-9 14-1130,-2 2-225,-11 17-90,-4 5 22,6 1 1,5 7 44,10 4 23,31 11-101,-2-11-267,-13-4 1,1-2-602,-7-7 0,0-4-4048,8-7 1,-2-4 4504,9-13 0,-5-2 0,-37 14 0</inkml:trace>
  <inkml:trace contextRef="#ctx0" brushRef="#br0" timeOffset="171174">12477 13040 15101,'-35'7'1658,"5"-1"-1187,23-6-57,-1 2 57,1-1 268,-3 2-537,5-1-23,-1 1-123,3-2 79,3 0-135,9 2 101,10 0-101,13 3 0,6 1 17,15-1 0,6 0-786,-3-1 1,5 0 0,-1-1 768,-6-1 0,-1 0 0,1 0-12,4-2 1,0 0 0,-3-1 3,-13 1 1,-3-1-1,0-1 8,18 2 0,-3-2 0,-6 1 0,0-1-239,3 0 1,-2-1 244,-17 1 0,-1-1-1232,7 1 0,-4-1 1249,-10 1-1,-4 0 68,-17 1-2064,-2 0 1974,-10-2 0,6 1 0,-6-2 0</inkml:trace>
  <inkml:trace contextRef="#ctx0" brushRef="#br0" timeOffset="171622">12594 13145 15471,'-33'-2'1747,"0"1"1,-19-1-1468,49 2 247,3 0-527,9 0 34,14 0 33,24 0-71,-8 1 1,7-1-1,-1-1-526,-4 0 0,0-2 1,3 0 529,1 1 0,4-1 0,0 0 0,-1 0 0,7-3 0,-1 0 0,0 0-729,2 0 0,0-1 0,0 0 721,-2 2 1,1 0-1,0 0-12,-8 1 1,2 0-1,-2 0 1,-3 0-282,15 0 0,-3 1 312,4-1 0,-9 1 180,-24 2 89,-16 1 2052,-9 0-1996,-12 0 2090,-6 0-2426,-18 3 785,13-1-2678,-1 1-7938,18-1 9593,6-2 1,1 0-1</inkml:trace>
  <inkml:trace contextRef="#ctx0" brushRef="#br0" timeOffset="184014">13378 11422 14686,'-8'-42'702,"1"0"0,0 3 1,1 6-98,2 11 426,-2-6-594,1 10-23,0-4-122,1 13-12,0 2-45,2 3 0,0 2 303,0 1-572,1 15 45,0 16 45,0 25-39,0 2 0,1 2-691,0-14 0,0 0 668,0 15 1,0-2-1,-1-23 1,2-3-17,1 24 22,1-8-12,1-11 12,-2-8-67,-1-7-11,-1-7-23,0-2-78,0-6 1493,0-1-1314,-1-4 11,-6-1 11,-13-12 23,-1-7-45,-9-15 0,9-7 23,1-4-1,3-2 28,7 16 1,1 1 5,-4-10 22,1-5 23,6 27 0,4 6 11,0 4-89,2 5-169,0 0 146,4 16 0,7 9 22,5 9 0,2 4-11,-2-9 1,1 2-365,6 10 1,0 0 352,8 9-23,6-1 12,-7-20 22,-3-6 0,-7-16 12,-6-6 11,5-12 16,0-10 1,1-8 5,6-14 0,-1-4-737,2 0 1,-1-1 724,0-4 1,-1 4-34,-11 18 1,-2 3-1331,0-2 1,-2 4 1217,-1 0-1725,-2 1-2298,-10 26 4124,-8 0 0,6 0 0,-4 0 0</inkml:trace>
  <inkml:trace contextRef="#ctx0" brushRef="#br0" timeOffset="195707">16111 13100 17946,'-51'4'1738,"11"-1"-1357,39-3-23,0 1-358,4 2 22,17 1 23,20 3-23,-6-4 1,3-1-506,8 0 0,3-1 483,7-1 0,1-2-4,-15-1 1,0 0-1,0 0-4,1-1 1,0 0 0,2-1-16,0 0 1,2-1-1,0 0 1,-3 0-369,0 0 1,-3 1 0,1 0 390,9-1 0,1-1 0,-6 2 0,-11 1 0,-4 1 22,13-2 157,-23 2 247,-12 2 358,-7 0 12,-1 0 143,-3 1-939,-4-1 1019,1 1-2510,-1 0-7573,4 0 9064,-1 0 0,2 0 0,0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6:00:33.446"/>
    </inkml:context>
    <inkml:brush xml:id="br0">
      <inkml:brushProperty name="width" value="0.09071" units="cm"/>
      <inkml:brushProperty name="height" value="0.09071" units="cm"/>
      <inkml:brushProperty name="color" value="#FF0000"/>
    </inkml:brush>
  </inkml:definitions>
  <inkml:trace contextRef="#ctx0" brushRef="#br0">21477 4983 6451,'58'-14'629,"0"1"1,0-1 0,0 0-1,0 1 1,0-1 0,0 0-1,0 1 1,0-1 0,4-1 0,2 1-1,-1-1 1,-2 1 0,-4 1-1,-7 0 1,-9 3-630,11-5 0,-14 3 45,-10-1 78,-16 8-89,-7-1-460,-5 5-583,1 0 1009,18-11 0,-14 9 0,14-9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06T06:46:05.591"/>
    </inkml:context>
    <inkml:brush xml:id="br0">
      <inkml:brushProperty name="width" value="0.05292" units="cm"/>
      <inkml:brushProperty name="height" value="0.05292" units="cm"/>
      <inkml:brushProperty name="color" value="#FF0000"/>
    </inkml:brush>
  </inkml:definitions>
  <inkml:trace contextRef="#ctx0" brushRef="#br0">10450 8242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6:03:33.016"/>
    </inkml:context>
    <inkml:brush xml:id="br0">
      <inkml:brushProperty name="width" value="0.09071" units="cm"/>
      <inkml:brushProperty name="height" value="0.09071" units="cm"/>
      <inkml:brushProperty name="color" value="#FF0000"/>
    </inkml:brush>
    <inkml:brush xml:id="br1">
      <inkml:brushProperty name="width" value="0.05292" units="cm"/>
      <inkml:brushProperty name="height" value="0.05292" units="cm"/>
      <inkml:brushProperty name="color" value="#FF0000"/>
    </inkml:brush>
  </inkml:definitions>
  <inkml:trace contextRef="#ctx0" brushRef="#br0">4057 8869 11381,'-4'7'717,"0"-2"-616,4-5-101,0 0 145,-8 3-33,7-2 68,-4 2 44,8-3 44,3 2-9,-1 0-24,3 0 90,2 2-34,4-2 11,7 0 12,3-2-78,8 1-135,5-1-1,6 0-21,8 0-29,-9 0 1,2 0-40,-9 1 0,0-1-211,13 0 1,0 0 210,-14 1 0,-1-1 34,1 0 0,0 0-1,0 0 1,0 0 17,2 0 0,0 0-51,2 1 0,1-2 22,2-1 1,1 0 22,2 0 0,0 0-410,1-1 1,1-1 392,0 1 0,-1 1-34,2 1 1,0-1 5,0 0 1,2 0 4,0 0 1,1 0-551,1 0 1,0-1 555,3 0 0,-1 0 0,1 0 1,2 1-31,-6 1 1,4 1 0,9-2-309,-16 0 0,6-2 0,6 0 1,2 0-1,2 0 0,-3-1 0,-2 1 1,-6 1 321,2-1 1,-5 2 0,-1-1 0,1 0-1,6 0-9,-5-1 1,5 0-1,4-1 1,2 0-1,0 0 1,-1 0 0,-5 0-1,-6 1 1,-7 0-74,6 0 0,-9 0 1,3 0 72,6 1 0,4 0 0,1 1 1,-3 0-6,2 1 1,-3 0-1,4 1 11,-1 0 0,2 1 0,4-1 0,4-1 27,-13-1 1,5-2 0,3 0 0,2-1 0,0 0 0,-2 1 0,-3 0 0,-5 1-352,15 0 0,-7 1 1,-1 0-1,6-1 321,-11-1 0,6 0 0,2-2 0,1 1 0,-4 0 0,-7 0 0,-8 2 0,6 2 0,-7 0 177,2 1 0,0 0-177,1-1 0,-1 1 0,0-1 0,3 1-11,8-1 0,6-1 0,-1 0 3,-5 1 1,-2 0-1,2-1 19,-6 1 0,1 0 1,0-1-1,-3 1-11,4 1 0,-2-1 0,-3 1 5,3 0 1,-1 0-233,-6 0 1,2 0-1,-2 0 227,6 0 0,-1 0 758,13 0 1,0 0-737,-18 0 1,-1 0-1,1 0 0,2 0 71,0-3 1,2-2-1,0 1-771,9 0 1,1-1 703,-5-1 0,3-1 0,-3 1-4,9-1 1,-1 1 718,1 1 0,2 1-734,-8 1 1,4 1-1,-1 2 0,-1 4 1,0 1 0,-1 1-20,0-3 1,-1 0 0,-1 3 15,-5 1 0,-3 2 0,-2 0 1,-1-1 1,-1 1-252,15 0 1,0-1 245,-13-2 0,-1 0 801,13-1 0,-1 0-796,-13-4 1,-1 0-6,3-1 0,1 1 34,3-1 0,2 0-29,4 0 1,1 0-12,4 0 1,0 0 5,3-1 0,1 1-158,-20-1 0,0 1 0,1-1 158,-2 0 0,0 0 0,4 0-3,6-1 0,6 1 0,0-1 1,-5 0 5,-5 0 1,-3 0 0,3 1-2,3-1 1,4 0 0,-2-1 0,-5 1 2,5-2 1,-5 0 16,3-1 1,0-1-18,-2 0 1,1-1 5,-1-1 1,1-1-9,-7 1 1,2-2 0,-2 2-16,3-3 1,-2 1 11,9-2 0,-4 0 1714,-5 1-1691,-15 3 1019,-14 4-839,-8 2 818,-3 1-7340,-1 1 6653,0 4 1,0-3 0,0 2 0</inkml:trace>
  <inkml:trace contextRef="#ctx0" brushRef="#br0" timeOffset="4123">21796 6138 16075,'0'-24'415,"4"4"-415,17 20 56,18 6-56,-7-1 0,3 1-696,8 2 0,2 2 696,8 0 0,2 0 0,-16-3 0,1 0 0,1-1 7,1 1 1,0-1-1,-1-1-7,0 1 0,0-1 0,-2-1-6,18 3 1,-3-1 5,-6-1 0,-3 0 78,-7-2 1,-2 0-12,15 0 655,-19-2-262,-17 1 11,-9-2-1,-4 1-11,-2-1-470,0 3 1118,0-1-1185,1 20 162,1 13 0,1 7-17,-1 7 0,-2 5-707,1 1 0,0 4 0,-2 1 670,-2-14 1,-1 0 0,-1 1 0,-1 1-31,0 4 0,0 0 0,-1 2 0,-1 2 0,1-9 0,-1 4 0,-1 0 0,0 1 0,1-2 0,0-3-555,0 9 1,0-4 0,0 0-1,1 1 546,0-3 0,1 2 0,-1-1 0,2-1 0,1-5 16,0 1 1,2-4-1,1-1-13,0 14 1,1 0-237,3-13 0,0 1 0,1-3 242,1 4 0,1-2-105,4 9 1,1-3 121,-2-17 0,1-4 6,9 24-23,-2-7 1194,-4-8-1217,-1-8 46,-4-9 2355,-3-7-2333,-2-6 1130,-2-4-10,-1-2 270,-13 0-1244,-18 0-180,0 1 0,-4-1 6,-16 2 0,-5 1-645,10-1 1,-2 1 0,-1-1 511,-7 2 1,-1 0-1,-2 0-369,13 0 1,0-1-1,-1 0 1,1 1-455,0-1 1,0 0-1,1 1 1,0-1 938,-12 0 0,1 1 0,5-1 0,3 0 0,6 0 0,12-2 0,-1 1 0</inkml:trace>
  <inkml:trace contextRef="#ctx0" brushRef="#br0" timeOffset="10987">6987 6940 9532,'1'-5'1423,"0"0"706,-1 5-1490,-21-18-23,15 13-180,-16-13 696,18 15-560,2 3-381,0-2 189,1 2-391,1-2 22,11-4 34,18-5-45,-2 2 0,3-1-966,12-1 0,4-1 966,8-1 0,4 1 11,-14 5 0,1 0 1,1 1-12,3 1 0,0 0 0,1 1-8,0 2 1,0 0 0,3 0-10,-4 1 0,3 0 0,-1 1 0,-3 0 17,-2 0 0,-2 1 0,0 0-4,7 0 1,0 0-1,-6 1-386,13 3 412,-23-1-22,-18-1 135,-11-2-1,-5 2-179,-1-3 1674,2 2-2335,1 0-1211,3 6 1917,2 7 0,-3-5 0,-1 1 0</inkml:trace>
  <inkml:trace contextRef="#ctx0" brushRef="#br0" timeOffset="17782">6580 8340 15000,'-32'-20'594,"5"4"-516,27 16 1,-1 0-35,1 6 24,4 4-3124,41 26 3156,-21-21 1,4 0-23,18 6 1,9 2 0,-1-2-313,-13-6 1,-1-2 0,5 2 239,0 0 1,6 2 0,3 0 0,-2 0-1,-4-1 16,6 1 1,-3-1-1,3 1-20,-5-2 0,4 2 1,2 0-1,-3-1 1,-5-2-672,-1-1 0,-5 0 0,1-2 672,9 3 1,0-1 0,-6-1 18,-12-4 1,-3-2 89,16 6 45,-26-5 2073,-6 0-2028,-14-2 846,0-1-992,0 1 3493,0-2-3493,0 0-67,-12-2-371,-16-1-402,-1-6 0,-2-1 341,-1 1 1,-1 0 89,-7-4 0,-2 0 123,-13 1 0,1 3-1111,10 2 0,-1 1 1348,5 1 1,-2-1-1,2 2 15,-4 0 1,1 2 5,-2 1 1,1 1 144,2 0 1,-1 1 549,-11 5 0,3 0-308,-1 0-415,-5 3 11,103-11-471,11-1 521,-4 0 1,10-3-43,-18 0 1,5-2 0,1-1-1,-3 1 42,6 0 0,-1-1 0,2 0-61,-1-1 0,4-1 0,0-1 0,-5 1-4,1 0 1,-3 0-1,-1 0-141,-3 0 1,-1-1 0,1 0 144,3-1 0,0-1 0,-4 0-81,2-1 0,-5 0 137,-3 2 0,-7 1 20,-13 1-7538,-38 14 8015,-5 0 0,0 1 1,4-2-1</inkml:trace>
  <inkml:trace contextRef="#ctx0" brushRef="#br0" timeOffset="29768">16402 7732 10563,'-5'0'2543,"2"0"415,3 0-1412,-31-3-1333,24 2-10,-24-4-159,31 5-44,0-1-44,4 1 44,13 0 168,19 0-79,-6 0 1,4 0-46,10 0 1,3 0-1400,9 1 1,4-1 1357,-16 1 1,1-1 0,2 1 18,4 0 1,2 1 0,0-1-458,3 1 0,1 0 1,4 0 431,-9 0 1,5 1 0,1 0 0,-1 0-1,-3 0 6,0-1 0,-3 1 0,1 0 0,1 0-241,-1 0 0,3 1 0,1-1 0,-3 1 0,-5-1 241,5 1 1,-6 0 0,-1 0-10,13 1 1,-5 1 10,-12-1 1,-4 0-50,14 2 100,-23-1-56,-14-3 1876,-7 0-1887,-5-2 1472,1 0-1461,0-1 1966,0 1-1966,2 0 22,-3 1 1,0-1 21,-2 0-5826,-1-1 5782,-10 1 0,8 0 0,-8-1 0</inkml:trace>
  <inkml:trace contextRef="#ctx0" brushRef="#br0" timeOffset="30193">16931 7794 16804,'9'0'437,"28"0"-303,11 0 1,7 0-1147,-11 0 0,1 1 0,2-2 1056,7 1 1,1-1 0,1 0-617,-11 0 0,1-1 0,0 1 0,0 0 583,1-1 0,0 0 0,0 0 1,3 0-15,2 0 1,2 1 0,1-1 0,-1 0-1,-3 0-214,-2 1 1,-2-1 0,-1 1 0,2 0 216,9 0 0,2 0 0,-1 0 0,-6 0-246,10 1 0,-7-1 246,-10 1 0,-4 0 892,19 0-724,-32 0 2179,-14 0-2146,-14 0 2795,0 0-2996,-3 0 1235,-1 0-2322,-2 0-1034,-1 0-3055,-1 0 5176,-2 0 0,4 0 0,0 0 0</inkml:trace>
  <inkml:trace contextRef="#ctx0" brushRef="#br0" timeOffset="49114">16927 7648 13476,'-22'-9'2140,"1"-2"-1927,16 9 157,-3-4-90,2 2 45,2 1-157,1 0-146,2 1-22,1 0-11,11-2 0,17-3 11,28-2-323,-17 3 1,8 0 330,5 1 1,9 1-1,3 1 1,-5-1-457,-5 1 0,-3 0 1,6 1 433,-10 0 1,8-1 0,2 1 0,-1 0 0,-3 0 0,-7 0 9,3 1 1,-7 0-1,1-1 19,14 0 0,1-1 0,-9 1 97,7-2 190,-15 1 438,-39-5-729,-8 2 1,-3-6 502,-5 0-672,6 6 512,2 0-2562,6 5 747,0 1 1,0 0 0</inkml:trace>
  <inkml:trace contextRef="#ctx0" brushRef="#br0" timeOffset="63061">14914 8703 15627,'-10'-4'269,"15"-2"-202,26-2 135,25-4-1965,-19 4 0,4 0 1875,8-1 0,2 1-67,8-2 0,1 2-27,-16 2 1,0 0 0,1 1-719,4 1 0,0 0 0,2 1 700,1 0 0,2 1 0,0 0 0,3 1 0,1 0 0,0 0-37,1 1 1,1 0 0,-1 0 43,-1 0 1,0 0-1,-2 0-7,-2 1 0,-2 0 0,-1 0 3,-6 0 1,-2 0 0,-2 0-255,9 1 1,-5 0 255,-12-1 1,-4 0 969,5 0-751,-21-1 2674,-8 0-4220,-5 1 1790,0 4 0,1-4 0,0 4 0</inkml:trace>
  <inkml:trace contextRef="#ctx0" brushRef="#br0" timeOffset="84147">12387 9768 8030,'8'3'23,"-2"0"-5695,-56 0 5594,13 0 44,-4 0 1,-3 0 693,13-2 0,-1 0-683,-18 0 1,-3 0 22,-6-1 0,2 0 0,14 0 0,2 0 0,7 0 0,1 0 0</inkml:trace>
  <inkml:trace contextRef="#ctx0" brushRef="#br0" timeOffset="85250">11164 9709 15381,'-59'0'2196,"13"0"-1803,45 0-214,1 0-78,6-3-34,18-4-56,28-9 48,-6 4 1,10-1 0,5 1-561,-14 2 1,2 1 0,2-1-1,3 1 1,1 0 504,-2 1 1,2 0 0,2 0 0,2 0 0,0 1 0,-1-1 0,-2 2-366,-3 0 0,-2 0 0,0 0 0,0 1 0,0 0 0,0 0 1,0 1 361,2 0 1,1 1-1,-1 0 1,1 0 0,-1 1-1,1 0 1,0 0-7,-1 1 0,2 0 0,0 0 0,-1 1 1,-1 0-1,-1 0 0,-2 0-222,5 0 0,-3 1 0,-1 0 0,0 0 0,2-1 228,-3 1 1,4 0 0,-1 0 0,0-1 0,-4 1 0,-5 1-2,7 0 0,-5 1 0,-4-1 0,8 1 0,-6 0 22,-10-1 1,-6 0 178,-2-1 1408,-11 1-970,-15-1 1568,0 0-3237,7 4-651,11 4-348,21 9-139,-10-6 0,2-1 2619,9 1 1,-1-1-1,9 3 1,-6-7 0</inkml:trace>
  <inkml:trace contextRef="#ctx0" brushRef="#br0" timeOffset="86799">6752 10363 14764,'-36'-13'455,"-1"-1"1,5 3 0,6 1-7,9 3-281,10 4-258,4 1 90,24 1 168,15-2-73,-3 2 1,4-1-91,7-1 1,3 1-1691,8 0 0,1 1 1703,-16 0 1,1 0 0,4 1-5,2 0 0,5 0 0,1 0 0,0 1-433,1 0 1,2 2 0,-1-1 0,0 0 418,0 0 0,-1-1 0,0 0 0,-2 1 0,10 1 0,-2 1 0,-8-1-11,-8-2 0,-7 0 11,13 2 101,-23-3 33,-16 1-761,-7-1 1167,-7 0-540,-15-9 0,12 7 0,-11-7 0</inkml:trace>
  <inkml:trace contextRef="#ctx0" brushRef="#br1" timeOffset="91060">10035 9018 24575,'0'0'0</inkml:trace>
  <inkml:trace contextRef="#ctx0" brushRef="#br1" timeOffset="96067">15864 11751 24575,'0'0'0</inkml:trace>
  <inkml:trace contextRef="#ctx0" brushRef="#br0" timeOffset="133345">5726 12312 13352,'-38'44'-30,"1"-1"0,2-2 1,3 1 62,2 9 1,2 1-1560,4-11 1,-1 1 1525,2-5 0,-1 3 0,0-3 0,-4 5 0,2 1-11,3-3 0,1 3 0,2-2-34,-2 7 0,3-1-340,5-7 1,1 3 0,2-3-636,6 3 1,2-1-758,2 0 1,0 1 1927,1 0 1,0-2-1,0 6 1,0-11 0</inkml:trace>
  <inkml:trace contextRef="#ctx0" brushRef="#br0" timeOffset="134304">3718 14897 14775,'-7'0'1580,"4"0"-1187,18 0 122,15-2 0,9-2-313,7-4 0,8-1 0,1-1-917,-11 4 1,0-1 0,2 1 0,2-1 720,-1-1 1,1-1 0,2-1 0,1 1-1,2 1-3,-1 0 1,3 1 0,2 1 0,-1-1 0,-1 1 0,-2 0-418,-1-1 1,-3 2 0,-1-1 0,2 0 0,1 1 411,2-1 0,3 1 0,0-1 1,0 1-1,-2 0 0,-4 0-1,1 1 0,-3 0 1,-3 0-1,1-1-127,10 1 1,-2-1-1,1-1 126,3 0 1,1 0-1,-4 0 15,0 0 0,-3 0 34,5 0 0,-6 0-90,-11 2 191,-21 2 1262,-8 1-1677,-17 1 1788,-9 0-3738,-16 5-1008,-17 5 3227,16-3 0,1 0 0,-6 4 0,2-3 0</inkml:trace>
  <inkml:trace contextRef="#ctx0" brushRef="#br0" timeOffset="134620">4069 15176 17745,'31'0'131,"-1"0"0,13-2 0,5-2-109,-2 1 0,4-2 1,2 0-625,-7 0 0,1-1 1,2 0-1,0 0 613,4-1 0,2 0 1,0 0-1,0 0-322,2 0 0,-1 1 1,2-1-1,4 1 299,-8 2 1,3 0 0,1 0 0,1 1 0,-1 0 0,-3-1-327,-4 1 1,-1 0-1,-2 0 1,1 0-1,1 1 322,10-1 0,2 1 1,1 0-1,-2 0 1,-4-1 20,-2 1 1,-1-1 0,-4 1-1,-3 0-99,16-1 0,-5 0 71,4 0 1,-10-1 67,-23 1 672,-16 2-717,-9 0-638,-3-3-6353,0-7 7798,-7-13 0,5 10 1,-5-3-1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06T06:48:16.794"/>
    </inkml:context>
    <inkml:brush xml:id="br0">
      <inkml:brushProperty name="width" value="0.05292" units="cm"/>
      <inkml:brushProperty name="height" value="0.05292" units="cm"/>
      <inkml:brushProperty name="color" value="#FF0000"/>
    </inkml:brush>
  </inkml:definitions>
  <inkml:trace contextRef="#ctx0" brushRef="#br0">7552 9632 24575,'0'0'0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6:07:02.276"/>
    </inkml:context>
    <inkml:brush xml:id="br0">
      <inkml:brushProperty name="width" value="0.09071" units="cm"/>
      <inkml:brushProperty name="height" value="0.09071" units="cm"/>
      <inkml:brushProperty name="color" value="#FF0000"/>
    </inkml:brush>
  </inkml:definitions>
  <inkml:trace contextRef="#ctx0" brushRef="#br0">10488 6270 8905,'6'0'3171,"-2"0"504,-4 0-3642,5 1 1,2 0 167,11-1-167,6 0 145,7-7-56,6-1-21,19-11-24,-13 6-33,13-4-11,-18 8-23,0 1 22,0 2-21,1 1 32,-9 3 1,1-1 34,16-1-74,-15 2 1,-1-1 106,12-2-79,-1 2 57,-2-1-90,-2 2 11,-3 1-11,-3 0 23,-1 1 10,1 0 28,-2 0 1,1 0 6,21 0-46,-16 0 0,1 0 0,2 0 1,-1 0-12,17 0 0,-19 0 1,-1 0 33,21 0-68,-17 0 46,5 0-46,-21 1 23,-2 2-22,0 1 33,1 3-11,1-1 0,2 1 34,2 0-34,1 0 0,2 1 11,-1 0-11,-1 0 22,-2 0-33,0 0 33,2-1-10,2 0-1,1-2-22,16 4-1,-11-3 24,10 2-24,-14-1 46,2 0-68,2-1 34,21 0 45,-10-3-51,-5-1 1,1 0-6,10-2 16,-19 0 1,1 0 11,-4 0 0,0 0-17,16 0 0,10 0-12,-14 0 35,-1 0-46,6 0 79,2 0-44,4 2-12,4 2-221,-27-3 1,0 0 214,1 0 1,1 0 5,1 0 0,0-1 0,0 0 0,2 1 39,14-1 0,0 0-28,-13 0 0,0 0-5,18-1 0,-3 0-6,0-1-23,3-2 46,-30 1 21,-8 1-44,-8 1 486,-2 1-486,-3-1-11,-1 0 0,0 0 22,0 0-235,-1 0-168,-6 4-953,-13 11-4493,-19 6 5838,4-8 0,1 0 0,-7 4 0,-2-8 0</inkml:trace>
  <inkml:trace contextRef="#ctx0" brushRef="#br0" timeOffset="6209">15624 6653 10204,'10'-2'1905,"-2"0"-1457,-8 2 1132,0 0-1065,-13-33-178,8 17 89,-8-25 78,6 25-404,3 7 35,-2-1-90,2 5 11,2 2 100,-1 0-77,0 2 11,1 0-45,1 1-45,16 0 67,7 0 45,25 0-51,-17 0 1,3 0-690,7 0 0,2 0 706,8 0 0,3 0-60,-13-1 1,2 0 0,0 0 14,5-1 1,1 1 0,0-1-12,6 0 1,0-1-1,2 0-573,2 1 1,0 0-1,2 0 551,-14 1 0,0-1 0,1 2 0,-1-1-589,2 0 1,-1 1 0,1-1-1,0 1 600,0 0 0,1 0 1,-1 0-1,1 0-11,1 0 0,-1 0 0,1 0 0,0 0-372,1 0 0,0 0 0,1 0 0,0 0 369,1 0 0,-1 0 0,1 0 1,0 0-191,0 0 1,1 0 0,0 0 0,-1 0 189,0 0 0,-1-1 0,1 0 1,-1 0 4,-2 0 1,0 1 0,0-1 0,0-1-79,-3 0 0,-1 0 0,0 0 0,0-1 80,13 0 0,-1 0 0,-1-1 173,-3 0 0,-1-1 0,0 0-177,-2 0 0,-1 0 0,0 0-4,-2-1 0,-1 1 0,0-1-11,-2 0 0,-1 0 1,1 0 14,-2 0 0,0 0 0,1 0 7,-2 0 0,0 1 1,0-1 290,-1 1 0,0 0 1,2 0-292,13 1 0,2 1 1,-3-1-5,-13 2 1,-3-1 0,2 1 602,7 1 1,1-1 0,-1 1-611,-1 1 0,-2 0 1,-5 0 37,19 0 1118,-12 0 1,-12 0-1097,-32 0-1312,-2 0-6845,-11 0 8296,-14-6 1,9 5 0,-6-5 0</inkml:trace>
  <inkml:trace contextRef="#ctx0" brushRef="#br0" timeOffset="7387">15120 4787 20065,'-14'-16'1266,"14"3"-1216,26 5 1,12 2-46,-7 0 1,3 0-846,15-3 1,3-1 839,-8 2 0,-1 1 33,1 1 1,-1-1-34,0 1 0,0 0-17,-2 1 1,-1 0-124,-4 1 0,-1 1-880,23-2-2934,-10 3 3954,-32 1 0,-1 1 0,-22 0 0</inkml:trace>
  <inkml:trace contextRef="#ctx0" brushRef="#br0" timeOffset="7648">15427 4500 18563,'-12'-4'-235,"0"16"358,7 39-39,1 0 0,0 4-73,2-13 1,-1 1-520,1 14 1,0 0 507,2-21 0,2-2-12,0-1 1,0-2 11,3 28-67,1-8-1849,-1-6-1903,0-12 3819,-1-14 0,-1-10 0,-1-9 0</inkml:trace>
  <inkml:trace contextRef="#ctx0" brushRef="#br0" timeOffset="8325">16390 4506 17790,'3'-20'1356,"0"4"-1356,-3 16-90,0 1 56,1 11 34,1 12 22,2 9 1,1 4 0,4 21-1206,-2-16 1,1-1 1182,3 9-1170,2-7 453,-2-8-1446,-2-8-1243,-2-6 3406,-4-10 0,-1-5 0,-2-6 0</inkml:trace>
  <inkml:trace contextRef="#ctx0" brushRef="#br0" timeOffset="8609">16279 4448 15627,'7'-47'534,"0"0"0,-1 7 1,4 4-457,9 8 0,3 4 23,18-14-671,5 3 582,-1 3-25,-14 14 0,1 3-43,12-3-268,9 2-965,-22 15-862,-3 7-606,-5 6 2757,-6 9 0,-7-8 0,-5-1 0</inkml:trace>
  <inkml:trace contextRef="#ctx0" brushRef="#br0" timeOffset="8818">16656 4452 15538,'23'1'1389,"3"0"-1310,10-1-79,3-2-168,13 0-998,-17-1-2240,1 4-3081,-26 8 6487,-16 6 0,4-4 0,-8 0 0</inkml:trace>
  <inkml:trace contextRef="#ctx0" brushRef="#br0" timeOffset="9003">16315 4927 16075,'51'-7'-12,"0"-1"1,-1 1 0,-4 1 0,-1-1 0,-7 1-1837,7-5 1848,2-10 0,-27 14 0,3-7 0</inkml:trace>
  <inkml:trace contextRef="#ctx0" brushRef="#br0" timeOffset="9379">16877 4630 16037,'53'-13'26,"0"-1"0,-4 3 1,-2 5-27,-11 11 0,-1 5 244,-2-3 0,-2 2-440,3 1 0,-2 0-577,6 0 481,-21-7 8,-14-11 251,-3-5 293,-3-13-227,-2-3 135,-4-2 236,1 2 133,0 5 987,-2 4-1165,4 11-359,-6 2-101,0 10 57,-7 15 15,1 10 1,0 4 28,5-2 0,1 2-147,-5 11 1,2 1-78,9-12 0,3-2-3059,-1 19 3283,9-15 0,-4-16 0,5-12 0</inkml:trace>
  <inkml:trace contextRef="#ctx0" brushRef="#br0" timeOffset="10470">17489 4357 14742,'-8'-32'1081,"0"0"1,-5-23-388,9 39 113,1 2-90,0 4-134,2 2-303,0 5-504,1 1 179,0 22 45,0 9 56,8 27-56,-3-24 0,3 1-486,3 3 0,2 0 486,2-2 0,1 0 0,1-2 0,1-1-123,-1-3 1,1-2-494,14 17-1166,-4-9-907,-7-10-2107,-9-10 4796,-6-6 0,-6-7 0,0-1 0</inkml:trace>
  <inkml:trace contextRef="#ctx0" brushRef="#br0" timeOffset="10638">17368 4646 16927,'31'-27'-37,"0"0"1,0 0 0,13-10 0,-2 7-385,-12 19 1,-2 4-4028,24-7 4448,-9 1 0,-20 6 0,-9 1 0</inkml:trace>
  <inkml:trace contextRef="#ctx0" brushRef="#br0" timeOffset="11284">17703 4686 11840,'48'-10'30,"1"0"0,-3 0 0,-2-2-19,-14 1 0,-2-3-5,6-6 0,-3-2-6,8-11 44,-4-11-10,-28 14 22,-5 1 112,-5 0 34,-5 2 234,-6 3-77,-15 0-348,6 11-11,-11 1 0,11 11 11,0 8-22,2 20 11,10 3 22,2 15-22,18-6 0,8-3 68,13 0-12,4-8-56,2-4 101,-1-9-11,-3-5 100,-3-6 112,-4-2 326,6-7-348,-8-3 0,6-5 314,-3-12-516,-7 5 1,18-19-12,-15 17-45,22-11-55,-22 23-90,13-1 89,-22 15 0,5 18 34,-10 0 0,3 11 23,-3-12 10,-1-5 1178,-2-9-113,1-4-986,0-15-56,14-26-78,0 3-169,10-18-1422,-6 23-1581,-2 4-3238,-3 6 6432,-3 5 0,-8 7 0,-2 2 0</inkml:trace>
  <inkml:trace contextRef="#ctx0" brushRef="#br0" timeOffset="12332">18758 4283 13622,'8'0'1524,"-2"0"-1255,-6 0-258,0 0-22,7 14 22,0 3 168,7 17-134,-2-1 33,1 2-55,1 7 33,-2-11-56,-2-3 33,-5-15-10,-4-10 257,1-2 11,0-2-223,2-11-35,4-7 46,0-15 156,4-6-67,-3-4 515,0 2 415,-3-3-728,-2 18-314,-2 4-56,-1 18 0,0 4-381,3 1 292,9 18 89,5 2 22,10 21-33,-4-14 0,1-1 11,17 12-6,-14-16 0,2-3-439,16-2 434,1-10-23,2-3 34,0-8-11,-3-7 0,-6-10 11,-5-8 22,-8-6 23,-8-17-34,-9 12 79,-5-10-90,-12 21-12,-2 4-77,-8 9-23,-1 8-34,-2 5 12,-2 6 78,-1 12 22,-1 8-22,2 12 23,5 6 400,3 1-390,8 18 23,2-20 0,4 5 12,2-27-24,0-8 24,2-6 10,1-3 90,2-1-22,8-8-68,5-8 56,8-11-22,4-8 34,-12 8 0,1 0-46,7-12-21,4-7 100,-19 25-123,-3 7-56,-6 7 22,-1 4-279,-1 2 290,4 10 23,5 9 0,6 15-11,6 9 22,-3-12 1,0-1-1,11 11 28,-8-17 0,0-3-28,-2-8 157,3-7-100,-9-21-35,-1-8 1,-1-7-6,-2-16 0,-1-4-45,1-3 0,-2-2-612,-5 14 0,-1 0 1,-1 2 628,-1-8 0,-1 2 16,0 2 1,-1 0 89,-7-7 1,-1 3-18,3 15 1,-1 2-34,-6-2 0,0 4 135,0 7-191,4 11-123,4 6-34,2 12 179,2 43-22,1 2-446,2-7 0,2 3 474,1-9 0,3-1-11,3 3 0,1-1 563,3-2 1,1 0-564,0-1 1,1-2-7,0-1 0,1-2-11,-2-2 0,1-1-107,-1-3 0,1-2 107,6-1 0,-1-2 0,-2 1 0,6-5 0</inkml:trace>
  <inkml:trace contextRef="#ctx0" brushRef="#br0" timeOffset="13878">20737 4043 17431,'10'28'-22,"2"9"55,-1-10 1,1 3-29,0 0 1,-1 1 22,0 0 0,1-1-469,8 25 441,-2-6 11,-3-9-22,-3-8 33,-3-8 67,-3-6-89,-3-9 141,-2-2-41,-1-6-88,0-12 10,-6-8 201,-2-18-212,-7-11-11,2-10-208,7 25 1,2-1 207,1-1 0,1-2-23,4-14 1,3 1 22,2 14 0,1 1-50,3-8 0,5 4 10,9 12 1,2 7-39,16-5 50,-14 13 0,0 3-84,9 6 0,-4 8-11,-9 9 123,-8 12 426,-10 12-426,-11-7 0,-5 0 0,-6-2 0,-3-1 17,0 0 0,-2-3 72,-29 8-66,0-23-46,13-5-896,-6-3-706,24-4-1915,8-7 3540,5-8 0,5 5 0,0 0 0</inkml:trace>
  <inkml:trace contextRef="#ctx0" brushRef="#br0" timeOffset="14667">21515 3794 15717,'-42'-36'45,"3"8"-45,12 35 0,0 6-23,-2 27 12,13-4 11,3 14-56,21 0-45,16-13 124,8-4 78,0-18-57,-8-19 46,-11-8-56,-2-8 10,0-8 57,-3 1 34,-2 2 369,-3 0-101,-2 12-403,-1 2-448,0 9 437,0 19 0,0 5 11,0 20 11,3-11 0,1 1-11,2 13-33,8 9-12,-2-27 45,-4-13 45,-1-4 22,-5-9 11,1-1-66,1-7-12,3-8 11,2-10 0,2-8 0,2-8-22,2-4-629,4-6 640,3-3 0,-8 27 0,0 0 0,1 0 0,0 1-12,16-19 1,-3 10-299,-4 15 176,-5 9 10,-2 9 45,-1 15-55,0 9 67,0 17 0,-4 10 67,-4-1 578,-4 0-578,-3-8 260,-1-11-260,0-9 56,0-10 213,0-7 112,0-2-101,-3-3 0,1-9-134,-1-22-314,4 0 0,11-17-448,9 9-841,12-1-3174,4-3 4631,-17 21 0,-2 1 0,3-3 0,-5 3 0</inkml:trace>
  <inkml:trace contextRef="#ctx0" brushRef="#br0" timeOffset="14914">22119 3252 16826,'5'42'19,"1"0"1,0-1 0,-1 0 0,1 0-17,1 3 1,0 4 0,1-6-332,-1-7 1,0-3 316,7 26-941,3-10-2074,-3-9-749,-3-9 3775,-5-13 0,-4-9 0,-2-6 0</inkml:trace>
  <inkml:trace contextRef="#ctx0" brushRef="#br0" timeOffset="15171">22046 3828 16737,'18'-26'257,"-1"-1"1,3 1 0,3 3-12,29-6-128,-23 14 0,2 0-551,1 1 0,-1 1 444,-1 2 1,-1 0 21,25-6 130,-3 6-287,-14 11-10,-9 11-150,-16 11-7022,-24 18 7306,-5-14 0,0 1 0,3-21 0</inkml:trace>
  <inkml:trace contextRef="#ctx0" brushRef="#br0" timeOffset="15302">22540 3381 10417,'0'0'0</inkml:trace>
  <inkml:trace contextRef="#ctx0" brushRef="#br0" timeOffset="15953">22690 3455 12568,'2'-19'3765,"0"7"-3428,-2 3-293,0 7-100,0 2-168,-7 7 213,2 7-57,-5 13 57,6 22 22,10-9-17,9-9 1,5-3-28,18 0 44,-9-13 0,3-4-1718,3-6 0,0-3 1707,17-4-20,-21-2 1,-1-4 41,1-10 225,-7-29-135,-9 7 135,-4-15 212,-4 5-258,-3 18-111,2-3-124,-2 24-156,-2 6 3428,1 3-3305,0 2 125,4 2-91,3 6-35,5 4 1,9 10 67,-2-7 0,-1-2 45,-8-9 67,-8-5-101,1-7 146,6-17-157,-3-1 56,7-18 22,-9 21-10,2-4 88,-7 17 12,-1 2-168,-1 5-470,0 1 448,1 15 10,3 3-10,-1 16-1367,0 3-3217,-2-3 4606,-9-6 0,6-12 0,-6-9 0</inkml:trace>
  <inkml:trace contextRef="#ctx0" brushRef="#br0" timeOffset="16230">23105 3257 18642,'8'31'-42,"-1"0"1,1 6 0,0 1 58,1 8 0,0 1-2213,2 5 0,0 0 2207,3 1 1,0 0-7,1-3 1,2-2 33,-1-3 0,2-2 437,-3-6 1,1-3-483,-2-4 1,0-3 702,7 12-1784,-6-14-2062,-8-13-2363,-4-7 6129,-16-26 0,9 15 0,-8-14 0</inkml:trace>
  <inkml:trace contextRef="#ctx0" brushRef="#br0" timeOffset="16604">23031 2996 10776,'51'-4'347,"0"0"0,-3 0 0,-4 2-200,7 9 77,-6 7 56,-14 11-157,-14 8 414,-14 19-189,-19-11-90,4-13 0,-5-3 16,-14-1 0,-5-4-185,9-5 1,-1-2-17,-16 6 0,1-3-73,1-3-2890,2-1 2890,30-8 0,5-2 0,5-2 0</inkml:trace>
  <inkml:trace contextRef="#ctx0" brushRef="#br0" timeOffset="17712">23777 3260 16793,'-22'-10'45,"-21"1"-57,6 8 12,-13 9-212,8 14 189,15 2 23,1 9-123,19-2 78,11-10-23,9 2-21,9-16 89,7-3-34,2-7 23,-3-9 11,0-6 0,-5-11-22,-6 0 22,-4 0 168,-8 5-56,-2 3-67,-4 5 45,-4 3-90,0 4 11,-2 3-22,2 3-79,2 2-157,2 1 225,0 14 22,3-1 33,4 13-22,15 5 1,-3-10 10,9 1-22,-10-14 11,-2-5 45,-1-2 46,-3-1-2,2-3 12,5-15 12,-2 0-102,4-14-22,-4 3 0,1-3 22,1-1-10,0 1-12,0 1 0,-3 7 11,-2 5-11,-6 8 0,-2 6-146,-4 3-145,1 6 291,2 29 0,1-2 11,3 22 0,-3-13-11,2-4 0,-2-8 0,2-6 45,-1-10 22,-2-6 57,1-4-57,13-18-78,2-6 22,17-17 0,-6-3 22,-12 17 1,-2 1-11,4-6-23,-2 2-23,-15 20-44,-1 6-135,1 1 191,3 6 11,5 7-56,5 5 56,2 5 0,0-3 34,-2-4 67,-5-7 78,0-4-123,6-32-56,-4-1 0,-3 1 0,-1-3 78,2-24-347,-3-3 302,-6 27 1,-2 1-12,1-28 90,-3 7 392,-5 8 80,-2 13-125,-3 10-202,3 9-257,3 7-156,3 2-80,1 20 236,1 8 90,8 24-45,5 8-45,4-13 0,3 0-382,-5-11 1,1-1 381,4 7 0,1 0-212,10 11-1749,-12-22-807,-4-2 2768,-20-24 0,3-2 0,-6-4 0</inkml:trace>
  <inkml:trace contextRef="#ctx0" brushRef="#br0" timeOffset="18095">24411 3036 17442,'16'-35'-4,"0"0"1,2 2-1,3 6-13,6 13 1,3 4 16,0-3 0,0 1 16,1 1 1,-1-1-12,-2 1 1,0 0-6,21-10 0,-11 2 0,-10 2 12,-12-4-236,-10 10 89,-14-3 1,-26 12 67,2 0 11,-11 7 0,20 2-12,9 13 68,7 0-11,8 8 11,12-4 0,9 2 11,14 0-11,4 1 0,3-2 0,-3-1-39,-16 0 0,-5 2 39,-6 4-45,-9 22-56,-34-27 101,-1-9 0,1-2 0,0 1 0,-12 0 0</inkml:trace>
  <inkml:trace contextRef="#ctx0" brushRef="#br0" timeOffset="29498">8489 7233 13633,'-40'-8'1994,"8"1"-1803,32 7-79,0-1-202,5 1 90,7 2 90,9 1-68,10 1 101,8-1-11,10-1 12,8-2-51,-25 0 0,2 0-6,2 0 0,1 0-34,3-1 1,0-1 5,0 1 1,2 0-11,-3-1 1,3 0 0,-1 1-640,6 0 0,0 0 617,-6 0 1,2 0-1,-2 1 10,4 0 0,-2 0-34,2 0 0,-1 0 11,-2 0 1,1-1 5,-1 1 0,-1-1 0,-1 0 0,0-1 11,0 0 1,0 1-1,1-1 0,-1 0-11,1 1 0,-1 0 11,0 0 0,-1 0-5,-1 1 0,-1 0-12,-2 0 0,0 0 0,-3 0 1,0 0 5,27 0 23,-2 3-2974,0 1 2951,1 3 5,-28-4 1,0 0-517,1 1 0,1-1 516,1-1 1,0-1 352,1 1 1,3 0-370,17 0 0,4 1 28,1 1 0,0 1-233,0-1 0,-1 0 188,-7 3 0,-5-1 28,11 2 2603,-3 0-2603,-13-3 0,2-2 5,-10-1 1,2 0 658,11 0 0,1-1-659,-12-1 1,0 0 11,1 0 0,0 0-17,0 0 0,-1 0 0,-1 0 0,0-1 0,-2 1 0,1 0 5,-1 0 1,-1-1-6,-1 1 0,1 0 11,15 0 1,1 0-12,-10 0 0,0 0 0,11 0 0,4 0 16,6 1 1,-1 0-23,-11 0 1,0 1-194,-6 0 0,3 0 0,-2 1 193,4 1 1,-2 0 5,0 1 0,0-1 0,0 1 0,-1-2-23,1 1 1,0-2 44,1 0 1,1-1-23,1 1 0,1-2 11,2 1 0,0-2-587,2 0 1,0-1 581,2-2 0,0 1 5,-1-2 0,0 0-245,-1 0 0,-1 1 234,-4 1 0,-1 0 0,-3 2 0,-2 0 0,-5 0 0,-1 1 0,23 0 0,-12-1 262,-11 0-229,-4-2 460,-14 2-426,-2-1 1991,-12 2-5946,-1 0 4050,-15-2 0,11 2 1,-11-2-1</inkml:trace>
  <inkml:trace contextRef="#ctx0" brushRef="#br0" timeOffset="32290">15307 6854 10910,'0'-9'-123,"0"2"-1356,0 7 1479,0 0 0,0 0 0</inkml:trace>
  <inkml:trace contextRef="#ctx0" brushRef="#br0" timeOffset="35122">14946 6669 13395,'1'-30'823,"1"0"1,0-18 27,-1 45-55,-1 2-736,4 1-93,7 0 78,38-1-40,-10-2 1,3 0-162,1 0 1,1 0 160,5-2 1,-2-1 16,13-1-44,-12 1 133,-14 2-66,-14 1 123,-11 2 1143,-7-3-1154,-6 2-23,-2-3 266,-1 3-265,1 0-135,4 2-258,1 0 258,1 7 0,0 7 11,0 15-11,0 12 0,0 9 23,0 6-29,0-18 1,0 0 5,0 15 11,3 6-11,-2-33-23,4-9 23,-3-5 12,0-5 10,0-1-44,-2-3 33,1 1-11,-1-1-11,0 2 11,1 0 0,0 8-12,4 5 12,-2 1 0,0 1-56,-2-4 23,-1-6 55,0 2-44,0-7 22,0-2 33,0 0-33,0-2 56,-8 0-22,-16-1-34,-8 1 0,-17 1-11,8 0 0,-4 0 22,-10 1 0,-3 1-652,18-2 1,0-1-1,-1 1 641,-2 0 0,-1 0 0,3 0 11,-7-1 1,1 1-373,-1 0 0,-1 1 361,2-1 0,0 2 11,1-2 1,-1 2 25,4-1 0,-3 1 1,3 0-55,-8 1 0,1-1-264,6 0 0,-1 1 0,2 0 281,-4 1 0,2 0 5,-3 1 1,1 0-6,-1 0 0,-1 0 5,-1 0 1,-1 0 5,-1-1 1,1 0-12,-2 0 0,-1-1 0,0-1 0,-2 0-17,-1 0 0,0 0 17,-2-1 0,-1 0 11,20-1 0,-1 0 1,0 0-338,0 0 0,0 0 1,1 0 332,-1 0 1,0 0-1,1 0-13,-20 1 1,1 0 10,2 0 1,-2 0-6,6 0 0,-3 1 0,2 0-351,12-1 0,1-1 0,-1 2 355,-11-1 0,-2 1 0,3 0-10,-6 1 0,3 0-119,-1 0 0,-1-1 119,0 1 1,0-1 5,-1 0 0,-1 0-6,2 0 0,-1 0 6,0 0 0,1-1 22,1 1 1,0-1-23,1 1 0,0-1-11,3 0 0,-3 0 11,7 0 0,-3-1 0,1 1-12,1 0 1,0 0 0,0 0 11,0 0 0,1 0 0,1 1-8,5-1 1,1 0 0,3 1 75,-1 0 1,2 0-103,-1 0 1,-1 0 368,1 0 0,1 0-335,-2 0 0,1 0 0,-1-1 0,-1 0 5,-19 0 1,-1 1-6,14-3 0,-1 0 3,9 0 1,-3 0 0,-1 0 7,-9-2 0,-3 0 1,4 0-12,-1-1 0,-1-1 386,5 0 0,-6 0 0,0 0 1,7 0-387,-6-2 0,3 1 0,5 0 0,-1 1 0,2 0-34,-5 1 1,3 1 33,-2 1 0,-1 0 5,2-1 1,-2 2-6,4-2 0,-2 1 0,2 1 5,-6 0 1,-1 1-10,8 0 0,-2 0 1,2 0 8,-4 3 1,1 1-12,-3 0 1,0 0 16,-2 1 0,-2 0-8,-1-1 1,-5 1 0,3 0-4,12-2 0,1-1 0,-2 1 0,-13 1 0,-3 0 0,1-1 0,2-1 0,1-1 0,-1 1 0,12-2 0,0 1 0,1-1 0,-1 1 0,0-1 0,1 1 0,-1-1 0,1 0 4,-12 1 0,0 1 0,4-1-10,-7 0 0,3-1-5,-2 1 0,1 0 11,2-1 0,1 0 11,0 0 0,1 0-11,2 0 0,1 0 28,1 0 0,0-1-39,2 1 0,-1-1 22,2 0 0,1-1-22,1 1 0,0-1 0,4 0 0,0 0 11,3 0 0,1 0 270,2 0 1,1 0-288,1 0 0,0 0 360,1 0 0,1 0-338,-1 0 1,1 0-6,1 0 0,-2 0-11,-11 1 0,0 0 11,10 0 0,1 0 5,-11 1 1,2 0 220,-17 1-226,0 1 22,2-2 779,2 0-812,0 0 11,3-2-12,1 2 679,3-2-651,16 2 1,0 1-50,-16 0 44,-11 5-11,20-2 11,3 1 119,5-3-52,7 0-44,7-3 11,8 0 768,4-1-634,3-1-167,3-8-12,5-7 33,5-11-33,6-3 34,-1-2 11,-2 2-23,-4 2 45,-4 1-44,-3 2 33,-1 2 33,-2-8-89,0 11 112,-1-6 101,0 10-67,0 4 89,0 2-146,0 6-44,0 3 123,0-1 79,0-3-213,0-3 123,-2-5-135,-1-1 45,-3-2-56,-4-6 34,0 2-22,1 3-23,3 8 22,3 6-22,3 1 0,-1 0-56,1 1 67,-1-1-33,0 2 11,-2-1-23,1 1-33,-3 0-269,-4 0 302,-6 9 57,-11 9-40,-1 6 0,0 4 17,4-5 0,1 0 0,-9 8 0,2 0-34,-6 8 11,0 4-21,9-10 55,5-6-11,10-12 0,9-12-56,0-1 67,2-2-67,1-7 45,6-8 11,6-11 0,8-8-23,3-4-21,1 2-12,0 3 56,10-3 0,-7 10-68,10-3 35,-8 11 33,3 2-152,-2 7 1,1 3-5,4-2 111,18 2 11,-36 9 12,-2 4-57,0 7 79,4 5-594,2 5-1372,1-1 0,2 2-1205,15 17 3171,-10-12 0,-3-2 0,-3-4 0,-6-7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6:07:53.074"/>
    </inkml:context>
    <inkml:brush xml:id="br0">
      <inkml:brushProperty name="width" value="0.09071" units="cm"/>
      <inkml:brushProperty name="height" value="0.09071" units="cm"/>
      <inkml:brushProperty name="color" value="#FF0000"/>
    </inkml:brush>
  </inkml:definitions>
  <inkml:trace contextRef="#ctx0" brushRef="#br0">2700 7301 8804,'-40'-30'739,"7"6"-739,28 24 0,-1 0-11,1 0 11,2 0-11,0 1 22,1 0-22,-2 2 33,-2 0-22,-2 0 78,0 1-44,1-2 156,0 0 349,2-1 1007,-1-1-1154,4 0-224,-1 0-22,2 0-225,0 1 169,11-1 156,9 1-111,22-5 117,3-4 0,5-2-252,-8 3 0,1-1-316,-2 0 1,1 0 0,-1 1 315,7 0 0,-1 1 39,-1 0 0,1 1-39,-1 0 0,1 1 22,-2-1 1,1 1-23,-4 0 0,2 0 0,-3 0-1556,5 0 0,-1 1 1556,10-2 0,-1 2-135,-14 1 0,-4 2 135,10-1-45,3 1 45,-28 0 600,-3 0-600,-1 0 3203,0 0-3203,4 0 660,14-6-649,-8 1-11,8-3 0,-16 4-11,-6 2 11,-5 1 0,-4 1 2174,-2 0-2242,0 0 46,1 0 0,3 0-34,-2 0 33,0 0-33,-3 0-280,-5 11-1445,-10 6-1593,-14 10 3374,-15-9 0,18-6 0,1-11 0</inkml:trace>
  <inkml:trace contextRef="#ctx0" brushRef="#br0" timeOffset="24968">2565 8202 10226,'-11'-38'321,"0"1"1,-1-4-1,0 5-97,0 2-89,-4-6 268,7 14 23,0 2 235,-1-2-370,3 8-145,0 4 101,4 9-169,2 5 213,1 0-291,5 0 11,12 2 101,17 4-22,21 3-698,-17-3 1,3 0 635,11-1 0,4 0-550,-12-1 0,2-1 1,2 1 543,8 0 0,1-1 1,1 1-615,-10-2 0,0 1 1,1-1-1,0 1 592,0 0 0,0-1 0,0 1 0,0 0 0,-2-1 0,-1 1 0,0-1 0,-1 1-269,8 0 0,-2 0 0,-2 1 269,12 1 0,-4 0 290,-8 1 0,-5 1-267,3 2 1224,-13 2 1095,-33-1 1187,-4-5-3003,-5 4 1169,1-6-1695,-1 0 147,5-1-1492,2 2-1187,0 2-4045,3 0 6577,-2-2 0,2-3 0,-2-1 0</inkml:trace>
  <inkml:trace contextRef="#ctx0" brushRef="#br0" timeOffset="64391">14256 10205 14036,'-33'-6'935,"-1"1"1,-20-4-476,43 7-135,2 1 0,1-1-56,2 2-34,2-1-67,1 1 213,3-1-381,4 1 34,11-1-12,15 2 90,20 2-112,3 1 0,9-1-386,-20-2 0,1 0 0,4 0 0,2 0 386,6 0 0,3 0 0,3 0 0,0 0 0,-2 0-574,-5-1 1,-1 0 0,0 0 0,1 0 0,0 0 577,5 0 1,0 0-1,1 0 1,0 0 0,-1 0-3,2 0 0,0 0 0,0 0 1,-2 0-1,-2 0-479,-1 0 1,-2 0 0,-2 0 0,3 0 476,-4 0 0,3 0 0,-1 0 0,-2 0 0,-5 1-258,1 0 0,-4 0 1,-2 0 257,12 1 0,-4 1 216,-12 0 0,-2 0-216,20 1 1747,-20 0-1724,-10-2 2601,-9 0-2624,-5-1 1970,-4-1-1959,-3 0 382,-2 0-169,-1 0-213,1 0 23,2 0-23,2 0-11,3 0 11,-2 0-11,1 0 34,-4 0-34,-2 0 213,-2 0-2701,-3 0 2488,-13-2 0,8 2 0,-7-2 0</inkml:trace>
  <inkml:trace contextRef="#ctx0" brushRef="#br0" timeOffset="65673">17603 9593 17958,'-26'0'460,"13"0"-371,34-1-22,20-2-45,-11 1 1,6-1-476,6 0 0,5-1 1,-1 1 452,10-2 0,2 1-251,-8 1 0,4 0 0,-4 0 256,2 0 1,-4 1-6,-5 0 0,-1 1-44,-6-1 1,-2 0 43,16 0 34,-16-1 246,-15 1-202,-12-1 865,-4-1-909,-3-2 1189,-4-2-1223,-5-2 99,-6-2-177,-18-10 22,4 4 11,-15-7 0,10 7 12,-18-6 33,14 7 11,-9-3-22,19 8 22,6 3 112,5 1-123,7 3 101,5 2-90,3 2-56,2 0 12,5 0 33,9 1 11,13 0 0,15 0 0,9 6 23,7 2-29,-26 0 1,-1 2-365,1 1 0,0 0 359,0 2 0,-1 2 0,7 7 0,-2 1-56,9 11 22,-20-8 1,-7 2 100,-15 4 11,-21 10-33,-18-8-135,12-16 1,-3-1 89,1-1 0,-1-1-168,-25 11-3541,2-1 3709,21-13 0,6 0 0,20-12 0</inkml:trace>
  <inkml:trace contextRef="#ctx0" brushRef="#br0" timeOffset="69407">19706 8011 12725,'1'3'1199,"0"0"605,-1-3-1535,3-4 67,-2 2-179,1-3 23,-2 5-102,0-2 224,1 1-134,1-4-78,5-13-90,-1-1 22,2-11-22,-4 6 34,-2 3-23,-4 0 12,-8 9-23,-9 1-79,-12 10 79,-13 7-22,-10 11 22,23-2 0,-1 3 11,-1 5 0,0 3-649,0 4 0,1 1 615,3 4 1,2 2-6,2 2 0,3 1 17,4 1 0,4 2 11,4-2 0,3 1 0,2-2 0,3-1-112,6-2 0,4-2 106,1-3 1,3-2 5,7-3 0,3-2 0,3-2 0,3-4 0,3-2 0,1-4-410,3-2 1,1-3 403,3-2 0,0-3 6,0-1 0,2-4-17,16-12 1,-1-6 16,-15 4 0,-2-2 11,10-12 0,-4-4-11,-20 7 0,-4-1 28,-3 0 0,-3-1 0,-4 1 0,-3-1 17,2-26 67,-8 5 56,-6 9 1265,-13 7-1433,-2 18 165,-10 4-367,-8 49 135,9-2 44,10 0 1,3 2-45,7-7 0,4-1-1302,5 11 0,3-1 1246,12 11 67,8 4 56,1-36 0,-2-9 78,-3-9 124,8-36-45,-12 1 44,-7 2 1,-1-1 168,-5-16-247,-8-2-55,-6 7-68,-8 6 0,-3 8-90,0 11-168,4 9 2552,4 6-4390,6 12-1243,4 7 3339,6 5 0,-1-4 0,3-5 0</inkml:trace>
  <inkml:trace contextRef="#ctx0" brushRef="#br0" timeOffset="69957">20334 8061 13600,'-45'-5'250,"1"0"0,2 4 0,5 3-161,1 10 113,-3 24-90,14-4 0,4 16 34,16-8-56,9 7 11,10 1-79,5-15 1,2 0-23,15 15 22,-12-19 0,0-2-22,2 4 45,-6-7-11,-7-7 235,-7-5 1344,-3-5-1120,-5-4-448,-5-1-45,-3-3-224,-10-18-504,10-3-393,-1-21-119,19-6 876,0 20 0,3-3 319,3-3 0,4-4 1,-1 2 83,4-8 0,1 1-248,-4 5 0,1-1 0,-2 3 697,-2 1 0,-1 2 400,-1-2 1,-1 2 142,0-7 33,-2 6-402,-9 28-15,-1 7-647,0 0 940,1 8-1052,2 11 229,4 18 1,2 7-90,-1-4 0,0 2-756,1 0 0,0 2 0,0-1 733,3 12 1,0-1-6,1-1 0,0-1-126,0-4 1,1-2-206,-2-4 1,1-2-2281,2 3 0,-1-3-3137,1 8 5748,-1-6 0,-14-34 0,0-8 0</inkml:trace>
  <inkml:trace contextRef="#ctx0" brushRef="#br0" timeOffset="70456">20514 8380 18798,'0'-34'0,"0"-1"0,4 3 0,6 5-22,38 3 22,-20 13 0,1 1-6,1 0 1,1 1 5,-1 2 0,-1 0-90,27-6 56,-22 4 1,-1 0-23,11-4 56,3-4 34,-29 4-34,-9 1-68,-5-2 68,-9 3-11,-7 3-22,-6 3 10,-9 2-10,-1 3-1,0 3-89,-2 11-79,10 9 146,4 5 90,24 17-12,10-23 1,5 0-23,-1 1 0,2-1-264,10 2 0,2-3 252,-9-6 1,-1-1 34,24 14-46,-2 6 1,-23-11 22,-5 6 56,-23-12 67,-14 2 90,-10 1-90,-17 0-45,12-7 1,-2-1 22,-15 4-101,-4 1-12,29-10 529,11-1-1077,6-1-1446,4-3-1893,5 0 3899,8-7 0,-5 4 0,4-3 0</inkml:trace>
  <inkml:trace contextRef="#ctx0" brushRef="#br0" timeOffset="70799">21680 7530 19045,'11'10'325,"-7"28"-1350,-6 8 1,-2 9 1173,0-14 1,0 3-1,1 4-49,0-3 1,0 5 0,0 1 0,0 1 0,1-4-568,-1 2 0,1-2 0,0-1 0,0 3 491,0 1 1,0 3 0,0 0-1,1-1 1,-1-5-25,1 9 0,0-5 0,0-1 0,1-3 0,-1-2 0,0-1-28,0 14 0,0-3 199,-1-10 1,0-2-2049,-2-1 0,-1-4-1977,-3 6 3854,0-9 0,4-30 0,3-6 0</inkml:trace>
  <inkml:trace contextRef="#ctx0" brushRef="#br0" timeOffset="71230">22061 8147 14686,'9'46'157,"0"-1"0,1 1 0,-1-2-124,-3-5 1,1-1-454,-1 0 0,0-2 414,0-4 1,0-2-6,0 17 272,-1-16-609,-5-15 28,-8-12-207,-4-21 494,-9-16 33,10 4 0,1-2-35,0-6 1,-1-3 519,3-3 1,1-4 0,0 2-323,-1-7 0,1-1 162,2 8 0,1-2 0,0 4 16,2 0 1,0 4-56,2 3 0,-1 0 50,1 4 0,0 1-212,7-23-45,5 7-68,13 7 11,10 5-22,10 7-11,8 6-79,3 8-212,1 7-639,-2 4-2382,-25 12 1,-1 4 3398,2 8 1,-2 5-1,-27-11 1</inkml:trace>
  <inkml:trace contextRef="#ctx0" brushRef="#br0" timeOffset="71400">22139 8065 15807,'49'-1'4,"-1"0"0,1 0 1,-2-1-1,-1 0 1,-3-1-594,5-1 1,-4-1-2290,-2 0 1,-1 0 2877,-6 3 0,-3 0 0,4-1 0,-15 3 0</inkml:trace>
  <inkml:trace contextRef="#ctx0" brushRef="#br0" timeOffset="71544">22014 8573 12468,'44'8'-359,"-1"0"0,1 0 1,18 0-1,-7-5 1,-11-11-1,-11-3 0</inkml:trace>
  <inkml:trace contextRef="#ctx0" brushRef="#br0" timeOffset="71901">22624 8167 16199,'-7'-9'504,"2"2"-504,5 7 0,0 0 45,45 39-45,-12-8 0,2 0 0,1 2-6,-14-11 1,-1-2-163,16 16-169,-7-12 80,-7-11 234,-6-7 12,-3-8-11,2-33 22,-3 2 0,0-24 33,-7 14 202,-3 7 875,-10 2-718,-30 16-314,-6 9-33,7 16 0,0 6-630,3 3 0,2 4 585,0 6 0,1 3-6,4 2 1,4 2-35,4-1 1,5 2-431,4-1 0,3-1-2981,8 23 3451,18-13 0,-10-20 0,8-12 0</inkml:trace>
  <inkml:trace contextRef="#ctx0" brushRef="#br0" timeOffset="72158">23350 8077 21196,'2'36'120,"-1"0"1,0 7-1,0 4 1,0 0-116,-1 11 1,0 2-758,0-6 1,0 2 0,1-3 751,0 3 0,0-4-34,0-4 1,-1-1-1015,1 4 1,0-3-750,-1 11-287,-7-6-582,-4-41-3328,-7-27 5994,0-22 0,7 11 0,4-6 0</inkml:trace>
  <inkml:trace contextRef="#ctx0" brushRef="#br0" timeOffset="72375">23320 8280 11224,'8'-57'1475,"0"0"1,0 6-1,2 2-1128,-2 8 1,2 2 5,4 2 0,5 5-198,4 11 1,3 4-145,25-9 6,-21 27 0,-1 11 39,-1 18 0,-6 7-51,-8-4 1,-2 2-571,4 16 0,-7 1 632,-14-13 1,-5-2-12,-1-2 0,-5 0 27,-20 10 1,-9-4-1490,-2-6 0,-3-5-1715,3-1 0,0-5 3121,7-10 0,6-6 0,11-9 0,13-2 0</inkml:trace>
  <inkml:trace contextRef="#ctx0" brushRef="#br0" timeOffset="73927">23661 8151 13162,'26'32'280,"0"-1"0,6-4 1,0-11 335,5-32-291,7-9 179,-32-10 0,-5-4-190,0-9-101,-8 8 0,-6 2 56,-10 2 67,-11 4-213,-12 5-134,7 13 0,-8 4-57,15 15 46,1 12-56,3 13 78,7 15-45,5 12-243,8-27 0,1 0 288,1 1 0,4 1 39,8 7 1,6 0-7,2-6 1,3-4-1,2 0 1,3-5 22,4-6 0,2-10 22,-2-14 1,-2-8 16,0-2 0,-3-2-16,-1-5 0,-5-2 145,0-25-146,-13 13-10,-1 2 664,-1-1-699,-2 14-21,-1 4-12,-2 15-269,-1 2-22,2 14 302,2 4 0,2 16 0,-2 2 12,-1 2-23,-2-3 11,-1-6-11,0-5 0,0-8 0,0-5 101,2-6 33,2-2-22,6-6 0,6-8-101,7-7 12,-1-8 10,1 1 1,-4 2-34,-7 10-11,-5 2-34,-5 10-448,-2 2 482,0 4 11,0 3 0,0 6 22,9 4 90,-2-7-78,9-6-1,-2-17 1,4-9 11,-2-6 0,-2-3-34,3-6 101,3-17-67,-18 34 55,-10-1-111,6 11-22,-6-2-236,7 12 22,1 2 203,0 30 49,5-3 1,1 2-6,-2 3 0,0 1-28,4 5 0,0-2-141,-1 10-122,-4 9 291,-7-28 45,-3 2 33,-7-28-33,5-15-336,0-3-236,27-16 0,9-4 404,4-7 112,3 7 0,3-1 11,-10 12 0,-1 1 33,9-12 169,2-6-34,-25 17 448,-5-3-112,-4 11-32,-2-2-181,-1 12-280,0 3-11,-2 1-224,-13 5 112,3 9 67,-9 9 12,10 11 10,3 3 23,4 13 23,8-15 66,7 4-89,6-22 179,13-4-78,-5-7-11,22-26-79,-16-3-234,-8 0 0,0-3 144,-4 1 1,0-1-118,15-18 0,0-2 190,-10 13 1,1 0 27,11-14 1,-4 4 10,-7 9 102,-6 5-135,-30 26-11,-2 2-23,-14 8-89,6 7 306,3 17 1,2 4-184,-1 12 0,5-5 0,3 0 0,7 4 12,4 0 16,6-7 0,2 0-28,-1 6 0,1-11 0,-2-3 22,-5-6 79,-3-5 145,-23 9-145,0-7-101,-21 7 0,7-9 0,-5 2 0,22-10 0,-2 1 0</inkml:trace>
  <inkml:trace contextRef="#ctx0" brushRef="#br0" timeOffset="74831">20958 10054 20770,'29'-4'422,"1"0"0,5-1 0,3-1-377,5-2 0,5 0 0,-2 0-1268,10-1 1,1 1 1225,-8 1 1,4 0 0,-4 1-4,4 1 0,-3 2 0,0 0 0,1 1-320,-3 1 1,0 0-96,-3 0 1,0 1-292,-4 0 0,0 0 73,-6 0 0,0 0-701,3 0 0,-2 0-4124,7 0 5458,-6 1 0,-29-1 0,-8 1 0</inkml:trace>
  <inkml:trace contextRef="#ctx0" brushRef="#br0" timeOffset="75150">21226 10379 16266,'-39'7'1460,"0"0"0,4 0 1,10-2-352,19-4-773,5 0-291,12-1 78,18 0 68,30 0-877,-16 0 1,4 0 736,8-1 0,4-1-36,-17 0 0,1-1 0,3 1-10,-1-1 1,4 0-1,0-1 1,-4 1-6,1 0 0,-2 1 0,1-1-23,9 1 1,1-1 0,-6 1-169,-7 2 0,-6 0-626,21 0-5559,-21 0 6376,-32 0 0,0 0 0,-16 0 0</inkml:trace>
  <inkml:trace contextRef="#ctx0" brushRef="#br0" timeOffset="76692">17765 11512 19381,'1'-20'-23,"0"21"192,-1 48-164,0 0 1,-2 5 27,0-4 1,-1 0 0,-2 5 0,0-3-12,1-19 0,0-6 12,-5 0-23,5-22-11,-1-4-235,-1-10 201,-4-13 34,-1-22-28,3 13 0,1-4-547,0-5 1,2-3 574,-1-3 0,2-4 15,1-1 0,2-5 1,2 2-16,2 11 0,2 2 0,1-3 0,0-12 0,1-2 0,3 4 0,7-2 0,4 5-6,-2 5 1,2 2-29,4 3 0,0 5-291,7-6 90,-1 10-202,-19 27 157,-5 9-11,-3 14 218,-5 12 0,-3 5 56,-3-4 0,-2 2-27,-2 15 0,-2 1 33,-3-13 0,0-1 11,0-3 0,-1 0-309,-2 2 1,1-2 308,-6 6-56,5-4 56,14-27 22,5-4-11,0-3 1275,11 2-1029,1 0 905,11 4-1139,-2 2 66,2 6-5,-2 6 0,0 4-28,16 18-291,-9-9 1,1 1 239,-5-6 1,0-2 11,1 2 0,2-2-12,0-2 1,1-1-6,0-1 0,0-3-17,1-2 1,0-3-253,26 8-314,-23-14 0,0-2 79,15 0 493,-7-13 78,-25-20 0,-6-9-5,-5-2 0,-2-2-940,0-10 1,-2 1 1000,-2 7 1,-3 4 425,-6-7-213,-5 11-112,0 10 269,-1 8-28,1 8-431,-10 5-56,5 6-225,-13 26 191,19 2 56,0 24 1625,14-5-1569,10 2-112,6 2 39,5-23 0,3-1 51,12 11-40,-11-19 0,1-4 18,8-4-24,-2-9 24,-4-2 44,-1-3 22,-3-8-67,-1-3 79,5-14 245,-7 2-324,-1 3-44,-8 8-34,-6 10-34,-1 1 0,5 2 101,5 9 0,7 11 0,7 13 0,5 7 11,0-1-22,0-7 0,-5-10 100,-1-9-89,-13-8 124,-1-3 279,-7-5-201,-2-7-146,4-8-56,0-15 0,2-10-684,3-13-605,-5 26 1,2-1 1288,6-8 0,1 2 0,-1-2 0,8-1 0</inkml:trace>
  <inkml:trace contextRef="#ctx0" brushRef="#br0" timeOffset="77438">19209 11919 12591,'6'7'773,"-2"-2"-392,-4-5-258,0 0-111,38-50 55,-21 16-56,8-17 0,-3-6 45,-15 14 0,-5 1-71,3 0 1,-3 1 260,-4 5 1,-5 4 812,-15-4-756,-15 17-292,-3 5 0,2 19-11,12 8 0,5 12 0,6 8 0,7 7 0,6 6 0,14 5 68,8-3-63,6-19 1,3-3 93,18 6-82,-17-16 0,1-3-17,9-7 67,11-10-44,-14-8-96,8-11 162,-16-6 202,-9 2 1,1-2 162,3-4 0,-1 0-242,-2 0 1,0 1 44,-1 3 1,-2 4 68,-3 4 118,-7 12-467,-5 5-212,-3 4 90,2 11 145,0 12 22,5 19-11,0 12 34,3 2-96,-2-18 1,1-1-6,1 2-56,3 6-33,-9-37 145,-1-5-11,-1-2 55,1-1 12,4-6-33,4-11-12,7-14 45,3-14-34,4-6-259,0-2 427,-1 5 34,0 7-22,-5 9-191,-2 10-11,-5 9-112,3 7-45,7 14 45,1 12-314,6 17-1411,-6 11-368,-4 6 2205,-9-18 0,-2-3 0,2 2 0,-2 3 0</inkml:trace>
  <inkml:trace contextRef="#ctx0" brushRef="#br0" timeOffset="78405">20348 11524 19224,'0'-44'-45,"0"18"23,0 72-23,0 1-62,2 1 1,2 2-1048,3-12 0,2-4 862,2-3 1,3-4 258,16 1 27,-4-45 0,0-12 6,-5 5 0,-2-2-320,11-16 0,-1-2 336,-9 10 1,-1 1-11,-2 3 0,-1 1 442,8-16 1289,-10 11-1166,-7 18-235,-5 5-123,-2 10-157,0 1-123,-9 12 618,2 7-568,1 10 0,1 3-5,0 19 16,5-14 1,4-1-231,8 14-536,11-5 32,7-11 135,5-11 190,3-11 213,1-6 180,-1-9 22,-5-10 11,-6-11 79,-5-14 78,-7-7 303,-5-7 201,-5 1 12,-3 1-1,-5 7-258,-6 7-66,-5 8-101,-6 9 89,-2 7 45,0 6-325,3 3-44,2 2-46,3 1-89,2 7 45,2 10 11,3 13 34,3 15-34,2 7-884,9 4 906,6 1 23,11-8-12,7-5-175,-6-25 0,2-3 86,13 2 33,12-5 34,-16-20-11,0-10 50,-10-7 1,-1-7-40,4-9 1,-2-3-803,1-1 0,-1 0 746,-2-3 0,-1 1 142,-6 6 1,-2 4 25,4-11 272,-2 4-260,-15 32-46,-2 8-111,-1 3 33,0 10-11,0 4 1633,0 14-1566,0 2 719,2 2-641,25 16-77,0-12-18,-4-12 0,2-2-27,16 8 22,-4-4 11,3 7 56,-19-12-34,-2 3 0,-16-9 270,-5 2-113,-11 6-168,-9 4-129,-4-5 1,-3-1-2517,-15 11-963,15-13 1,1-3 3596,-3-4 0,15-7 0,5-5 0</inkml:trace>
  <inkml:trace contextRef="#ctx0" brushRef="#br0" timeOffset="80440">22365 10473 17633,'-21'23'1928,"-7"26"-2363,10-3 1,0 10 632,4-8 1,-1 6 0,0 2 0,1-3-1009,3-7 0,0-2 0,1 1 0,-1 2 841,0 2 0,0 2 1,0 2-1,1-2 1,0-2-16,3-2 1,0-2 0,1-1 0,-1 0-130,-1 15 1,-1-1 0,2-1 115,0-3 1,0 0 0,0-2-303,1-3 1,-1-2 0,0 0 303,0 12 1,-1 0-35,2-17 0,-1 0 1,1-4 39,0 0 0,0-2 993,-2 3 1,1-5-916,-1-7-1021,2-12 932,2-6 1112,2-5-1729,1-1-487,-1-12-555,0-13-1120,-2-8 1,0-4 2778,-2-21 0,-1 0 0,4 31 0</inkml:trace>
  <inkml:trace contextRef="#ctx0" brushRef="#br0" timeOffset="81074">23079 11039 16064,'-20'-32'627,"0"0"1,1 2-1,-1 7-66,-11 15-124,-1 4-202,-1 3-100,1 4-124,6 7 0,5 6 0,8 9-11,6 6 34,4 7-34,11 5 0,7 6 0,11 2-6,-10-24 1,1 0-207,0 0 1,1 0 211,12 23-17,-13-20 0,-1 0-17,1 11 34,-3 6 146,-28-6-56,-11-10-34,4-10 0,-5-1 11,-1-7 1,-2-2-224,-2-1 1,-1-2 250,1-1 0,-1-1 51,-26-1 478,10-2-333,11-4-55,7-23-214,12 0-22,4-23-22,9 5-68,2 3 90,2 5 39,-1 10-1227,2 9-937,-1 5-1046,1 5-1681,0 3 4852,0 2 0,0 0 0</inkml:trace>
  <inkml:trace contextRef="#ctx0" brushRef="#br0" timeOffset="82456">23420 11322 14809,'0'-8'1995,"0"2"-1480,0 6-302,0 0-168,-39 8 0,11 10-40,-3-4 1,0 3-242,-7 25 236,2 5 0,7 0-1672,15-15 0,2 0 1571,-1 9-1292,3 10 1191,17-34 101,5-3 101,9-11 0,7-10 45,2-6 183,0-9-127,-4-7-1,-4-1 102,-5 4 3227,-6 3-3261,-4 9 857,-4 5-1058,-2 6-90,-1 2-90,4 9 213,2 5-11,7 9 11,1 2-12,3 0 12,3-4-11,0-6-11,15-6 22,-9-4 0,9-17 22,-10-6 23,-4-18 16,-9 2 1,-2-2-51,-3 6 1,-2-2-275,1-12 1,-2-2 368,-3 10 0,-1 0 90,0-2 1,0 0 189,-2 0 1,0 0-34,-1 3 0,-2 0 16,0 4 1,-2 2 538,-7-19-400,0 14-161,2 13-145,2 9-56,4 8-112,2 3-101,0 9 685,-2 15-606,-4 19 16,4-9 0,0 3-337,1 4 1,0 3 325,1 2 0,0 1-17,2 0 0,0 0 5,1-2 1,1 0-12,2-3 1,1-1-184,1-2 0,2-2 172,1-4 0,1-1 6,14 21-270,1-13-167,4-9-910,22-13 764,-7-7 353,-11-10 0,0-3-207,16-13 347,2-13 34,-25 11 0,-1-2 67,-1-2 0,-1-1 5,-1-2 1,-2 0 10,-2 0 1,-1 0 39,11-24 6,-14 19 0,-2 0-6,2-8 191,-3-4 223,-8 25 906,-5 6-1208,-2 6 342,-7 2-499,-6 4 145,-7 10-145,-6 7-11,-5 16 0,15 0 0,1 3 0,7-8 0,2 2-6,-2 10 1,5 0 5,7 14 0,15-6 23,9-9-23,13-7 0,9-13-118,-10-12 0,2-3-274,20-5-17,-21-4 1,-1-3 196,11-17 212,-6-11-56,-2-10 44,-20 22 0,0-3 17,6-13 1,-1-5 22,0-10 0,-2 0-17,-2 10 0,-3 2 56,-2-2 1,-5 6 10,-7 17 34,-1 8-78,0 8-46,0 3 445,-1 3-478,-2 4 118,-1 7-113,0 22 1,3 5 39,5 5 0,-2 0 0,4 0 17,7-14 0,3-2-6,10 15-126,-8-14 1,0-1 137,8 9-12,-2-3-11,-5-4 11,-6 1 157,-6-9 56,-6 5 146,-13-6 184,-7 4-341,-14-1-90,-18 5-168,4-6-7585,-4-5 7630,24-11 0,14-5 0,12-3 0</inkml:trace>
  <inkml:trace contextRef="#ctx0" brushRef="#br0" timeOffset="83993">17198 12747 15336,'42'0'963,"4"0"-682,9 0-1004,-22 0 0,1-1 930,5-1 0,2-1-17,4-1 1,1-1-405,6-1 0,0-2 348,4 1 1,2-2-87,-17 4 1,1-1-1,1 0 82,0 0 1,1 1 0,5-2 66,4 1 0,6-2 1,4 1-1,-1 0 1,-6 0-145,-6 2 0,-3 0 0,0 0 0,6 0-289,-4 0 1,6 0 0,3 0-1,2 0 1,-2 0 0,-4 1-1,-6 1 247,2 0 0,-6 1 1,-2 1-1,3-1-22,11 1 0,3-1-1,-1 1 1,-5 0-182,-6 1 0,-3 0 0,2 0 193,12 1 0,2 1 0,-3-1 11,-13 1 0,-3-1 1,2 1-184,11 1 1,2-1 0,-4 1 171,3 0 0,0-1 7,0 0 1,5-1-1,-3-1-7,-10 0 0,-2 0 0,3-1 0,-2 0 0,4-1 0,-1 0 0,-3 0 0,4-1 0,-3-1 0,1 0 7,1-1 1,1-1 0,-1 0-16,1 1 1,-1-1-1,1 1 8,-1-1 0,0 0 0,0 1 0,1-1 0,-1 1 0,0 0 0,0 0 0,-1 1 0,1-1-69,-1 1 1,0 0 0,2 0 65,0 1 0,3 0 0,0 1 1,-3 0 9,4-1 1,-2 1-1,2 0-13,-4 0 1,2 1-1,1-1 1,-1 1-15,3 0 0,1 0 1,-1 0-1,-2 0 84,4-1 0,-2 0 1,3 1-91,-3-1 1,2 1 0,0 0 0,-3 0 25,-1-1 0,-3 0 0,0 1 3,0-1 1,-1 1 0,0 0-36,-1-1 0,-1 1 1,0 0 31,-2-1 0,-1 1 0,0 0 0,14 0 0,1 0 7,-15 0 1,1 1-1,-3-1 4,7 1 1,-2 0-12,-3 0 0,-5 0 1060,3 0-904,-26 0 951,-8 0-872,-2 0 2942,-5 0-12399,-1 0 9538,-10 0 0,8 0 0,-8 0 0</inkml:trace>
  <inkml:trace contextRef="#ctx0" brushRef="#br0" timeOffset="101118">14284 9160 9319,'-9'0'1065,"2"0"-897,7 0 325,0 0-348,-48-20 337,23 12-40,-6-4 1,-2 1 84,-9 0-157,-4 3-303,1 1 45,2 4 79,6 3 10,11 0 169,-2 0 44,15 0-167,5 0 11,3 0-124,3 0 1345,1 0-1356,8 0 79,8 0-79,15 0-44,12 0 21,10 0-640,-22 0 1,1 0 539,3 0 0,1 0 11,4 0 0,0 0-359,4 0 1,1 0 375,2 0 0,2 0-28,2 0 0,2 0 17,3-1 0,1-1-1,1 0 1,3-1 24,-5 0 1,3-1-1,-2 0-34,-15 1 1,-2 0-1,2 0 21,4 0 0,4 0 0,-2 0 0,-4 0-28,3 0 0,0 0 52,0 0 1,4 0-1,-4 0 21,-5 0 0,-1 0-68,12 0 1,3 0 38,-15 0 1,1 1 0,1 0-27,4 0 1,0 0 0,0 0-339,1 1 0,-1-1 0,0 0 320,-1 1 0,-2 0 0,-2 0 0,1-1 0,-2 1 0,2-1 0,-2 0 0,0-1 0,0 0-307,-2-1 1,0 1 306,-1-1 0,0 0 0,-2 1 0,0 0-6,-1 1 1,0-1 430,13 2 0,2-1-391,0 1 0,-1 0-29,0 1 1,-1-1 331,-6 1 1,-3 0-327,17 0-22,-18 0 11,2 0 1078,-19 0-1078,0 1 838,0 0-838,-1 1 0,1-1 30,-6 0-30,0 0 56,-7-1-56,0 1-67,-3-1 55,7 1 35,1 0 33,9 2-56,0 0-67,1 1 67,-2-1 67,-6-1-67,-6-1 213,-6 0 1198,-1-1-1523,-1 1 112,4 0 0,-1 1 0,3-2 0,-2 1 0,-1 0-11,-3 0-45,0 0-11,0 2-34,0 5 101,0 11 90,0 11-57,0 15-10,-1 12-23,-1-27 0,1 2-406,-2 2 1,0-1 405,1 0 0,-1 1-6,1-2 1,0 1 22,1-2 0,0 0-29,0 25 12,1-3-262,0-18 0,0-1 273,-1 18-11,0-18 0,0 0 0,-5 11-141,0 1 119,-1-6 22,1-1 0,2-7 11,-1-2 730,4-5-730,-2-1 608,3-3-641,-1 0 183,1-3-161,0-3-23,0 1 23,1-6-11,1 1 22,0-6 12,1-2-23,-1 0 0,-1-2 863,0 0-763,-7 0-100,-6-1-11,-12-2 11,-9-2-22,-10-3 67,-6-1-90,-7 0 67,14 3 1,-4-1-16,6 2 1,-2 1-1,1-1-453,-11-1 0,0 0 446,-8 1 0,3 0 5,24 3 1,2-1-279,-2 2 1,-1-1 272,-1 1 0,0-1-28,0 1 0,-1 0 28,-2 0 0,0 0 28,-2 0 0,0 0-23,-3 0 1,0 0-6,-1 0 0,-2 0 28,-1 0 0,0 0-28,0 0 0,-1 0-34,1 0 1,-1 0 27,2 0 1,1 0-1,1 0 1,1 0 5,2 0 0,0 0 0,4 0 0,0 0 0,2 0 0,2 0-12,-27 1 12,9 0-290,7 1 290,6 0 11,7 0 0,6-1 878,6-1-889,6 0 601,3 0-567,3 0 304,0 0-382,-4 0 32,0 0 1,-5 0-11,0 3-1,-2 1 12,-2 2 22,-5 1-11,0 1 12,-16 0-12,11 0 0,-11-1-12,12-1 35,-2-2-23,-3 2 0,-1-2-11,-11 2 22,16-2-11,-4 1 11,20-3 11,-2-1-33,4 0 11,-6-1-22,-13 4 22,0 1 0,-17 5 0,3-2 33,-2 1-33,-1-3 0,5-1-11,4-2 45,9-2-34,8 0 123,9-1-78,6-3-45,4-5 45,3-19-23,4-2 34,1-16-3403,3 6 3436,-2-2-21,-3-4-12,-1 0 0,-2-5-294,0 0 260,0-5 0,0-3-16,0 27 0,0-1 5,0-1 0,0 0 11,0-1 1,0 0 5,0 0 0,0 0-17,0 1 1,1 0 44,-1 2 0,1 0 33,2-26-33,-1 6 2945,1 4-2955,1 5 21,-3 5-33,3 3-23,-4 5 45,1 4 445,-1 4-467,0 5 49,0 4-94,1 6 357,-1 2-2105,1 4-2353,-6 11 4112,-16 2 0,10 1 0,-8-4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6:10:40.777"/>
    </inkml:context>
    <inkml:brush xml:id="br0">
      <inkml:brushProperty name="width" value="0.09071" units="cm"/>
      <inkml:brushProperty name="height" value="0.09071" units="cm"/>
      <inkml:brushProperty name="color" value="#FF0000"/>
    </inkml:brush>
  </inkml:definitions>
  <inkml:trace contextRef="#ctx0" brushRef="#br0">4986 9888 13611,'-55'23'1389,"7"-1"-784,24-8-258,8-4-179,3-3 123,10-5-200,3-2-47,8 0 136,19 0 189,27-1-1087,-13-3 0,5-1 768,8 0 1,3-1-40,-15 0 0,1-1 0,-1 1 0,1 1 1,0 0-1,1 0-4,11-1 1,2 1-1,-4 0-1,3 0 0,-1 1-10,-13 2 0,1 0 0,-6 0-29,16-1-191,-18 3-325,-14-1 359,-12 0 10,-9 0-324,-14-3 33,-12-1 281,-17-2 168,-6-2 10,-3 0 12,5 0 1750,8 0-1425,11 2 302,12 2-145,9 2-414,4 0-68,3 1-101,6 0 56,30 1 45,2 6 0,-6 1 0,2 2 11,18 18-11,-4 10-925,-10 7 902,-15 3 23,-10 3-171,-13 3 249,-15-1 57,-12-1-119,8-27 1,-3-2 6,-21 17-23,5-9 0,10-10-381,13-8-4875,21-5 5482,18-6 1,-6 0 0,4-3 0</inkml:trace>
  <inkml:trace contextRef="#ctx0" brushRef="#br0" timeOffset="456">6427 10024 19561,'19'43'-147,"1"1"186,-4-5 1,1 4-661,-1-8 0,0-1 609,1 0 1,1-1 5,-2-4 1,1-1-779,16 18-766,-1-12-333,-5-13-1446,-1-13 1783,-13-20 1546,-3-15 908,-13-17 1254,-11-10-1221,3 26 0,-2-1-196,-5-1 0,-2 0-257,0 0 0,-1 1-179,-1 0 0,0 1 229,2 2 0,0 1 559,-16-20 65,10 7-670,8 0-380,9-1-112,13-13-11,7 19 0,4 0 11,7-7 0,5 1-549,8-4 0,5 1 504,3 1 0,1 3 17,0 4 0,1 5-280,-5 5 0,0 5-701,-7 7 1,0 4-1110,14 4 348,-18 28-785,-14 21 587,-19-10 0,-6 2 1968,-3 8 0,-3-3 0,-7 9 0,-2-9 0</inkml:trace>
  <inkml:trace contextRef="#ctx0" brushRef="#br0" timeOffset="591">6740 10012 16688,'49'-21'27,"0"0"0,0 0 0,-3 1 0,0 1 0,-4 3-251,3 3 0,-4 4-1054,-3-2 1,-3 8 1311,-7 20 1,-4 1 0,3-8 0,-14 27 0</inkml:trace>
  <inkml:trace contextRef="#ctx0" brushRef="#br0" timeOffset="730">6861 10419 17409,'49'-8'-344,"0"0"0,-1 0 1,-2-1-1254,-7 0 0,-1-1 1597,-3 0 0,-2 1 0,6 0 0,-14 1 0</inkml:trace>
  <inkml:trace contextRef="#ctx0" brushRef="#br0" timeOffset="935">7434 10129 15347,'11'-8'-100,"4"2"-1055,10 6-2004,2 0 3159,2 0 0,-13 0 0,-5 0 0</inkml:trace>
  <inkml:trace contextRef="#ctx0" brushRef="#br0" timeOffset="1376">7418 9567 19695,'-15'-10'-393,"15"22"387,15 21 1,8 8 16,2 3 1,2 1-1398,2 3 1,1-1 1390,2-1 1,2-1-6,-2-4 0,0-3 305,-1-6 1,-1-2-306,-3-8 0,0-2 11,15 2 91,-7-12 77,-6-22-11,0-21-140,-12 4 0,-1-4-17,2-11 0,0-3-200,0-6 0,1-2 323,-7 17 1,1-1-1,-2-1-273,0 1 0,-2 0 1,0 0 289,3-17 0,-1 2 45,-5 6 0,0 1-118,-3 9 1,-1 3 11,-1-17 1043,-1 23-1133,-3 15-25,1 9-1006,-5 4-75,0 17-1639,-1 13-3037,-2 24 5782,2 6 0,2-22 0,3-10 0</inkml:trace>
  <inkml:trace contextRef="#ctx0" brushRef="#br0" timeOffset="3076">16979 6355 9913,'37'-11'784,"0"0"1,-4 2-1,-9-2-235,-16-3-112,-7-3-56,-11-3-56,-5 1 235,-9 1-22,2 5-79,3 3 68,6 5-90,5 2-67,4 3-370,3 0-45,8 5 45,18 10 123,26 14-37,-9-6 0,9 3 0,3 0-575,-4-2 0,2-1 0,1 2 1,1-1 499,-10-3 0,1-1 0,0 1 1,0 0-1,1-1-393,1 1 1,1 0 0,0-1 0,-1-1 0,-3 0 399,12 4 1,-4-2 0,0 0-12,-3-1 1,1-2 0,-2-1 3,-4-2 0,-1-2 0,-2-1-150,12 2 0,-3-2 184,-8-5 0,-4-2-34,-4-1 0,-3-2 79,-1-1-90,-6-1 0,-43 0-1131,-19 0-836,4 0 0,-5 0 2142,-10 0 0,2 0 0,-13 0 0,9 0 0</inkml:trace>
  <inkml:trace contextRef="#ctx0" brushRef="#br0" timeOffset="3335">18255 6116 17343,'-39'37'25,"0"0"0,0 0 0,1 0 0,-1 0 0,0 0 0,0 0 0,1 0 0,-4 2 0,2-1 0,0-1 0,1-1 0,1 1 0,0 2-889,-1 2 0,0 1 0,0 1 0,2-1 0,1-1 0,2-4 864,-1 3 0,2-3 0,1-2 0,2-1-12,-7 7 1,3-2 0,0 0 326,2-1 1,1-1 0,4-3-484,2-1 0,4-2-695,-2-2 1,9-4 678,16-12-3132,19-18 3326,14-23 0,-9 13 0,-2-11 0</inkml:trace>
  <inkml:trace contextRef="#ctx0" brushRef="#br0" timeOffset="60515">4861 14963 12098,'42'-12'87,"0"-1"1,0 0 0,1 3 0,3-1 0,0 1-1,-2 3-132,-2 1 1,-2 1-1,2 2-2126,15-3 0,4 1 1,-3 2 1867,-12 1 1,-2 2 0,1 0 70,2 1 0,-1 0 1,1 0-263,1 2 0,1 0 1,-1 0 493,1 1 0,0-1 0,-1 1-22,1 1 1,0-1-1,0 0 164,0-1 0,-1-1 0,0 0 2,-2 0 0,0-1 0,2-1 500,-1-3 1,4-1-1,-1-1 1,-2-1-235,1 1 1,-3-1 0,2-1 62,-3-1 0,2-1 0,0-1 0,-5 1-165,12-5 0,-3-1 783,8 0 0,-4 0-542,0 1 2207,0 1-2263,-52 13 301,-3 0-794,-5 0 599,-6 0-2885,-11 0 2576,-29 1 1,28-1-1,-14 1 1</inkml:trace>
  <inkml:trace contextRef="#ctx0" brushRef="#br0" timeOffset="60948">5208 15156 18843,'26'1'583,"8"-2"-557,1-1 0,9 0 1,-1-1-1009,-2 1 0,0-1 0,2-1 993,6-2 0,1 0 1,2-1-5,4 1 1,2-1-1,6 0-7,-19 1 0,5-1 0,1-1 0,2 1 0,-2-1 0,-2 2 0,11-2 0,-2 0 0,-1 0 0,4 0-406,-12 2 1,3-2 0,1 1 0,0 0 0,-2 0-1,-4 1 403,3 0 0,-3 0 1,-2 1-1,2 1 3,4-1 0,0 1 0,-1 0 0,-3 1 193,-3 0 1,-4 0 0,0 1-194,24-1 0,-9 1 0,-19 1 224,-19 1 627,-12 0-851,-8 0 170,-10 0-170,-37 3 0,27-2 0,-19 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6:36:19.384"/>
    </inkml:context>
    <inkml:brush xml:id="br0">
      <inkml:brushProperty name="width" value="0.09071" units="cm"/>
      <inkml:brushProperty name="height" value="0.09071" units="cm"/>
      <inkml:brushProperty name="color" value="#FF0000"/>
    </inkml:brush>
  </inkml:definitions>
  <inkml:trace contextRef="#ctx0" brushRef="#br0">4785 8238 10384,'7'-2'593,"-2"2"-514,-5 0 268,0 0 337,1-4-393,-1 2 695,1-3-885,-1 3 190,-1 0-246,-2 1 146,-1-1 10,-4-1 101,2 0-268,-2-1 100,1 2 248,1-1-192,-2 1 326,-1-2-304,3 1 91,-2 0-79,4 1 146,1-1-258,1 0 101,0 2-202,1 0 471,0 1-482,7-1 56,5-1-23,8-1-66,3 1 21,2-1 12,2 0 0,3 0-11,1 0 123,19-5-33,-12 1-147,10-2 68,-9 2 23,-12 4-23,3-1 0,-11 3 45,0-1 23,14 0-1,-7-1-67,9-2 0,-2 3 0,-8-1 22,5 2 12,-9-1-34,0 2 56,15-3-56,-8 1 78,6-1-67,-13 2-11,-7 1 23,13 0-23,-5 0 22,35 0 1,-24 0-23,20 0 11,-13 0-11,-10 0-23,18 0 23,-22 0 56,7 0-56,-11 0 0,11 0 0,-9 1-56,12-1 56,6 1 56,10-1-44,-2 0-12,-2 0 0,-22-1-34,-2-1 34,-5-1 0,-4 0 78,-2 0-66,0 1-12,-4 0 0,0 1 0,-5 0-90,0 0 180,-2 1 2195,0-1-2285,-6 0 78,-2 0-78,-5-2-44,-1 2 44,0-2 67,-4 1-67,-1 0-56,-3-2 56,-1 3-67,-3-2 111,1 3-88,-5-1-1,0 1 45,-21 0-79,9 0 79,-16 0-11,16 1 11,11 1 0,0 0 23,-14 1 89,-10 1-112,21-2-23,1-2 46,-15 0-1,9 0-44,-13 0 44,13 0-22,0 0 0,0 0-11,-14 0 0,14 0 11,-13 0-23,14 0 23,-2 0 0,-3 1 0,0 3-33,-2 1 33,2 3 22,4 0-22,-5 1 22,15-3 12,-1-1 0,17-4-34,6 0 0,3-1-191,2 0 68,11 0 123,39-6 22,10-3-628,-11 1 0,4-1 612,-3 1 0,0-1-6,5-1 0,4 0-23,-3 2 1,5 0-1,-3 1 23,-12 1 0,-3 0 0,3 1-15,10-2 0,2 1 1,-5 1 19,-2 0 1,-3 2-40,2-1 1,-3 0-469,10 0 502,-7 0-22,-38 3 22,-8 1-527,-3 0-1311,3 0 195,4 1 1643,4-1 0,-4 1 0,0-1 0</inkml:trace>
  <inkml:trace contextRef="#ctx0" brushRef="#br0" timeOffset="3354">10693 7774 15717,'-15'8'2309,"4"-2"-1794,11-6 437,0 0-739,0-5-213,5-7 0,5-9 112,10-8-45,7-5-134,9-2 100,-14 16 1,2-2 84,20-14 0,3-2-615,-6 7 0,1 0 497,-6 3 0,3-2 0,1-1 63,5-1 1,1-2-1,-2 3-67,-8 6 1,-3 2-1,3-1 7,10-7 1,2-1 0,-2 3 35,3 1 1,-1 2-40,0 1 0,3 1-12,-4 5 1,3 0 0,2 1 14,2 1 1,1 2 0,1 0-476,-2 0 0,1 0 1,0 2 471,-3 4 0,0 0 0,-1 2 11,-3 2 0,0 2 0,-2 0-17,6 0 1,-1 1 5,-10 1 0,1-1 0,-3 1-11,-4 0 0,-4 1 55,21-3-88,-12 1 66,-13-1-22,-9 2 22,-8 0 825,-6 1-847,-3 0 1630,-1 0-1641,3 0 11,1 0-11,2-1 11,0 0 56,0 0 33,-4-1-145,0 2 291,-2-2-111,0 0-80,0-5-10,0-6-34,-8-7-146,-24-26 146,-3 9-128,-5 4 1,-4 2 127,15 13 0,0 1-366,-11-3 1,0 1 466,-14-2-168,5 6 134,10 4-34,10 4 58,12 3-91,8 2 1,6 0-584,2 2 1277,27-1-672,7 9 28,-3-3 1,4 1-51,17 10 0,1 2-67,-12-3 0,-1 0-244,13 7 0,-1 3 283,-20-5 0,-3 1 56,-2 2 0,-3 2-6,-3 1 0,-3 1 46,5 26 100,-12-3-157,-13-4 336,-14-6-336,-11-5 45,3-16 0,-2-1-56,-8 4 0,-4 0 0,27-16-347,7-4-34,4 0-583,4 1-1377,9 3-3413,9-1 5754,9-1 0,-11-3 0,-3-1 0</inkml:trace>
  <inkml:trace contextRef="#ctx0" brushRef="#br0" timeOffset="7245">13466 6359 17118,'36'7'108,"-1"-1"0,1 3 0,-5 4-85,9 30 44,-12-12 0,1 0-800,-9-9 0,1 0 733,4 4 0,-1-1 605,9 0-415,-16-12 336,0-4 504,-13-9 337,-1 0-90,0-4 181,3-11-1402,4-16 291,1-5 0,1-6-257,0-6 0,0-2-724,1 0 1,-2 1 644,-2 4 1,-3 4-24,-2-3 124,-3 14-134,-1 10-157,0 11-807,0 4-3249,0 8 2150,7 7 46,6 9-3564,7 7 5603,5 3 0,-11-12 0,-2-5 0</inkml:trace>
  <inkml:trace contextRef="#ctx0" brushRef="#br0" timeOffset="7984">14489 6411 18541,'-42'-43'593,"-2"10"-413,5 36-169,-10 10-1274,-7 7 1268,28-6 1,0 3 193,-5 5 1,3 2-295,8 0 0,3 1 84,-15 22 94,24-8-151,28-16 68,2-11 101,20-3-101,-10-12 0,-1-5 191,19-9 132,-19 4 0,0-4-284,-6-4 0,-3-2 320,8-18-112,-3 3-34,-16 15 167,-8 17-380,-1 3-291,0 2 112,3 1 101,2 4 44,7 7 34,6 7-101,7 4 0,21 3-258,-11-11 337,10-2 22,-19-10 45,-5-10-45,-4-8 280,-6-40-213,-9 16 1,-1-2 32,-4-2 1,-2 0-34,-1-2 1,-3 0 105,-5-1 1,-3 2 39,5 12 0,0 0-112,-4-9 0,2 3 403,-4-4 0,4 12-101,4 11-189,3 10-417,4 6 69,1 4-79,2 15 191,3 10 44,9 22 12,7 9-34,-7-27 0,4 3-486,1 4 0,1 4 1,0-1-1947,2 7 1,-1 0 2431,-1-8 0,1 2 0,-3-5 0,2 14 0,-7-27 0</inkml:trace>
  <inkml:trace contextRef="#ctx0" brushRef="#br0" timeOffset="8542">14826 6284 18597,'0'-30'1294,"1"-1"0,0-18-891,-1 46-750,0 2 291,0 7 90,3 7-68,2 9 23,5 5 11,2 3 0,3-3-22,0-2-158,1-5-89,4 0 179,-5-9 46,1-2 44,-7-8 201,-1-1 125,2-16 32,-4-2-179,-1-16 303,-4 4-79,-1 1 91,0 7-203,0 4-179,0 7-56,0 4-258,0 4-22,0 2 0,2 7 224,7 6 34,8 10-101,25 20 67,-6-11-79,-11-12 1,1-2-326,25-3 281,-14-7 78,7-10 45,-13-29 89,-12-4-78,-8 8 1,-2-4 21,-4-4 1,-3 1 78,1-16-34,-1-9-55,-9 32 33,-3 12 1,-7 7-13,-3 7-134,-8 36 90,9-3 0,6-1 0,7 3-73,15 2 0,12-4-437,18-5 1,8-5-1486,2 3 1,4-7 1909,-8-14 1,3-5-1,-6-1 1,18-1 0,-14-12-1</inkml:trace>
  <inkml:trace contextRef="#ctx0" brushRef="#br0" timeOffset="28672">16289 5877 15706,'2'-5'549,"-2"0"-404,0 5 169,57 27-246,-29-11-24,8 2 1,0 1-22,-7-1-1,-5-3-22,-3-3 45,-6-3-45,-4-3 0,-3-3-1110,-3-1-111,-2-2-1995,-1-9 2006,-2-9 1210,-3-15 1020,-7-12 683,-8-8-403,2 9 0,-3-1-830,5 11 1,0 0-465,-4-10 0,1 1 308,-5-5-90,2 11-224,5 14-157,4 12-1748,3 6-2812,2 12 4717,1 4 0,2-2 0,2 0 0</inkml:trace>
  <inkml:trace contextRef="#ctx0" brushRef="#br0" timeOffset="29105">16729 5960 13600,'14'-42'108,"1"0"0,-3 2 0,-3 3 83,-4-5 279,-4-3 292,-2 1-672,-7 3 78,-4 6 168,-8 10-336,-1 8 0,-11 9-269,-6 44 286,22-10 0,4 5-1,-3 5 1,6 1 5,11 1 1,6-3-23,13 11 23,17-3-1,6-6-22,0-5 67,0-2-44,-19-12 100,-6-2 1378,-17-11-593,-31-1-897,2 0 45,-26 0-56,15-1 0,7 0-672,11-2 672,10-2 0,6 1 0,4-2 0</inkml:trace>
  <inkml:trace contextRef="#ctx0" brushRef="#br0" timeOffset="29419">15868 5350 10955,'30'8'0,"-6"-2"0</inkml:trace>
  <inkml:trace contextRef="#ctx0" brushRef="#br0" timeOffset="31071">17495 4815 18630,'-4'58'263,"0"0"1,4-13-1,1 1 1,4 1-208,6 7 0,4 2 0,1 0-1313,-3-9 1,0 0-1,2 1 1,-1 0 1278,2 1 1,-1 0-1,2-1 1,0 1 16,0-2 0,1-1 0,0 0 0,0 0-24,6 9 0,0 0 0,0-3-15,-2-5 0,0-2 0,0-2 0,-2-6 0,-1-2 0,-1-1 533,4 7 0,-2-3-578,-6-10 0,-2-2-862,-1 9-601,-18-19-341,-12-25 1244,-6-19 0,-3-9 621,6 4 1,0-3-17,2 0 1,-2-3 0,3 2 413,-1-10 1,1 1-23,1-1 0,0-3 194,2-2 1,1-5-1,1 4-166,3-2 1,1 2-410,0 9 0,0-1 0,5 6 404,8-9 2540,8 27-2922,9 5 251,9 5-429,4 5 145,4 3-11,1 5 11,0 4-56,-4 3 435,-5 2-312,-5-1-67,-7-3 0,-4-1 0,-5-4 213,-3-1-213,-2-1 313,-1 0-10,1 0 302,1-6-605,4-11 22,4-15 1,4-20-23,-6 21 0,0-2 0,0-4 0,-1 0-240,0-1 1,-1 1 356,0 2 1,-1 2 95,3-25-213,-1 16 11,-2 16-134,-1 13-180,15 21 303,2 15 0,6 11 0,2 4-11,-10-7 0,1 0-401,9 12 0,-1-2 345,-10-15 0,-2-2-269,15 13-34,-6-10 134,-7-11 777,-4-8-563,-6-4 22,-2-14 0,-5-9 44,-4-11 1,-3-4-45,-12-23 143,4 16 1,-4 0-111,-2 12 1,-2 3 89,0 1 0,-2 3-244,-24-15 121,1 11 12,1 13-12,5 7-180,-6 18 102,21 26-46,1 5 124,24-13 0,6 0 46,12 13-46,16-5 44,-4-21 1,3-3 56,19 2-45,-16-9 0,-1-3-56,11-11 22,-3-8 225,-6-10-225,-7-8-22,-7-4 79,-6 0 970,-4-8-914,-6 15 17,-2-1 218,-6 19-426,0 6 11,0 3-157,1 3-22,13 17 247,18 23-23,-6-11 0,2 1 28,-2-2 0,-1-2-17,0-3 0,-1-4 11,5-2-22,-13-10 314,-4-2-201,-10-5-113,0 0 224,-1-6-157,3-7 22,2-30-89,0 5 168,0-16-168,-1 13 0,-3 17 0,1 1-33,-1 19-146,2 1 179,2 3-236,7 0 236,7 4-56,9 6 56,5 8 0,4 7 0,-5-1 0,1 4-33,-17-12 33,-1-1 33,-14-11-10,-1-3 246,0 0 156,3-8-481,9-21 56,1 2 0,3-12 0,-6 21-22,-4 8-1,0 6-223,2 3 246,7 5-22,9 6-34,6 6-236,1 5-4907,-3-6 5199,-10-4 0,-9-9 0,-6-3 0</inkml:trace>
  <inkml:trace contextRef="#ctx0" brushRef="#br0" timeOffset="33401">20200 4403 15471,'5'0'963,"0"0"-660,-5 0 3047,1 0-3227,-1-3-89,1-5 145,-1-6-11,-6-5-157,-2-3 269,-6 1 79,-10-1-359,5 8 45,-4 4-45,11 7 0,1 3-325,5 0 168,-1 4 123,4 6-78,0 8 45,2 8 67,1 2 112,10 0-34,8-3-78,16-4 112,10-5-73,-7-10 1,1-2-63,19 1 34,-21-5 1,-1-3 145,4-5 34,-11-7-135,-6-5 22,-10-4 56,-4-5-100,-5-4-68,-3-2 68,0 1 156,0 3-55,0 6-34,0 6-23,0 7-100,0 6-191,0 3-78,0 3 212,0 11 23,8 5 56,7 14 0,6-7 0,3 0-56,16 11-28,-13-13 0,2-3 73,18-3 56,-18-7 56,-1-5 123,-21-8-191,-3-8-33,-3-10 213,0-25-157,-1 10 34,0-10-23,0 20 157,0 7-224,0 7-45,-1 8-22,1 4-370,-1 2 437,10 2 0,9 6-90,15 1-223,8 2-214,5-6 79,1-2 269,-2-8 55,-5-6 270,2-28-90,-20 1-28,-10 0 0,-5-2 106,-16-7-33,3 16 0,-4 3-90,-15-2 12,0 8 167,4 9-190,6 6-78,7 4-180,5 2-145,2 1 392,1 7-45,13 12 56,14 14 56,-3-8 0,3 0-420,6 3 0,2 0 364,3 2 0,2-1 0,-1-1 0,0 0-27,5 2 0,-3-1 16,7 7 11,-6-4 672,-43-25-605,-15-4-67,-13-10 129,2-5 0,-1-4-129,-11-14 0,14 5 0,3-2 281,7-21-382,6-9-112,10 25 0,5-1 129,9-19 0,4-2-281,-4 13 0,2 0 376,8-12 1,0 0-1,-9 18 0,-2 2 230,-2 2 0,-1 1-39,7-24 403,-6 8-269,-4 12 437,-4 7-862,-2 15 89,-2 3-31,0 25 8,2 15 1,1 6 72,1-1 1,1 2-46,2 20 0,3 0-5,1-12 0,2-2-1093,7 13 1,2-2-236,-6-17 1,1-2-147,4 6 1,1-5-2012,3-8 3485,-6-15 0,-9-11 0,-4-3 0</inkml:trace>
  <inkml:trace contextRef="#ctx0" brushRef="#br0" timeOffset="33837">21657 3798 21028,'-24'-24'162,"-1"0"1,-13-17-73,49 35-90,10-6-56,16-2 56,10-4 61,-11 5 1,-1-1-62,18-6 11,-23 8 0,-1-1 561,3-7-136,-16 6-88,-4 1 291,-11 9-886,-1 3-33,0 7 280,0 6-179,0 28-617,21 8 325,-5-19 1,4-3 145,24 10 325,7-20 393,-15-25 66,-17-26-230,-27 8 1,-7-3-230,-3 1 0,-4 1 0,-14-1 0,-5 5-673,8 11 1,-1 4 672,1 3 0,1 2-18,1 0 1,1 6-812,-2 11 0,2 5-4258,-1 9 5087,2 22 0,29-28 0,0-6 0</inkml:trace>
  <inkml:trace contextRef="#ctx0" brushRef="#br0" timeOffset="34988">22261 3445 19426,'-19'-29'-437,"4"14"347,15 34 101,5 10-22,3 3 22,6 0-11,1-3 0,0-6-33,-1-6 134,0-5 33,-5-6-156,-2-3 44,-3-3 303,-3 0-67,1 0-247,0-1 101,0-4 23,4-5-124,2-7-22,2-5 22,1 0 0,-1 1-22,-1 0-146,-2 9 23,-2 3-34,0 7 21,9 9 147,-1 6-89,9 9 89,-2 5-34,0 1 34,-3-2 0,-4-6 0,-4-6 90,-5-6-45,-1-5-34,-3-2 684,3-1-673,0-7 1,4-8-1,1-11 0,2-11-22,0 0 0,-3 0 45,-1 8 22,-3 7-134,-1 9 0,0 6-90,0 3-22,0 3 0,1 1 56,8 3 77,1 5 46,9 2 34,-4 1-22,1-3-12,-4-4 212,-3-2-122,-5-2-90,-1 0 34,-4-5 111,2-6-145,-2-7-11,0-5 11,-1 2 134,0 0-134,-2 6-22,-2 4-101,-1 6 67,1 3-247,1 2-33,-1 1 336,-1 11-56,-2 11 56,1 18-56,2 8 22,2 2-316,2-4 350,6-10-11,2-9 314,12-8-259,-3-11 47,4-3-46,-4-6 55,1-10 272,7-7-372,3-12 0,7-10 45,5-6-174,-19 20 1,1-1 122,0 0 1,1-1 16,9-8 1,0 1-12,-10 11 0,0 0-6,5-3 0,-3 2-106,-2 5-101,-9 9 123,-4 5-67,-1 9 124,3 7 33,1 6 257,0 6-291,-3-3 34,-4-6 247,-1-6 145,-4-5 493,1-2 538,-1-9-1031,1-7-290,7-29 43,2 7-111,6-15-180,7 11-1008,0 13-2062,1 5-1703,-3 18 4919,-6 10 0,-6-2 0,-1 1 0</inkml:trace>
  <inkml:trace contextRef="#ctx0" brushRef="#br0" timeOffset="35365">24108 2755 14451,'-55'-2'313,"-1"0"1,4 2 0,4 4-314,-1 8 0,8 7-67,14-1 134,12 1-67,8 0 45,4 3 112,8 3 78,28 17-235,0-9 168,-5-11 0,2 0-168,-1-4 0,-3-3 112,10 8 45,-4-3-112,-34-12-45,-25-3-415,-23 0-2846,14-2 1,-3-2 3260,-4-4 0,2-1 0,-10 2 0,12-7 0</inkml:trace>
  <inkml:trace contextRef="#ctx0" brushRef="#br0" timeOffset="35538">23587 2515 20524,'2'37'-105,"0"0"1,-1 2-1,0 1-1637,0 0 0,0-1 1742,-2-2 0,0-2 0,0 7 0,0-17 0</inkml:trace>
  <inkml:trace contextRef="#ctx0" brushRef="#br0" timeOffset="36654">16921 7004 17221,'1'53'62,"0"0"1,0 0 0,0 1 0,0 0 0,1-2-940,0-3 0,1-1 0,-1 0 937,1 0 0,0 0 0,-1 0 14,0-3 1,0 0 0,-1-1-59,2 16 1,-2-3-6,0-9 1,-1-2 122,0-8 0,0-3 781,0 14-747,-1-16 1562,-5-16-1282,-1-20-342,-9-18 151,1-23-235,5 14 1,0-4 17,1-7 0,1-4 1,0 0 43,0-11 0,1-2-47,1 6 0,1-3 1,3 0-206,3 0 0,4 1 1,3 0 148,4 7 0,3 0 1,1 2-1,-2 1 0,1 1 1,2 5-95,13-2 1,2 10 101,6 15-90,-8 11-112,-9 18 213,-9 9 135,-6 15 1396,-6 8-1312,-9-14 0,-3 0 94,-7 14 77,3-19 0,-2-2-390,-7 0 45,5-9-168,4-4-628,6-5-9080,5-8 9227,13-18 0,-6 11 0,8-12 0</inkml:trace>
  <inkml:trace contextRef="#ctx0" brushRef="#br0" timeOffset="37280">17250 7339 17992,'35'-43'89,"1"-1"1,-8 2 0,-6 2 290,-11 10 1,-5 2 34,-10-16 325,-6 6-281,-8 19-370,-5 4-33,-1 7-56,-9 5-291,17 27 0,3 9 263,2 1 0,6 3 50,11 7 1,8 4-1,2-3-33,9 1 0,4-5-297,7-1 0,2-10 409,16-12-140,-11-27 128,-12-5-77,8-14-12,-14-6 0,4-8 78,1-8-78,-14 24 0,2-1-28,9-11 0,1 0-139,-8 11 0,2 1 167,5-6 0,2 4-168,6 2-157,-3 12 873,-4 7-1019,-4 6 320,-3 9 72,-5 3 79,-2 8 0,-5 0 301,-3-6-301,-2-3 494,-3-7 10,0-2 425,-1-1-77,-3-5-123,-5-6-460,-5-22-236,4-1-111,0-17 78,18 2-123,9-5-1822,6 16 1,5 3-230,-7 10 1,1 2 2173,9-6 0,-1 6 0,-7 9 0,-6 7 0</inkml:trace>
  <inkml:trace contextRef="#ctx0" brushRef="#br0" timeOffset="38975">18236 6782 14048,'37'-32'571,"-1"0"0,0 1 1,6-8-1,-7 4 191,-7-4-235,-23 16 0,-10 1-158,-22 1-391,1 8-90,-14 3 112,16 8-56,6 3-168,7 4 44,5 5 102,5 6 89,9 5-22,8 4 22,12 6 11,7 3-11,0 4-11,-2 2 0,-8 0 45,-8-3 34,-9-1 0,-5-3-34,-13-3 145,-8-2-44,-12-5-146,-1-5 0,5-7 392,9-7-224,10-2-168,4-8-12,11-14 12,10-17 0,-3 11 0,2-2-6,5-3 1,2 0-214,0 0 1,1 0 262,1 1 1,0 0-34,-3 3 1,0 1 133,-3 3 1,-1 0 433,1-2 0,-2 2-175,3-4-292,-1 2-112,-16 20-135,-2 14 112,-2 19 46,1 29-810,0-15 0,1 3 809,1 8 0,1 1-22,1 4 0,1 2-400,0-9 0,0 2 1,1-3 427,1 5 0,0-2-57,-2-12 1,1 0-1,-2-4 90,1-3 1,-2-5-6,0 4 79,-1-8 1760,-3-23-1413,0-3 1151,0-13-1644,-3-14-146,-3-25-985,3 1 0,-1-13 1,1 5 1141,1 18 0,0 2 0,0-3 11,1-8 0,-1-6 0,1 1 0,0 6-356,1-12 1,0 5 344,0 2 0,0 1 67,2 6 0,0 3 23,1 7 0,0 3-243,8-22 198,-4 27-191,-2 11 146,-3 16 2657,1 3-2724,6 7 67,23 24-22,3 0 568,-9-6 0,2 0-535,5-4 1,0-3 252,-2-5 1,0-3-237,4 0 0,-1-5-28,9-14 67,-17-14 123,-20-10-134,-3-4-33,-3-4 10,-7 5 91,-5 4 44,-7 7-168,-2 5 45,-4 7-45,12 6-359,-5 13 359,14 13 0,0 18-67,3 9 67,13 5-123,7-2 123,5-21 0,4-4 22,15 7-22,-14-15 0,0-4 45,11-6-45,-4-4 0,-2-6 56,0-8 11,1-11-134,1-14 83,-16 15 1,-1-2-306,0-3 0,0-1 334,0-2 0,-2 0-45,0 1 0,-1-1-29,3-7 1,-2 1 74,4-10-92,1-2-21,-15 33 67,-4 8-157,-2 5-280,1 4 269,0 9 191,2 6 533,-1 9-589,1 0 33,-1-4 0,0-5-90,-1-8 90,-1-5-22,0-2 89,-1-2-179,-2-8-123,-6-4 235,-3-10-180,-18-10-11,-6 7 191,-1 3-33,1 13-449,7 22 426,13 4-78,0 15 111,19 1 23,14 2 34,12-1-1,1-15 1,5-2 55,1-7 1,1-2-45,0 2 0,0-4-56,-5-9 0,-2-5 95,-5-9 0,-3-4 61,9-20-145,-13 10 0,-4-2-596,-3-21 663,-7-5-17,-3 28 1,-2 0-68,1-1 1,-2 0 32,-1 1 1,-1 0 22,0 1 1,-2-1 167,-3-6 1,-1 1-63,-4-12 538,-2-2-144,7 31-539,3 11 78,0 2-78,3 6-224,1 0 191,-2 14-68,2 11 179,-1 24-112,1-3 1,1 3 33,2-11 0,0 0 129,2 14 1,2 0-130,0-19 0,2 0-6,5 8 0,0-2 6,6 13-784,-4-20 0,0-4-886,-2-8-123,3-5-414,-8-13-3015,-1-10 5222,-3-9 0,-3 5 0,-1-3 0</inkml:trace>
  <inkml:trace contextRef="#ctx0" brushRef="#br0" timeOffset="39226">19911 6084 13600,'-7'0'3047,"2"0"-2935,5 0-22,0 0 761,41-32-201,-10 9-381,4-3 0,1 0-245,-10 7 1,-2 2 299,3 0 1,-1 0-22,19-14-236,-7 10-22,-12 7-45,-10 8-403,-5 5 403,-5 13 67,3 9-67,-1 13 568,1 6-1745,-1-1-1725,-2-6-1961,-1-7 4863,-2-11 0,-1-8 0,-1-6 0</inkml:trace>
  <inkml:trace contextRef="#ctx0" brushRef="#br0" timeOffset="39345">20416 5795 15101,'-50'-24'-1931,"14"-1"0,28 34 0</inkml:trace>
  <inkml:trace contextRef="#ctx0" brushRef="#br0" timeOffset="40003">20416 5795 17494,'54'12'18,"0"0"1,-3 0 0,-8 5-52,-11 28 516,-2-3-483,-5-5 79,-6-8 80,-6-6-14,-5-8-64,-3-7 255,3-15-102,1-16-290,7-23 56,-6 16 0,0-1 0,1-3 0,-1-2 56,3-12 0,-2-2 11,-2 10 0,-1 2 28,-1 0 0,-1 4 152,-1-3-325,-4 28-35,1 6-144,4 3 100,18 10 157,0 3 34,19 10-34,-3-4 0,4-3 201,-1-7-78,12-4-78,-18-11 101,2-6 34,-22-11-180,-6-7 0,-6-6-79,-3-5 180,-2 2-146,-1 5 168,-16 5-123,1 15-268,-32 22 200,29 15 1,2 6 67,-1-3 0,3 3-281,3 10 1,9 0 403,25 11-123,19-10-34,-9-27 1,5-4-2631,5-3 1,1-5 2663,4-13 0,-3-3 0,10 5 0,-13-16 0</inkml:trace>
  <inkml:trace contextRef="#ctx0" brushRef="#br0" timeOffset="43680">18361 8925 17252,'0'-35'1736,"0"-1"1,0-23-493,-1 42-515,-3 6-191,-5 6-292,-20 2-246,-2 15-67,-15 13-135,6 20 196,22-18 1,2 2-57,1 1 1,2 2 61,2 9 0,4-1-179,-2 16 95,7-22 0,4-4-73,8 0-33,8-9-550,25-10 538,-6-13 180,15-17-79,-13-17-720,-20 11 0,-2-3 860,0-2 0,-2-1-17,-1-2 1,-2 0-17,-1 0 0,-3 1 95,3-27 336,-5 10 101,-4 13-135,-2 11-313,0 10 290,-2 9 1270,1 3-2009,-1 3 486,1 11-139,3 9 12,8 16-100,8 4 100,11 0-23,6-7-234,3-9-3359,2-12 3357,1-6-517,11-30 697,-16-4 28,-13 2 1,-4-3 33,-8-1 1,-3-1 32,-1-4 1,-1-2-6,-2-4 1,-2-2 4,0-3 1,-2-1-371,-1-2 0,-2 0 354,-3 0 0,-1 1 140,-2 1 0,-2 2-135,-2 4 1,-2 2 112,2 5 0,0 2 106,-10-16-108,6 17 52,6 14 2579,6 11-3061,3 4 804,1 2-893,1 12 391,0 18 12,2 29 30,2-19 0,2 3-19,2 5 0,1 2-11,4 2 0,1 0 0,3-1 0,1-2-6,-1-4 1,4 0 90,6 4 1,2-2-81,-2-11 1,1-3 10,-3-3 1,0-4-17,12-2 214,-18-20-192,-3-10 12,1-9 11,-2-13 22,-1-13 22,0-8-89,-3-5 0,-3 1 112,-5 23 0,0 0-145,-1-8 1173,0 3-1106,-2 27 108,0 5-354,1 3-24,2 5 169,12 32-1,3 2 85,-4-8 1,0 1-18,10 15 67,-3-7-67,-3-10 0,-3-7-45,-4-11 67,-3-4-22,-2-6 0,-3-1 157,3-1 34,1-6-191,5-9 33,15-34-33,-9 14 0,2-2-172,-1 0 0,1 0 172,1 0 0,-1 2 34,13-11-236,-9 19 113,6 7-57,-7 19 146,5 13 0,2 7-22,1 8 242,2 0-220,-2-2-650,-3-6 336,-6-8 158,-5-5 156,-8-5 414,-4-18-44,-11-26-348,-5-6 95,3 16 1,-2 1 39,-13-15 135,4 7 22,2 5-314,5 8 0,6 3-124,2 4 169,12-2-101,12-1 11,17-4 45,15 1-737,-22 12 1,2 0 708,0 1 0,1 1 28,-1 0 0,0 1-215,-2 0 0,-1 0 305,19-7-135,-12 3 90,-14 5 44,-10 5 180,-8 3-67,-3 2 1428,-1 0-1507,-7 0 217,-2 0-373,-8 0-46,-3 5 79,0 8-44,0 10-35,6 10 34,3 3-123,6 1 236,3-2-169,3-3 112,5-6-11,1-6-34,8-8-111,-1-6 268,0-6-179,-2-13 95,-2-17 0,-2-6-39,3-11-17,-2-1 1,-1 1 105,-5 12-122,0-2 44,-3 29-11,0 3-56,0 5-190,0 0 167,3 0-44,3 0 123,4 0 0,2 0-67,1 0 67,1 0-112,-4 0 213,-1 0-191,-4 0 168,-1 0-78,-3 0 426,0 0-493,0-5 156,1 0-89,1-5 0,-1 4-268,2 2-92,-1 4 293,5 10 123,5 4-56,4 10 91,3 0-91,6 2-35,-9-13 126,1-1 43,-10-11-123,0-3 124,2-10-35,11-26-100,-3 0-89,7-17 257,-9 16-235,0 8 134,-4 6-56,-2 10-11,-4 8-202,0 4 1,16 38 229,-4 2 0,1 6 11,2 3 0,-1 3-403,-4-8 1,0 1 0,-1-1 396,0 6 1,-1 0-34,-2-7 0,-1 2 0,-1-3-28,0 5 0,-1-2 101,0 8 0,-2-3-85,-4-1 24,-3-14 144,0-14 80,0-10-236,-2-6-12,-6-7 35,-5-30 55,2-3 473,6 7 0,2-6-563,6-6 1,5-5 0,1 1-73,1-3 0,2-1-763,1-5 1,3-4 0,1 3 797,-3 15 1,2 3 0,-1 0-61,2-3 1,-1-1 0,2-2-285,0 2 0,1-4 0,-1 1 0,0 2 393,-2 2 0,0 2 0,0 0-192,2-8 1,1-1 0,-4 7 68,-1-14 213,-8 19-326,-26 17 1963,0 11-1850,-18 16 1870,9 8-1870,4 10 885,8 12-930,9 4 190,31 9-11,11-19 1,7-4-52,-8-8 1,2-3-219,13 4 0,-2-3 258,-3-5 11,-10 0-11,-13-3 123,-10 6-56,-12 1 404,-14 8-281,-14 4 35,-13 2-231,4-7 1,0-2-63,-4 2-576,12-8 0,6-3-1990,18-9-412,5-2 3046,15-11 0,-9 8 0,9-8 0</inkml:trace>
  <inkml:trace contextRef="#ctx0" brushRef="#br0" timeOffset="43947">21615 6651 22676,'9'49'85,"0"-1"0,-1 0 0,1-1 0,-1-1 0,0-3-80,2 5 1,-1 2-3283,2 5 0,1 5 0,-1-4 3078,-2-6 0,0-1 0,0-5 0,0 1 0,-3-10 1,-3-8-1</inkml:trace>
  <inkml:trace contextRef="#ctx0" brushRef="#br0" timeOffset="44096">22055 7883 24121,'18'-4'-1233,"-2"5"1,-16-8-1</inkml:trace>
  <inkml:trace contextRef="#ctx0" brushRef="#br0" timeOffset="106292">12405 15926 11997,'0'6'1299,"0"0"-1063,0-6 2173,0 0-1154,-2 2-941,2-2-113,-2 3-167,2 1 280,18 8 0,1 1-23,20 4-78,1-5 78,6-3-251,7-3 72,-23-4 1,0-1-85,3 0 0,0-1 72,5 0 1,1 0-56,1-2 0,1-1-23,4 0 1,3-1 18,-2-1 0,4-1 0,-2 0-449,9-1 0,0 0 411,-7 1 1,3 0 0,-3 0 29,3-1 1,0 0 40,-4 0 1,3 0 0,0 0-23,1 1 0,1-1 1,-1 1-1,1 0 0,0 0 1,0 1-42,-3 0 0,-1 0 0,-2 1 0,8 0 1,-3 0-597,3 0 1,1-1 629,-1 0 0,1 1 0,-2-1 0,3 1-8,-9 1 1,2 1-1,-3 0 69,4 0 1,0 0-10,-3 1 0,3 0 0,-5 0-340,-10 1 1,-2 0 354,8 0 0,-1-1 45,18 0-112,-28 0 0,0 0-6,2 0 0,2-1 82,16-1 0,5-1-103,-14 1 1,0 1 0,0-1 3,1-1 1,0 1-1,1-1 5,12-1 0,3 1 0,-1-1-13,-7 1 1,-1-1 0,-1 1-4,2 0 0,-1 0 1,1 0-27,-3 0 0,1 0 0,-4 0 15,6 1 0,-3 0 11,0 0 0,-1 0-11,0 1 0,-2 0 0,0 0 0,0 0-114,0 0 1,1 0 152,-1 0 0,1 0-114,-1 0 0,3 0 63,-3 0 1,2-1 0,-1 1 28,7-2 0,2 1-17,-11 0 0,3 0 0,2 0 0,-3 0 0,4 0 0,-2 0 0,3 1-46,-5 0 0,2 0 0,1 0 0,-1 1 40,-1 0 1,0-1-1,-1 2 1,-1-1 23,5 0 1,-2 1 0,-1 0-19,-2 0 0,-1 0 0,1 0 18,1-1 1,1 0 0,-3 0-14,9-1 1,-1 0-10,-8 0 0,3 0 1,0-1 25,-1 0 0,1-1 1,-2 0-23,9-1 0,1 1 0,-12 0 0,4 0 0,1 0 0,-5 0-56,10 0 0,-1-1-126,-8 2 0,3 0 0,-4 0 176,4 0 0,-3 0 12,4 0 0,0 0 266,1 0 1,0 1-268,2-1 1,0 0-118,2 1 1,0 0 116,3 0 1,0 0-1,0 0 1,3 0-6,-17 1 0,4 0 0,1 0 0,-3 0 4,4 0 0,-2-1 0,2 1-10,-3-1 0,2 1 1,1-1-1,3 0-1,-2-1 0,3 0 1,0-1-1,-1 0 1,-3 1-551,7-1 0,-3 0 0,3 0 568,-8 0 0,5 0 0,0-1 0,-2 1 1,-5 1-31,-1-1 0,-5 1 1,0-1 321,0 1 1,-1 0 0,2 0-282,10-1 1,2 1-1,-3 0-22,6-2 0,-1 1 0,-12 2 0,2-1 0,-1 1 28,14 0 0,-3 0-62,-12 0 1,0 1 33,12 0 0,0 0-6,-14 1 1,-1 0-167,2-1 1,0 2 171,2-2 0,-1 2 11,3 0 1,0 0-74,1 1 0,2 1-60,0 1 0,1 1 99,3-1 1,-1 2 44,0-1 1,2 0-16,-6-1 1,3 0 0,-3-1-14,8 2 0,-2-1 6,-9-1 0,2 0 0,-5 0 39,2-1 1,-4 0-12,0-1 0,-2 0 1058,-1-1 1,1 1-1059,16-1 0,0 0 22,-13 0 1,-1 0-51,13 0 0,-1 0 0,-19 0 0,-1 0 33,5 0 1,0 0-68,15 0 34,4 0 490,-24 0-434,-3 0 749,-3 1-805,-1 1 1132,1 2-1166,-10-3 100,-3 1-1198,-11-2 1132,-28-7 0,19 6 0,-20-5 0</inkml:trace>
  <inkml:trace contextRef="#ctx0" brushRef="#br0" timeOffset="109689">12457 15615 15818,'-4'2'3462,"-1"0"-2666,5-2 504,-1 0-1233,10 0 56,24 0 34,23 0-118,-13 0 0,0 0-217,-6 0 1,0-1 199,0 0 1,-1-3-23,2-2 0,-3-1 224,21-7-219,-19 4 1,0-1 95,11-6-56,0-2 168,-4-3-78,0 0-135,-3-1 11,-1 0 90,-1 0-101,-12 8 0,-1-1 45,15-8 11,9-6-68,-1 0 12,-12 9-117,10-7 162,-15 9-90,0 1 90,2-3-17,-8 5 0,-1-2-28,17-12 5,-15 9 1,0 0 84,13-14-90,-12 10 0,2 0 22,-7 6 1,0 0 16,17-12 0,-1 0-39,-15 12 0,0 1 80,6-6 0,0 0-80,11-12 56,-3-2-45,-6 2 0,1-1-11,-13 12 0,0 1-567,11-14 1,-1 1 566,1-3-96,-9 10 0,1 0 85,10-15 16,-11 16 1,1-2 22,-1 0 0,0 0-73,12-16 45,-12 15 0,0-1 153,-1 0 0,-1-1-153,0-3 0,1-3 28,4-10 0,0 0-320,-6 9 1,-1 1 291,-1 1 0,-1 2-45,7-17 101,0-1-112,-1 0 84,-11 27 0,1 0 850,9-27-878,0 2 137,-7 17 1,1-2-127,2-1 0,1 1-17,0-1 1,0 0-243,2 2 1,0 2 247,-3 10 0,0 0 6,8-12 0,1 0-6,-7 9 0,1 1-23,5-10 1,-1 1 123,8-11-180,0 0 79,-2 1 0,0 1 34,-3 3 280,-8 12 1,2-1-310,0 0 1,0 0-12,1-1 1,1 1 161,-2 2 1,1 0-140,2 1 0,0 1-17,12-13-17,-6 7 0,2 0 17,-6 7 0,-1 1-34,1-1 1,-1 1 308,0 2 0,-1 1-264,1-1 0,1 0-62,3-2 1,2 0 72,-1-2 1,0 1-246,2 1 0,-1 1 223,-8 6 0,2-1 0,14-7 0,4-2 0,4 0 0,0 0-39,1-1 0,0 0 95,-3 4 0,-4 1-157,12-5 135,-6 2-34,-4 4 44,-3 2-44,-3 4-6,-9 4 1,2 0 5,5 0 0,0-1 0,2 0 0,1-1-198,0 1 0,-1 0 248,-7 3 1,-2 1-51,2 0 0,0-1-11,0-1 0,2 1-40,1 0 1,0 0 100,0 0 1,2 0-91,15-5 1,3 1 39,-1 0 0,1 1-6,1-1 1,-2 1-18,-5 2 1,-1 1 22,2 0 0,-2 1-11,-10 2 0,1 0 33,13-2 1,-1 0-23,-13 3 0,0 1 5,1 0 1,1 1-6,2 0 0,1 0 0,0 1 0,1 0-28,0 0 0,3 1 39,-4 1 0,2-1 0,-2 1 34,6-1 0,0 1-28,13-1 0,-2 1-17,-20 1 0,-2 0-6,-2 0 0,0 1 6,-2 0 0,0 0-45,-2 0 1,1 0 122,29 0-190,-2 5 112,-1 3 0,-1 5 11,-3 0-11,-17-3 0,0 0-44,19 5 72,-19-5 0,-1 1-84,16 5 46,-14-3 0,1 2 15,1 2 1,2 1-17,11 7 0,1 1-126,-14-4 1,-1 0 85,-1 1 1,-3 0 118,10 11-68,-5 0 22,-2 1-292,-1-1 270,-1 1 400,1-1-333,0 1-11,6 1 0,4 2-56,-12-10 0,0 1-298,-2-3 0,1 0 0,-2-1 337,1 0 0,-3-2-84,18 11 398,-23-15 0,2 0-353,10 8 0,1 1 0,-9-6 0,-1 0 0,8 4 0,0 2 33,-2 0 1,-3-1 91,-6-8 1,0 1-126,17 15 0,1-1 45,-16-14 0,-2-1-45,11 7 0,-1 0 0,14 8 67,1 0-11,0 0-407,-2 1 407,1 1-56,-2 0 62,-22-18 0,1-1-62,22 18 0,1-2 45,-1 0 45,-4-1-146,-2-1 112,-3-1-45,-1 0 90,-3-3 966,1 0-1067,-3-1 45,1 0 0,0 1-34,0-1-11,3 3 0,1 0-12,-10-6 1,3 2 67,5 3 0,0-1-335,1 1 1,0 0 272,3-1 1,-1-2-6,-9-7 0,0-2 11,0 0 0,0 0 0,-1 0 0,0-1-158,-1 0 1,-1-1 157,24 16 0,-2-2 191,-16-8 0,2 2-186,1 0 1,1 0-6,-1 2 0,-1-1-6,0-1 1,0 1 5,-1 2 0,2 1 15,-3-5 0,3 2 0,-1 0-4,1 0 0,-1 0 0,0-1-532,16 11 0,-2-4 521,-14-8 0,-2-2-68,11 6 79,1-1 133,-13-7 1,1 1-145,3 1 0,2 1-34,13 5 1,1-1-313,-9-4 0,0-2 357,1 0 1,1-2-12,4 2 0,-1-1 0,-11-4 0,0 0-6,11 4 0,-1-1-5,-14-3 0,-1-2 11,0 0 0,0 0 0,0-1 0,-1 0 546,27 7-546,-6-4 660,-3-2-660,-4-2 0,-2-1 0,1-1-11,-2-1 11,0 0 45,17-1-180,-14-2-437,13 0-2296,-21-3-5618,-6-6 8486,-12-15 0,-9 10 0,-8-7 0</inkml:trace>
  <inkml:trace contextRef="#ctx0" brushRef="#br0" timeOffset="111950">14174 12994 12300,'31'-42'362,"1"1"0,-6 4 1,-5 5 286,-4 7 338,-12 7-629,-5 7 280,0 0-66,-3-4-460,-1 2 336,-3-3 449,-1 1-583,3 5 10,-2-2 158,5 7-348,0 3 113,2 0-135,0 7-112,0 9 409,0 15 0,0 4-230,0-2 0,0 2-805,0 19 1,0 2 653,0-6 0,0 0 56,0 6 0,0 4-311,1-15 1,0 4-1,0 1 1,1 1 287,-1 4 1,1 0-1,0 1 1,1 0-46,-1 1 1,1 0 0,0 0 0,-1-1 16,1-2 1,0-1 0,0 0 0,0 0-1,0-1 1,1 0-1,-1 1 1,1-1 19,-1 4 1,1-1-1,1 2 1,-1 2-37,0-4 1,1 3 0,-1 1 0,1-1 0,-1-3-351,1 2 1,0-2 0,-1-2-1,1 0 344,0-3 0,-1-1 1,1-1-1,-1 0-11,0 9 0,0 0 0,-1-4-432,1 7 1,0 0 431,-2-13 0,0 1 0,0-2 559,-1 7 1,-1-4-560,1-6 0,-1 0 11,2 2 1,0-2-12,1 11-23,2-18 990,-3-19-934,0-6 1550,-1-2-1583,-1 6 1478,1 8-1422,0 9-45,0-5-11,-1-5 12,0-12 21,0 2 1,0 2-23,-2 8 23,-3 9 78,-3 6-112,-4 2-23,1-1 23,1-6 56,0 0-56,4-12 0,-1-3 0,6-11-2028,0-4-3317,-3-1 5345,-3-8 0,2 7 0,-1-6 0</inkml:trace>
  <inkml:trace contextRef="#ctx0" brushRef="#br0" timeOffset="113409">11296 16910 23594,'30'-44'1031,"2"8"-1001,-1 19 0,9 1 0,1 0-53,6-2 1,2 0-1,-1 2-185,-8 2 1,-2 0-1,2 1-401,8-2 0,1 0 1,-10 4-767,-3 3 75,-4 3 429,-28 5-1437,-27 5 2285,-21 10 169,-8 0 223,22-6 1,1 0 1122,-8 2 222,7-4 964,1 0-1849,14-3-313,2-1-136,11-2 68,1-1-436,1 2 100,0 3-112,0 7-23,0 10 23,4 9-11,6 6 11,9 6-11,8 1-415,3 3-560,1 2-717,-2-2-1502,-15-15 1,-2 1-2522,2 13 5726,-7 11 0,-8-37 0,-2-4 0</inkml:trace>
  <inkml:trace contextRef="#ctx0" brushRef="#br0" timeOffset="113584">11609 17400 22395,'-57'17'1490,"12"-2"-1434,49-16-89,34-18 33,2 1-40,-5 1 1,5-2-2472,11-4 0,2 0 824,-12 5 1,0 0-1115,13-5 0,-1 0 2740,-20 7 0,-5 2 0,6-2 0,-14 3 0</inkml:trace>
  <inkml:trace contextRef="#ctx0" brushRef="#br0" timeOffset="114210">12062 17049 15504,'-10'-3'4348,"2"2"-2410,-9-3-1927,13 5-22,-13 7 45,21 27-34,5 1-34,5 15 12,14-5 22,-7-16-45,5 3-224,-12-20-89,-5-7 358,-3-3 56,-2-19 44,-1-6 40,0-13 0,1-4 11,-1 8 1,1-1-186,0-13 1,1 0 78,0 13 0,0 2 123,6-22-135,0 15-212,3 12-23,22 21 202,-3 17-17,2 13 1,1 5-1,-13-7 0,-1 1-162,7 7 0,2 0-471,-7-10 0,-2-3 650,0 0 548,2-3-424,-24-18-124,0-12-12,-7-10 12,-3-20 112,-3 6 0,-1-5 420,-3-3 1,0-2-412,0 1 1,0 2 142,1 4 0,1 5 811,-4-6-873,8 22-202,4 5-202,6 24 213,10 14-56,9 20 67,9-1 1,4 3-238,-6-11 0,2 0 159,10 11 0,0-2-661,-11-17 0,-1-3-1143,19 16-1457,-8-8-818,-12-9 4135,-12-9 0,-7-6 0,-5-5 0</inkml:trace>
  <inkml:trace contextRef="#ctx0" brushRef="#br0" timeOffset="114833">12590 16985 19134,'27'-25'-15,"0"0"0,-1 2 1,0 7-54,18 14 12,-1 11 68,-3 5-24,-4 11-21,4 11 33,-15-11-34,0 2 34,-18-16 135,-4-5-79,-3-2 179,-16 0-90,2-3 114,-14 2 905,2-3-558,8-1 43,1-3-481,11-2 56,3-5-122,2-2-102,1-5 0,0-2 90,13-19 156,13-3-112,4 0 23,6 8-157,-13 18 67,-4 4-134,-3 6 190,-4 2-212,-1 3 111,0 1-22,4 6 23,5 6-23,21 22-68,-4-7 74,-12-7 0,3-1-1938,5-5 1,0-4 1674,18 3 30,-17-7 0,0-2 103,8-4 124,-6-6 23,-12-2-12,-10-7 337,-9-3-23,-13-2 571,-32-13-672,-2 10-168,9 8 0,-1 2 34,-16 3-34,4 5 3116,7 4-5111,-2 15-1007,19 3-4056,2 13 7002,17-6 0,3-10 0,0-7 0</inkml:trace>
  <inkml:trace contextRef="#ctx0" brushRef="#br0" timeOffset="116712">11954 15555 20009,'-39'12'2397,"8"-2"-2161,31-10-191,5-1-23,17-12 57,24-11-322,-10 2 1,6-2 272,-3 2 1,7-2 0,1 0 0,-2 1-412,6-2 1,-2 0 0,6-1 380,-11 6 0,4-2 0,3-1 0,0 1 0,-1 0 0,-3 1-573,9-3 0,-3 1 0,-1 1 0,-1 0 573,1 1 0,0 0 0,-2 0 0,-3 2 0,0-2 0,-3 1 0,-8 3 79,9-6 100,-25 11 220,-11 4-287,-9 3 991,-3 1-1103,1-1 2718,-1 2-2797,2 2 158,1 0-68,-7 1-11,-19-4 0,-6 0-23,-7-1 1,-2 0-17,11 3 0,-1 0 11,-11 0 0,-3 0-23,-1 1 1,2 2-1125,10 1 1,0 0 1174,-7 0 0,1 1-1140,-7 6 1140,11-2 0,11-2-90,13-2-44,7-2-23,6-1 2099,11 1-1931,13 1-11,20-1 28,1 0 0,4 0 462,-10-1 0,2-2-490,7-1 0,4-1 0,-5 0 11,-4 0 0,-2 0-19,-1-1 1,2-1 0,-5 1 7,14 0 0,-1 1 0,-35 4-34,-7 6 34,-6 15 224,-1 17-140,-2-9 0,0 3-84,-3 4 0,-1 3-28,-8 18 0,-2 0 12,1-13 0,-3 0-2741,-6 10 1,-6-4 2756,1-19 0,0-4 0,-4 5 0,-3-13 0</inkml:trace>
  <inkml:trace contextRef="#ctx0" brushRef="#br0" timeOffset="122025">16891 10610 11078,'0'-4'1546,"0"2"-335,-3 1-483,2 1 964,-1-1-1345,2-1 79,0 1 930,-1-1-550,0 1-503,0 0-258,0 10-45,1 3 112,0 12-56,6 16 157,0-7-202,6 12 269,2 0-213,-3-11 337,1 9-337,-3-12-67,-1-1 314,0 1-180,-1 1 90,1 1-212,-1 3 100,1 2 0,0 2-112,0 3 0,-1 2 212,-1 2-55,-3-12 0,-2 3-129,2 2 0,-1 3 50,1 13 1,1 0-375,-1-11 0,1-1 341,1-2 0,0-2 11,2 12-22,0-1-6,-2-14 0,-2 4 50,1 5 1,0 2-79,-1-1 0,2 1 70,-1-6 1,0 2 0,1-4-26,0-3 0,0-1-45,2 4 0,0 4 0,1-3-432,-1-3 0,0-2 437,2 14 1,0 0-6,-3-13 0,0-2-88,-2 2 0,1 0 127,-1-1 1,1 0-29,-1-2 0,1 1-11,-1-1 0,0 1 0,1 0 0,0 1 27,-1 0 0,0 1-27,1 3 0,0-1-1383,-1 2 1,1 0 1393,0 0 0,0 1 28,0-1 1,0 0 223,0 0 0,-1 1-267,0-3 1,1 1-1,0 2 26,-1 2 1,0 2-1,0 0-173,0-2 1,1 1-1,-1-1 151,-1-2 0,0 1 0,0-4 34,0 3 0,-1-2-34,0-1 0,-1 2 0,0 18 0,0 1 28,0-16 0,-1 0-28,0 12 0,0 2-28,0-2 0,0 0 78,0 2 0,1 2-61,0-2 0,0 2 7,0-15 0,0 2 1,0-2 81,1 12 0,0-1-75,0-10 1,0 2 0,1-2-4,0 8 0,1 1 0,1-12 0,0 1 0,1-4 11,0-2 0,0-1-11,2 13 0,1 1-6,0 1 1,-1-1 38,-1-13 1,0 1-34,1 11 0,0-1 0,-1-14 0,-1-2 1451,-1 1 0,1 1-1440,0 12 0,-1-1-33,0-11 0,-2 0 22,0 9 0,0 0 39,-2-14 0,0 0 57,-1 1 1,0 3-103,0 10 0,0 1 0,0-13 1,0 1 453,0 9 1,0-2-449,0-4 33,0-4 279,0-11-334,0-8 22,0 0 0,0-9 22,1-2-783,0-2-1839,6-8 2600,-2-28 0,3 20 0,-4-18 0</inkml:trace>
  <inkml:trace contextRef="#ctx0" brushRef="#br0" timeOffset="122849">14874 16503 16860,'-38'10'426,"0"-1"0,3 2 0,4 5-247,1 26-34,14-5 1,3 7-45,4 13 0,5 2-101,8-4 0,4-2-34,-2-2 0,8-8 34,14-21 0,4-9 12,7-9 32,18-14-44,-21-12-44,-4-9 167,0-17 370,-12 10 504,-3 4 639,-12 18-359,-5 14-1030,0 18-102,-4 18 1,3-4 0,-1 4-278,0 7 1,0 4 157,0-2 0,1 4 0,3-2-199,3-3 1,3-1 0,0 0 172,-1 18 0,2-4-129,6-15 1,2-8-3133,11-6-4784,-3-23 8045,-4-20 0,-8 2 0,-11-5 0</inkml:trace>
  <inkml:trace contextRef="#ctx0" brushRef="#br0" timeOffset="123411">15170 16834 16602,'43'19'7,"-1"0"1,-4-1 0,-6 1-8,-8 18-471,-8-6-67,-9 6 370,-39-12 347,11-4 443,-9-20 0,-2-7-375,6-9 66,-6-14 674,21-20-741,12-9-56,11 19 1,6-1 111,7 0 1,4 3-79,-1 8 0,1 3-6,0 3 1,-1 4 207,3 1-336,-13 9-113,-7 5 169,-5 15 67,8 30-168,2 3-45,0-1 0,2 0-157,6 5-367,-7-17 0,0-3 479,10-2-820,23-8 832,-23-20 33,12-12 661,-32-18-325,-9-9 673,-15-5-676,-13-3-137,8 25 0,-3 1-229,-2 1 1,-2 0 32,0 3 0,0 0 22,1 4 1,1 1 259,-20-8-562,15 9-1838,14 7-2274,11 8 4457,32 19 1,-19-12-1,20 11 1</inkml:trace>
  <inkml:trace contextRef="#ctx0" brushRef="#br0" timeOffset="124357">15810 16592 23560,'-15'4'-22,"7"30"33,16 8-17,9 5 1,4 1-185,4-2 190,-4-12 0,2-3-213,8-10 213,-6-11-34,5-3-67,-10-13 101,-2-10 135,-1-10-46,0-14-77,-2-5 10,0-3 101,-4 0-67,-4 5-56,-3 6 0,-3 10-33,0 6-23,-1 12-79,2 2-10,4 7 21,5 9 124,7 8-336,14 27-168,-6-8-34,6 9-168,-6-21 504,-12-12 202,0-4 325,-12-8-280,-1 0-11,2-9 67,4-19-23,0-3-78,2-13 22,7 6 1,1 1-157,4 3 111,-4 3 1,1 6-192,-5 20 214,-8 17 12,0 8 44,-2 14-56,-1 4 22,-1-2 12,-1-7 280,-1-8-292,-4-9 12,0-6 414,-5-4-403,1-6-17,-2-22 0,2-13-17,2-17 0,1-6 75,1 13 0,0-3 0,2 1-248,3 2 1,2 0 0,2 4 206,1-6 0,4 8 56,12-7-101,-2 16-101,1 16 90,2 50-1,-1 12 12,-8-4 0,-1 6 0,-2-7 0,0 2 0,0-1-228,6 16 1,1-1 188,-1 0 0,0-4 39,-2-15 0,-1-6-12,1-6-100,-5-13 112,-2-6 758,1-4-724,15-29 291,-3 5-246,14-25 223,-7 17 338,22-2-668,-15 24 0,1 3-22,3 0 0,0 3-880,6 7 0,1 4 930,13-1 0,-3 1 0,-3 5 0,-15-9 0,0 0 0</inkml:trace>
  <inkml:trace contextRef="#ctx0" brushRef="#br0" timeOffset="126392">20001 10345 17454,'-8'-11'1983,"1"2"-1568,5 9-236,0 0-67,-1 0-112,1 0-34,0 5 34,0 9-44,0 12 245,1 11-201,-1 6 123,2 7 236,-1-13 0,1 3-343,0 4 1,0 1 246,0 0 1,0 0-119,0-5 1,0 1 0,0-1-787,1 16 1,2-1 864,0 1 0,1 0-224,1 1 0,1-3 0,1-13 0,0-2 173,-1 1 1,0 0-296,0 1 1,0 0 104,-1-1 0,-1-1 39,1 0 1,-1-1-1,0-2 1,0 1-1234,3 9 0,0 1 1211,-2-12 0,0 0-6,2 11 1,0-2 574,-2-11 0,0-2-597,-1 3 0,0 0 61,-1 0 1,0 2-34,0 0 0,0 0 67,1 0 1,-1 1-68,0 1 0,1 0 0,0 2 0,0-1-6,1 2 0,0 1 101,1 0 1,1 1-158,0-1 1,0 1 105,1-2 1,0 1-45,-1-3 0,0 1 11,0-2 1,0 2-12,0 16 0,-1 2 28,-2-14 0,0 1-490,1 14 0,-1-1 439,-3-16 1,1-3 22,0 0 0,1-1 28,-1 0 1,0-1-40,1-1 0,1 0 11,0 0 0,1 0 0,0-2 0,1 2 84,4 14 0,1 2-129,0 0 0,0 0 45,0-1 0,0 2 7,-3-7 1,-1 3 0,-1-2 36,-1 5 1,0-1-68,-2-11 1,0 1 0,0 0 29,1 0 1,-1 0 0,1-1 31,2 17 0,0-2 917,0 1 0,1-1-1007,1 3 1,0-2 106,-2-16 0,-1-1-56,2-2 0,0 1 95,3 11 0,1 4-123,3 1 0,0 2 35,-3-9 1,1 1-1,0-2 275,2 11 1,0-2-294,-2-4 0,0-2 22,-5-16 0,0-1 74,1 11 1,0 0-108,-2-12 0,0-1 22,1 7 0,-1 1 399,1-6 0,0 0-416,1 3 1,-1 0 16,1-1 0,0-1 0,-1-1 0,-1-2 167,3 9-167,-2-2-11,2 11 0,-3-12 22,2 13-11,-2-12 11,2 4-11,-2-9 0,0 1-33,4 17 66,-4-18 1,-1-1-90,2 5 1138,-2-3-1082,0-5 312,-2 0-312,0 11 34,-1 3-45,1 1 22,-1-7-11,2-14-56,-2-10 56,-1-3-168,-1-8 67,1-1-840,-1-4-2185,1-13-3160,-1-18 6286,-1-23 0,1 23 0,-1 0 0</inkml:trace>
  <inkml:trace contextRef="#ctx0" brushRef="#br0" timeOffset="128034">17948 16561 19762,'10'40'532,"1"0"0,4 2 1,2 4-1,0-5-532,-2-6 0,2 0 0,0 2 0,3 3 0,-4-7 0,1 0-112,-2-8 67,-11-18-22,-3-14 56,-1-8 22,-3-15-34,-5-12 35,-5-9-12,-4-3 145,4 16 1,0 1 145,-6-12 303,-4-6-179,13 36-270,4 10-145,4 6-134,1 3 56,1 4 78,6 13 22,8 13-22,12 15-17,-4-14 0,4 1-112,-1-5 1,1-2 16,3 0 0,-1-3 67,11-1 45,-10-21 22,-18-13-22,0-9 56,-6-31 56,-2 10-78,-2 12 0,0 2 111,0-9 146,-1 9 606,0 9-774,0 11 79,0 7-258,0 17 56,2 11 22,8 19-22,7 7-533,-4-23 0,2-1 533,2-1 0,1 0 0,1-3 0,1 0-78,21 16-496,-13-20 1,1-3 271,14 3-337,9-3-33,-21-15 346,-2-11 125,-3-7 100,-4-11 101,-2-7 0,-7-1 11,-4 0-11,-5 1 0,-3 2 78,-4 5 102,-3 1 10,-4 7 794,-3 4-849,1 5 599,2 6-734,1 2-44,0 4 33,-3 10 11,-6 25-33,7 3 33,-1 16-34,11-15-22,1-6-101,4-7 79,6-6-1,-1-12 35,5-2 44,-7-9-12,3-15 12,2-9-179,4-19 179,1-7 17,-7 17 0,0 0-28,5-12-1,1-6 12,-10 37-212,0 6 32,-2 13 147,1 10 33,5 11 0,2 9-90,5 1-1210,8 1 124,3-18 873,-1-23 303,-9-21-78,-11-10 0,-4-7 134,-2-10 0,-1-2-689,-3 0 1,-1 0 785,1 14 0,0 0 0,-1 3 256,-4-2 1,-2 3 812,-2-4 0,-1 3-460,-5-6 335,-4 5-1276,15 41 179,1 18-56,6 25 56,3-13 0,3 3 131,3 3 0,2 4 0,2-2-193,4 7 0,2 0-285,-2-6 0,1 1 0,2-2-2242,10 8 1,0-4-2328,-7-12 1,-1-2 4573,-1-3 0,-1-4 0,-4-7 0,-14-16 0</inkml:trace>
  <inkml:trace contextRef="#ctx0" brushRef="#br0" timeOffset="129015">18997 16616 21005,'-19'-26'-179,"10"6"146,43 5 33,3 4-79,3 0 79,-4 0 112,3-3-11,-16 5 101,-4 1-179,-15 6 1601,-4 2-1657,0 7-12,-1 7 45,1 12-67,-1 8 67,1 3-203,12 11-54,0-16 33,9 1-1154,3-19 1098,-7-8-45,7-3 235,-8-12 90,1-4 67,-4-9 101,-3-3 68,-6-20 638,-2-8-437,-2 2-57,-1 7-100,-2 27-212,0 8-68,1 6-482,1 2 448,1 13-22,8 7 56,4 16-168,5-9 0,2-1-1355,11 11 973,11 1-951,-4-27 1422,-8-18 248,-4-19-147,-12-5 807,-19-18-414,-3 20 78,-8-5 33,-3 9-470,8 10 68,0-1-270,9 9-44,2 3 167,2-2 23,6 1 56,4-1-45,13-2-156,-5 4 145,4 1-11,-9 4 11,1 0 0,5 11 0,-6 3 11,3 12-56,-9 15 146,-4-17-56,-3 8-1,-1-22 46,0-5-135,0-2 146,0-3 157,7-11-236,0-1 707,21-33-416,-8 18-302,8-10-11,-9 26-324,-1 12-651,3 28-1132,-1-1 2107,-4 27 0,-11-33 0,-3 0 0</inkml:trace>
  <inkml:trace contextRef="#ctx0" brushRef="#br0" timeOffset="129150">19684 16066 12736,'0'0'0</inkml:trace>
  <inkml:trace contextRef="#ctx0" brushRef="#br0" timeOffset="129824">19861 15980 19269,'23'25'369,"-1"0"1,2 12 0,-3 5-353,-9 8 0,-3 2-801,3 5 1,2-3 783,-4-16 0,3-1 39,6 10 1,3-2-96,0-10 0,1-3-68,-2-1 1,2-4 222,25-3-289,-9-39 229,-15-8 0,-2-4-39,7-12 448,-8-12-45,-19 40-56,-2 7-22,0 3-325,0 7 785,-1 6-785,1 9-269,-1 6 168,1 6-123,11-9 179,-3-6 1,10-10 44,-3-12 0,2-8 134,14-28-123,-5-3-6,-7 13 1,0-1 184,2-2 1,-1 3 78,8-9 684,3-1-942,-22 32 179,-4 11 528,-5 56-718,-3-29 0,0 2-302,0 22 0,-1 3 274,-1-10 0,-1-2 67,2 0 1,0 0-102,1 6 1,1-3-337,1-15 0,0-1-824,1 1 1,0-4-8610,-7-9 9504,-1-17 0,0-1 1,1-8-1</inkml:trace>
  <inkml:trace contextRef="#ctx0" brushRef="#br0" timeOffset="130013">20051 16166 20557,'39'-20'-1186,"0"0"1,-1-1 0,9-4-1,0-2 1,-5 2 1185,-4 0 0,-3 1 0,2 2 0,-6 1 0,-9-1 0</inkml:trace>
  <inkml:trace contextRef="#ctx0" brushRef="#br0" timeOffset="131651">21597 16343 15403,'0'-38'1886,"0"-1"1,1-1-1,0 4-373,1 5-651,1 2-77,-2 23-785,0 4-79,1 2 147,12 33-12,1 4-56,-3-3 0,0 2 0,-1-5 0,-1 0-17,0-2 0,-1 0-824,4 17-1030,-4-13-527,-5-12 34,-4-11-1099,-10-6 3463,-20-24 0,13 15 0,-10-17 0</inkml:trace>
  <inkml:trace contextRef="#ctx0" brushRef="#br0" timeOffset="131889">21597 16343 12826,'-22'-50'1860,"-1"-1"0,2 6 0,6 10-1031,14 25-548,5 5 144,11 4-66,12 1-1,18 9-2009,-5 10 0,-1 5 1656,-7-4 1,-2 5-6,-1 7 0,0 4 0,-5-1-138,-8-2 0,-4 0 166,2 9 0,-8-1 130,-27 6-41,-9-22 1,-9-4-62,2-10 0,-5-3 0,2 0-112,-9 4 0,2-2-835,-6-3 1,11-9-8490,27-16 10169,23 0 0,-3-3 0,11 7 0</inkml:trace>
  <inkml:trace contextRef="#ctx0" brushRef="#br0" timeOffset="132228">21802 16595 13117,'51'-30'-81,"0"-1"1,0 1-1,-9 5 1,-2 1-1,-4-4 176,3-17 0,-8-3 1177,-14 10 0,-4 0-734,2 2 0,-5 0 1591,-20-22-1221,-6 38-393,-16 3 347,4 14-480,-17 24-136,15 2-224,-4 26-50,25-13 0,6 2-128,1 22-85,5-21 1,5-2-1890,16 10-2442,4-22 1,5-5 4571,22 4 0,-3-5 0,-25-18 0</inkml:trace>
  <inkml:trace contextRef="#ctx0" brushRef="#br0" timeOffset="132921">22538 16269 22676,'-20'-15'190,"2"14"-280,10 25 90,2 14 0,3 5-78,4 1 22,11-4-426,7-7-370,12-9-1154,5-11-290,4-7 43,3-13-245,0-13 1202,0-13 1296,-7-15 0,-8-3 1053,-16 10 1,-4-2-365,-3 10 0,-1 0-135,0-13 1,-3-2 319,-6-6 0,-3 1-471,3 13 1,-2-1-18,-3-11 0,-4 0 690,1 12 0,-3 4 101,-10-16-628,-1 8-549,13 29 22,8 12-201,6 8 179,-2 16 0,1 19 67,0-10 0,-1 4-432,1 24 1,1 3 364,3-13 0,2 1 0,-2-7 0,1 2 0,3-2-26,4-3 0,4-1 0,0-2-297,7 13 0,2-2 227,-1-3 1,1-3-101,-4-14 0,0-6-169,3-9 298,-3-8-157,10-20 201,-7-4 23,9-16 34,-16 10 0,0 0-34,9-12 44,7-11 192,-11 23 1082,-4 8-1318,-5 6 650,-3 8-594,-3 3 48,1 3-93,3 12-56,10 40-11,-6 1 17,-4-14 0,0 3-3564,-2-1 1,-1-3 3602,2 12 0,0-3 0,-8-38 0</inkml:trace>
  <inkml:trace contextRef="#ctx0" brushRef="#br0" timeOffset="133041">23149 16014 10697,'-26'-47'0,"4"10"0</inkml:trace>
  <inkml:trace contextRef="#ctx0" brushRef="#br0" timeOffset="133723">23368 16170 15885,'6'-3'1602,"-2"0"-1333,-4 3-123,51 42-78,-31-7-35,2-5 1,4 6-1,-6-3-39,-10-3 1,-2-1 10,4 13 1,-1-2 6,-2-9-1,0-3 280,-6-24-224,-2-2 796,0-2-751,2-12 56,1-8-123,2-18 291,1 6 0,1 0-157,6-20 180,0 12 0,2 1-259,5-1 472,6-3 145,-1 18-605,-7 11-112,3 2 0,-9 10-202,1 1 213,1 11-11,3 5 34,12 29 34,-6-9-68,7 11 0,-9-22-337,1-6 348,1-8-22,1-5-68,0-3 79,0-5-67,-1-8 56,0-7 11,-3-12 11,2-18-11,-11 8 90,-1-9 303,-10 13-192,-6 13-89,-4 2 504,-11 15-605,3 4 12,-3 10 10,9 6 1,6 11-34,6 6-135,21-9 1,8-3-947,-2-5 0,4-3-2675,22 3 0,4-5 3756,-3-10 0,-3-2 0,-19 2 0,-3 0 0,22-7 0</inkml:trace>
  <inkml:trace contextRef="#ctx0" brushRef="#br0" timeOffset="146120">17679 11336 8467,'7'0'101,"-2"0"-79,-5 0 2309,1 0-2353,1-1-45,-1 1 1691,1-1-1332,0 1 212,-2 0 997,3 0-1501,-2 0 67,0 0-22,2 0-45,-2 0 0,2 0 180,-2 0-169,1 0 68,0 0-79,2 0 67,3-2-34,7-3 12,0-1-11,1 0 22,-4 3-56,-4 1-34,2-1 34,-4 1 0,1 0 0,-3 1 34,0 1-23,2 0-11,-2-1 34,4 0-46,1 0 12,12 1 0,-2-2 90,10 1-90,-6-1 0,8-1 11,-9 1 12,7-4 178,-18 3-111,-2-1-90,-4 4-67,2 0 67,2 0 0,6-1 56,-1 0-45,2-2 34,2 0 33,6-1-89,-6 1 89,3 0-78,-10 1 112,-3 0 34,0 0-113,0 1-201,9 0 168,-2-1 68,15-1 21,-9 1-89,9 0 0,-8 1-56,1 0 56,0-1 0,-1 0 45,-1 0 22,-2-1-44,-2 0-23,-1 2-135,6-2 214,6-1-46,-1-1 113,14-4-146,-15 5 0,9-5-22,-12 4 22,-1-2 0,-3 3 123,-2-2-123,-1 2 168,1-1-168,0 0 0,5 1-45,1-2 101,4 1 68,13-3-24,-8 1-10,8-2-90,-8 4 0,0 0-235,2 1 403,1 1-168,-3-1 123,11 0-67,-6-2-56,1 1-112,-6-1 202,-11 2-90,3-1 67,-1 0 11,10-3-78,-7 3 0,4-2-78,-1 1 78,-6 2 33,4-1 1,-7 2 0,-1 0-34,-1 1 0,-2-2-112,-2 2 156,-3-2-44,-1 2 101,8-3-101,19-4-89,-3 2 122,14-3-33,-16 5 56,1 0-11,-4 2-79,-2 1 34,2 1-56,-8 1 101,1 0-45,-9-1 79,-2 0-68,1-2-11,3 0 0,2-1 0,5 0-23,19 0 23,-8 1 23,14 2-1,-16 1-22,-2 0-22,-5 0 22,-2 0-56,-3 0 101,-1 0-45,-2 0 11,1 0 11,-1 0-33,2-1 11,6 0-22,3 0 44,-5 0 12,-2 1-113,8-3 79,-8 2 0,16-1 11,-10 2 34,2-1-78,2 1 33,-1-1 0,-4 0 33,7 0-44,-11-1 11,5 0 0,-11 1 56,-1-1-56,3 0-101,6-1 112,9-1 68,-2 1-135,4 0 56,-10 1 11,8-1-11,-11 1 0,6 0 11,-7-1-33,3-2 22,1 0-23,3 0 35,-6 2-12,16-1 56,2-1-56,2 0 0,-8 0-34,-7 1 12,-10 1 22,3 0 0,-7 0-12,1 0 12,12-2 0,-2 1 0,11 0 0,-5 1 23,1 2-23,10 0 0,-11 1 0,4 0 0,-14 0 0,4-1 0,-7 1 45,4-1-45,3 1 0,-2 0-56,7 0 78,-5 0-22,1 0 56,9 0-67,-6 0-34,8 0 34,-1 0 33,-11 0-22,7 0 23,-6 0-23,-5 0-34,4 0 23,2 1 11,-7-1 0,8 2 45,0 0-79,-2 1 34,7 2 0,-10-2 0,6 0 0,-9-2 0,8 1-11,-3 0 0,16-1 89,-8 0-78,11-1 11,-7 0-78,-8-1 33,2-2 57,-9-2-23,-6-1 0,4 0 0,-4 1 22,1 1-33,3 1 11,2 0 0,1 1-22,-1 0 44,0 0-22,7 1 11,-7 0 12,4 1-23,-5 0-68,-8 0 102,3 0-34,-5-1 67,11 0-100,13 0 10,14 0 23,2 1 0,-11 0 23,-8 0-23,-16 0 0,3 0-23,1 0 23,-4 0 34,10 0-79,-11 0 45,-1 0 45,-6 0-124,-3 0 46,-1 0-482,2 0 123,1 0-1671,2 0-2273,2 0 4336,0 0 0,-2 0 0,-3 0 0</inkml:trace>
  <inkml:trace contextRef="#ctx0" brushRef="#br0" timeOffset="153922">17306 11494 9756,'0'3'785,"0"0"256,0-3-1007,0-4 515,0 0-459,0-3 134,0 3 0,0 1-157,0 1 269,0 1-202,0-2-44,0 2-90,0-4 225,0 3-80,0-3-10,0 2-34,0-3-23,5-1-78,0 1 89,3-2 214,15-6-46,-13 7-189,14-8 55,-18 11-90,3-2 69,2-1-102,1 1 34,13-6-57,-7 6 23,7-2 34,-9 4 55,9-3-89,-3 1-78,7-1 134,-8 1 22,7-2-55,-7 2 145,5 0-168,-2 0-45,1 0 45,0 0 22,-3 0 34,-5 2 56,0-1-112,1 0 0,1 0-33,0-1 122,0 0-89,-1 1 124,-2 0-80,0 1 113,-2 0-157,0 0 0,1 0 79,11-2-102,-3 1 34,9-3-11,-8 4 135,7-2-135,-8 3-213,3-1 336,-2 1-100,-8 1-12,7-1 45,-1 0-56,-4 1-56,16-3 67,2 0 56,17 0-67,7-1-157,-12 4 292,4-1-135,-26 3 0,3-1 22,-11 1-22,7-2-112,-7 1 224,11-4-89,-12 3-12,5-3 22,5 2-33,-7-1-56,10 1 236,4-4-136,11-1 24,1 0-68,4 0-112,-5 2 246,-15 1 1,1 0-1,12-1-111,3-2-1,-29 6 57,-3-1-79,1 0 0,0-1-12,0 0 147,0 1-135,2-2 11,3 2 45,13-4-56,-7 3 0,8-1-101,-13 2 258,-1 1-224,0 0 89,-2 0-22,0 0 0,-2 0-11,3-2 89,-2 1-78,0-1 12,-3 0-1,-4 1 34,1-1-45,10-2-12,-3 1 46,10 0-34,-4 2 0,1 0 56,4 2-123,10 0 67,-9 1 67,12 0-78,-18 0-12,6 0 23,-13 0-22,0 0 67,-1 0-56,14 0 11,-5 0 0,9 0 0,-13 0 33,0 0-55,11 0 22,1 0-11,-1 0 11,-5 0 33,-2 0-22,-5 0-33,4 0 22,-5 0-22,7 0 44,9 0-22,2 0 0,3 0-11,-12 0 11,0 0 56,14 0-34,-12 0-44,11 0 22,-16 0 0,0-1 0,10-1 0,-9-1-56,8 0 56,1-1-6,-2 1 1,4 0 27,1-1 0,-1 1-22,2-1 0,-2 0-11,16-3 45,-29 2-34,-3-1 0,1 0 0,-4 0 11,5 0-11,-6 1 0,4-1 11,-3 3-22,4 0-11,15-1 33,-6 0-11,20 0 11,-12 3-22,-3 0 0,-2 1 33,-17 0-22,4 0 11,-10 0 34,-1-2-45,3 0 0,-2-1 45,12 1-45,-7 1 0,8 0 0,-6 0 0,2 1 0,-3 0 0,-1 0-11,-2 0 44,0 0-44,0 0 11,9 0 0,-5 0 0,6 0 0,-6 0 22,7 0-33,-4 0 11,5 0 0,-7 0-22,-2 0 22,0 0 0,-2 0-11,0 0 22,6 0 11,1 0-22,0 0-11,-1 0 11,-9 0 11,-1 0-11,1 0-22,1 0 22,0 0 11,0 1-11,1 0-22,7 0-12,-2 0 101,18 0-67,-2-1-22,8 1 22,-9-1-67,-7 0 100,-13 0-10,-1-1-12,-3 0-11,0-2-23,3 0 57,3 1-56,3 0 22,2 1 0,-4 0-12,14 0 12,-5 1 12,11-1-1,3 1-11,-6 0 11,9 0-33,4 0 22,-13 0-12,12 0 68,-15 0-78,1 0 22,-2 0 0,3 0-22,0 0-1,22 0 45,-23 2 1,1 0-23,-1-1 0,0 1 0,0 0 0,-1 1 0,7 1-11,10 0 11,-13-1 0,8 0 33,-12-1-66,2 0 33,4 1 0,2 1-751,-7 2 0,4 1 751,3-1 0,4 2 0,-5-1 0,-3 0 0,-2 0 0,12 1 0,0 0 0</inkml:trace>
  <inkml:trace contextRef="#ctx0" brushRef="#br0" timeOffset="155703">21649 9994 9776,'20'-35'2114,"0"-1"1,0 1 0,4-8 0,-5 7-1057,-11 9-1013,-8 20 460,0 6-505,0 1-267,-17 13 250,-13 23 0,-3 8-11,8-14 0,-1 2 3,0 3 1,-2 4-1,2-1 36,-2 9 1,4-3 4,5-11 1,0 1-11,-8 16 0,1-3-6,0-1 5,10-16 1,1-2-51,-1-1 67,5-4-22,4-9 283,5-9-261,0-1-22,2-1 146,0-1 392,0-1-538,0-7-3392,0-19 3414,0-2-22,1-16 0,2 11 78,3 1 348,1-6-22,0 8-259,-1 2-44,-1 11 3437,-2 10-3628,-1 4-347,1 1 393,-2 3 21,1 12 23,0 10 0,-1 16 56,0 8 11,-1 2-67,0-5 0,0-9 56,0-6 23,0-15-57,0-2 90,0-12-112,3 0 112,14-1-33,6-3 21,15-8-66,-7-3 0,2-4-29,1-3 1,-1 0-6,0-1 0,0 1 33,15-12-21,-29 19 32,-8 5-32,-6 5-259,-3 2-2532,-2 2-336,-8 2-2207,-6 1 5322,-10-1 0,9 1 0,1-3 0</inkml:trace>
  <inkml:trace contextRef="#ctx0" brushRef="#br0" timeOffset="156561">20837 9427 16860,'-2'-6'-90,"-12"58"135,11-7 0,-1 2 218,-5-9 0,1-4-285,3-1 22,1-56 0,0-17-107,2-16 1,1-3 145,-1 13 1,1-2-40,0 6 0,2-3 0,5 5-107,15 1 1,6 5 33,-3 7 0,2 4 73,6-2 0,3 9 0,-1 16 0,-5 8-257,-6 21 447,-8 19 67,-31-17 1,-12-2-101,-12 2 0,-4-5-40,3-5 1,-4-3-122,5-3 0,-2-1 1,6-2-400,-8 7-309,11-5 1,12 1-8477,47 1 9188,12-6 0,-1-4 0,-7-6 0</inkml:trace>
  <inkml:trace contextRef="#ctx0" brushRef="#br0" timeOffset="157801">21331 9092 17879,'0'-39'1883,"0"9"-1726,0 29-314,0 1-314,-2 3 516,-1 11 33,-5 33-55,2-2 33,3-12 0,0 3-56,2 0 0,1-1-67,0 18 134,0-11 1,1-2-68,1-6-292,0 4 550,-1-31-90,-1-5-123,-1-11 56,-5-6-163,-1-14 0,-1-6 157,-1-6 1,0 0-29,-1 0 0,3 2-156,14-16-23,34 65 201,-5 6-122,12 14-606,-24-11-347,-8-6-672,2 2-125,-6-7 955,0-4-517,4-3 942,13-15 403,-5-2 257,10-15-234,-11 3 167,1-1 830,-2 2-941,-2 3 1232,1-1-751,-8 12 112,-1 1 247,-9 10-919,-2 1-12,-8 3 46,-7 10-56,-11 7 22,-8 9 0,-4 2 44,2 0-44,-3 5-11,15-13 34,2 0-91,17-15 68,2-3 269,2-3-123,8-5-113,6-9-10,12-7-23,-4 0 0,2-4 11,3-1 0,0-2-11,0 1 0,0-1 50,4-6 1,-2 2 107,2-7 368,0 2-470,-20 20-112,-7 11 0,-4 8-202,1 10 404,2 36-79,-1 2-6,1 1 1,0 2-468,-1-18 1,0-1 427,1 10 1,1 0-23,3 11 0,2-10 112,-3-11 78,1-14-190,-5-9 539,1-7-147,-2-3-392,2-2 0,2-6 878,7-10-2335,0 0-1333,-1 0-5434,-6 8 8224,-5 4 0,0 1 0,0 0 0</inkml:trace>
  <inkml:trace contextRef="#ctx0" brushRef="#br0" timeOffset="159084">22815 9138 14371,'-41'-19'384,"0"0"1,2 2 0,2 5 74,-5 11-369,-5 10-56,1 6 280,-1 13-247,7 5-67,8 2 79,10-1 111,10 9-190,8-14 0,11 3 179,24-16-179,1-9 56,18-2 12,-11-6-5,1-10-63,-13-4 0,-2-3 45,12-17-28,-13 9 0,-3-2-6,-5-6 0,-3 0 0,5-22 8,-9 21 0,-2-3-19,-5 2 0,0 1 201,-1-16-195,-2 20 0,-1 2 196,-5-4 224,-3 8-247,0 9-67,4 7-112,3 5-156,2 3 44,1 1 56,0 7 78,-1 33 84,0-7 1,-1 2-107,0 2 0,1 1 61,-1 2 1,-1-1-62,1 11 0,1-3 112,0-3-90,1-3-22,0-3-22,0-5 22,3-7 56,0-5-56,4-5 168,-2-8 22,1-2-190,2-5 0,7-8 157,24-18-45,2-11-112,-18 16 0,-1 0 67,10-15-67,-17 15 0,-4 4 303,-5 6-247,-2 4 68,-3 4-472,-1 2 348,0 4-11,0 5-34,0 10 45,0 6 101,0 5-101,0 2 0,5 0 23,5-1-1,8-4-11,15 0-11,-7-11 146,8-3-146,-4-10 336,7-42-336,-9 10 16,-13-1 1,-4-5 39,-8-4 0,-6 0-33,-7-9-29,-15 3 1,-8 4 5,-8 16-124,-1 8 1,1 5-202,9 9 303,-4 11-841,23 3-818,7 11-1344,6 1-2611,13-5 5636,7-7 0,-3-6 0,-1-5 0</inkml:trace>
  <inkml:trace contextRef="#ctx0" brushRef="#br0" timeOffset="160604">23388 9356 16636,'14'-14'90,"0"0"-102,1 0 24,-1-1 21,1-2-33,3-11 23,-1-8-12,-2-13 112,-6 9-145,-8-3-90,-10 24 44,-5-1 46,-24 14 56,-13 10-146,-2 7 112,1 13 0,21 8 22,4 8 0,5 4-22,5 3 34,10-13 0,2 0-113,-1 14 79,5 11 0,11-26 135,5-6-113,10-5 101,5-6-123,4-7 90,1-4-45,1-4-45,1-1 0,0-8 112,3-4-112,-1-12 56,2-5-56,-2-6 112,-2-5-135,-4-2 23,-5-2 0,-3 3 79,-6-1-79,-3 3 22,-3 2 45,1-9-156,-5 15 89,0-5-12,-4 18 12,-3 4 0,0 4 90,-2 2-90,-1 2-168,-3 1 168,-1 2-22,-4 2-34,-5 0 44,-2 1 12,0 2-212,3 6 122,6 13 68,3 2 44,1 7 23,3-6-45,6 0 123,6 1-89,27 11-34,-3-9 112,-10-9 0,2-2 11,16 6 0,-11-7 0,-1-2 34,14 7 23,5 4-158,-30-9-22,-9-1 280,-7 1-168,-3 3 68,-7 5-180,-7 5 145,-9 6-246,-8 1 62,4-8 0,-3 0-1720,4-8 0,-2-2 1759,-13 3 0,1-3 0,3-6 0,0-11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6:40:14.274"/>
    </inkml:context>
    <inkml:brush xml:id="br0">
      <inkml:brushProperty name="width" value="0.09071" units="cm"/>
      <inkml:brushProperty name="height" value="0.09071" units="cm"/>
      <inkml:brushProperty name="color" value="#FF0000"/>
    </inkml:brush>
  </inkml:definitions>
  <inkml:trace contextRef="#ctx0" brushRef="#br0">3805 11422 10339,'-6'-7'1961,"2"2"-1054,4 5-481,-20-53 1456,5 20-1428,2-1 0,-2 1 207,-4 2-168,4 12-146,-3 1 561,1 0-774,-3 0 886,-4-4 336,3 3-1266,3 5-68,9 7 426,7 7-650,1 0 12,2 9 184,14 17 1,6 7 27,-3-1 1,2 3-495,3 1 1,2 4 0,1-2 471,-3-3 0,0-2 0,2 3 5,1 1 1,2 3 0,0 0 0,-1-2-3,1 2 1,-1-2 0,1 2-4,-3-3 0,2 1 0,0 0 0,-1-1 3,3 3 1,-1-2 0,-1 0-979,-1-4 1,-1-1-1,-1 0 980,11 12 1,-1-3-45,-5-3 1,-2-6 27,-4-3 11,-1 2 0,-14-19 0,-5-3 1000,-2-3-944,-1-3 3549,0-3-3605,0 0 134,-10-1-302,-8-5 168,-18-9-11,-12-9-208,21 6 0,-1-1 236,-2-2 0,1 0-17,-1-2 0,1 0 0,1 0 0,-1 0 0,2 0 0,1 0 78,0 1 1,1 0-57,1 2 0,2 0-3280,-20-16 3538,6 5 31,8 4 70,8 5-336,6 6-45,7 4 393,3 5-393,4 3 3048,0 2-3048,12 6-22,13 11 22,15 8 0,5 4 50,-8-5 1,2 1-70,6 4 0,6 2 1,-5-2 7,-5-5 0,-2-1 11,-2-3 0,2 1 0,-4-3-191,18 3 225,-10-5 33,-26-12 45,-15-8 101,-1-13-124,-2-13 57,-6-18-146,-5-5-357,-5-1 458,-1 7-101,3 7-11,2 10 11,3 8-179,3 7-897,2 6-3014,3 0-3608,1 1 7787,1-3 0,0 5 0,0 1 1</inkml:trace>
  <inkml:trace contextRef="#ctx0" brushRef="#br0" timeOffset="45056">6658 10281 13913,'-8'-15'3910,"2"4"-3539,6 11 1186,0 0-1557,4 0 0,1 1 347,25 20-302,3 9 78,10 9-100,-5 2-23,-10-10 100,0 3-44,1 1 56,0 3-112,1 0 90,1 3 44,1 0-907,3 4 773,-16-22 0,1 1 61,0 2 1,1 0-40,2 0 1,-1 0 5,0 2 0,2 0-11,8 11 0,2 1-90,0 1 0,1 2 69,-7-9 0,2 0 1,-2-1-259,4 7 0,-1-3 268,-3-4 0,-2-2-6,11 10 0,-9-12 0,-1 0 5,-5-8 1,0 1-6,7 7 0,-1 0 11,11 10-6,-14-13 1,0 0-17,10 11 702,6 6-714,-18-19 23,-2-5 0,-2-1 0,-3-6 217,-2 0-184,-2-4 581,-1-2-603,-3-2-33,0-1 22,-4-1 0,0 0 23,-3 0-23,0 0 537,-1-1-301,-3 0-147,-28-4-89,-7-5 0,4 2 0,-4-3-476,0-2 1,0-1 480,-5-2 1,-2-1 11,-1-1 0,0-1-594,1-1 1,0 1 576,3-1 0,1-1-45,2 2 1,3 0-278,3 1 0,1 0 322,4 2 0,2 0 56,-16-9 45,12 4 246,12 6 600,8 4-868,7 3 1029,2 3-1131,9 0 907,30 1-952,14 6 124,-20-1 0,2 2-56,-2 1 0,-2 1 12,18 8-1,-14-5 0,3-1-11,-2 0 0,0-1-11,6 0 0,-2 0-12,14 0 23,-16-6 0,-19-2-67,5 0 67,-6 0-11,2-1 56,-8-4-45,-3-5 78,-2-11-11,-3-7 23,-1-9-90,-2-9 0,0-5 89,-3 12 1,-2-1-90,-3-16 168,1 21 0,-2 2 78,-5-3 192,1 9-405,-1 6 23,2 7 224,1 5-280,2 5-179,3 7 179,3 23 67,1 23-505,2-9 1,1 4 437,3 6 0,2 2-39,0 3 0,3 0 78,3-3 0,2 0-62,-1-7 1,0-2 22,0-5 0,0-3-269,9 17 246,-7-18 1,-5-16-4965,-6-10-2183,-29-36 7170,-8-3 0,0-6 0,7 14 0</inkml:trace>
  <inkml:trace contextRef="#ctx0" brushRef="#br0" timeOffset="49907">4039 8635 23549,'0'-14'628,"0"41"-606,0 22-983,0-2 0,0 6 1000,0 1 0,0 2-28,0-15 1,0 1-1,0 0-8,0-1 1,0 0 0,0 1 18,1 12 1,1 1-1,-1-2-22,0 3 0,0-2 0,0-12 0,0 2 0,1-5-62,1-1 1,-1-4-1122,1 11-1831,4-11 391,1-22-1792,5-23 4415,3-13 0,-4 8 0,-4-6 0</inkml:trace>
  <inkml:trace contextRef="#ctx0" brushRef="#br0" timeOffset="50183">4248 8883 16580,'0'-59'2573,"0"0"1,0 5-1,0 12-2147,0 32-426,0 5-23,0 58 40,3-24 0,1 2-912,1 26 1,2 3 877,4-5 0,2-1 17,0 0 0,2-1 0,-1-4 0,1-2-241,0-6 1,0-2-83,-2-5 1,0-1-1617,1 1 1,1-1-4729,3 10 6667,-2-9 0,-11-22 0,-5-12 0</inkml:trace>
  <inkml:trace contextRef="#ctx0" brushRef="#br0" timeOffset="50474">4172 9322 21308,'-39'13'135,"19"-12"-68,48-17 213,13-12 11,-3 1 0,2-2-201,-8 6 0,-1 1-79,11-8 1,1 0 105,-8 6 1,-2 3-73,9-5-90,0 1 45,-28 21 0,-4 4 123,1 13-123,7 13-89,5 17-1519,-4-6 0,1 1-605,-5-11 0,-1 0 2213,4 6 0,-2-5 0,-4-8 0,-5-11 0</inkml:trace>
  <inkml:trace contextRef="#ctx0" brushRef="#br0" timeOffset="50601">4765 8867 16199,'0'0'0</inkml:trace>
  <inkml:trace contextRef="#ctx0" brushRef="#br0" timeOffset="51364">5006 8809 19572,'-40'-33'-214,"8"14"170,36 41 32,10 21 18,-2-12 0,2 2-1114,4 6 0,2 2 1108,2 2 0,0 1-6,0 1 0,-1 0-89,-2-2 0,-2 1 123,-3-4 0,-3-1 0,-4-2 0,-2-2 129,-5 25 280,-16-11 2249,-23-8-2159,4-20-404,-10-6-123,20-26 0,7-13 1515,7-20-1717,7-4 1,2-5-12,6 10 1,1-2-109,0 4 1,0-3 0,1 1 118,7-5 1,3-1 145,-3 2 0,1-2 0,-1 2 56,1-7 0,0 1 11,-4 10 0,1-3 0,-3 1 228,-3 2 0,-2-1 0,-2 5 13,1 2 1,-2 2 283,-4-18 0,-3 6-109,-4 21-282,-1 7-268,7 14 10,5 17 91,0 16 33,9 28-11,-2-19 0,2 3 286,4 4 1,2 1-281,1 0 0,1 1-29,-1-8 1,1 1-1,-1-3 1,1 5 0,1-2 22,2 7 0,0-3-23,1 4-223,-6-12 179,-5-14 22,-4-11 45,-3-6-56,-1-5 56,1-10 773,2-8-628,2-13 91,-1-4 44,1 0 365,-2 7-600,0 4-45,-3 12-280,8 7 90,3 15-79,16 11-1614,9 12-1803,8 6 370,-22-19 0,1-1 3316,21 12 0,-20-14 0,-8-8 0</inkml:trace>
  <inkml:trace contextRef="#ctx0" brushRef="#br0" timeOffset="51599">6044 8226 18541,'9'51'-39,"0"0"1,-1-1-1,1 1 1,-1 0 0,1 2-1,-1-6 1,0 3-624,-1-2 1,0 4 0,0-4 0,-3-9-1064,0 11-1091,-11-19 205,-4-21 2658,-12-27 0,10 8 0,-1-12 0</inkml:trace>
  <inkml:trace contextRef="#ctx0" brushRef="#br0" timeOffset="52039">5946 8625 10092,'-22'-52'1577,"0"1"1,-1 0 0,3 2 0,0 2-1,2 2-944,-1-4 1,3 2-962,2 3 0,2 0 686,3 4 0,1 2-190,2 5 0,3-1 139,4-3 0,5 1-307,14-16-17,-4 20 0,4 3-12,4 11 1,3 3-11,3 0 0,1 4 33,0 3 1,2 2-96,-2 3 0,0 4 101,22 18-112,-12 18 112,-28-7 0,-4 4 0,0 6 0,-7 6 8,-11 1 1,-8 8-1,-2 1 1,2-5-437,6-5 1,0-4-1,-2 4 436,-5 6 1,-4 4-1,0 0 1,3-9-26,0 0 0,4-5-21,2-5 0,3-2 27,-3 19 883,6-15-995,11-12 332,14-10-288,15-7 79,18-6-45,-21-3 1,2-3 932,2-3 1,1-3-889,-2 0 0,1-4 22,11-12 1,-2-4 27,-14 7 1,-1-1 16,7-7 0,-4-1 90,-1-9 889,-7 5-722,-6 3 58,-5 7 213,-2 2-517,-5 11-78,0 3 63,1 7-97,8 8-11,13 14-100,15 16-573,-17-11 1,1 2-818,1 1 0,0 2 1535,0 5 0,-3-2 0,2 2 0,-6-2 0</inkml:trace>
  <inkml:trace contextRef="#ctx0" brushRef="#br0" timeOffset="52164">6664 8151 13510,'0'0'0</inkml:trace>
  <inkml:trace contextRef="#ctx0" brushRef="#br0" timeOffset="52536">6991 8065 18765,'-32'-3'420,"-1"0"0,-21 6-341,39 26 10,7 5-89,4 5-78,15 4-338,12-1 354,-4-20 0,4-1 17,3-2 0,1-1-106,1 0 0,1-1 95,-2-2 0,-1 0 193,15 12-14,-15-2 248,-13 3 1210,-21 5-517,-17 7-806,-10-8 0,-5 0-615,-1-5 0,-1-1 351,1 1 1,1-4-763,9-7 0,6-10-7622,11-21 8390,18-21 0,-1 9 0,9-4 0</inkml:trace>
  <inkml:trace contextRef="#ctx0" brushRef="#br0" timeOffset="52781">7248 7608 24569,'-14'40'-38,"0"1"1,1 4 0,3 3 37,9 7 0,2 2-2422,1 0 1,0-1 2269,1-5 1,0-1-404,3-7 1,0-1 201,0-7 0,1-2-1753,8 16-2959,6-15 1614,-3-18-118,10-16 3569,-5-19 0,-10 7 0,-1-5 0</inkml:trace>
  <inkml:trace contextRef="#ctx0" brushRef="#br0" timeOffset="52964">7480 8015 13409,'9'-36'3759,"-1"1"0,6-22-2269,-12 41-716,-1 8-427,-1 10-257,-11 17-12,-7 15 0,-1 7-61,2-6 0,-1 3-819,-7 17 0,3 0 802,11-18 0,2-3-635,0 22 613,14-16-172,18-14 4,23-12-2808,8-19 1,5-7 2997,-12-1 0,-2 0 0,5-1 0,-6 0 0,-5-6 0</inkml:trace>
  <inkml:trace contextRef="#ctx0" brushRef="#br0" timeOffset="61526">10133 7257 20513,'-20'-39'1826,"4"8"-1636,15 31 494,1 0-572,-2 3-33,3 16 33,12 21-68,2-2 1,4 8 0,1-1-231,-3-7 1,1 0 0,2 4 185,0 0 0,2 4 0,2 3 0,0 1 0,1 0-523,-2-4 1,0 1 0,1 1 0,0 0 0,-1-1-1,-1-3 531,4 9 1,-1-3-1,-1-1 1,0 2-3,0-4 1,1 3 0,-1-1 0,-2-3 0,-4-8-737,-2 1 0,-3-5 724,-1-2 1,-1-1-66,-2-1 0,0-1 71,5 20 318,-3-5-318,-4-9 0,-2-9 2414,-3-8-2571,-1-9 2299,-2-4-2377,-10-13 235,-8-5 11,-15-14-11,-8-9 28,7 2 0,-1-3-297,7 7 1,0-1 273,-10-12 1,1 1 22,11 12 0,3 1 0,0 2 0,2 1 431,-18-19-459,7 9 56,9 9 326,7 9-237,7 7-66,6 7-79,3 3-303,1 1 1134,16 17-814,11 10 0,5 5-6,-1-2 0,2 2-413,-3-2 1,3 1 0,-2-1 401,6 1 0,-2-3 5,-3-3 1,0-2-57,-3-4 1,-1-3 50,17 7-22,-10-10 22,-13-7 45,-7-4 22,-6-13 56,-4-9 191,-2-21-292,-2-12 67,-1 8 1,0-2 364,-1 12 1,-2 0-416,1-12 0,-1 3-39,-5-10 22,-1 7-178,2 9 156,1 10-437,2 9-438,1 9-2038,2 5-1821,0 4 4734,-2 1 0,3 0 0,-3 0 0</inkml:trace>
  <inkml:trace contextRef="#ctx0" brushRef="#br0" timeOffset="64597">8150 6130 13240,'7'-4'3183,"-2"0"-1312,-5 4 437,0 0-1030,-38-4-786,28 2-324,-28-6-168,42 0 46,16-6-92,17-10 46,-8 10 0,4 0-101,21-6 1,3 1-965,-14 7 0,0 1 73,11-2 1,-4 2-1609,2 6-3708,-17 4 6308,-18 2 0,-8 0 0,-9 1 0</inkml:trace>
  <inkml:trace contextRef="#ctx0" brushRef="#br0" timeOffset="64764">8445 5976 20199,'-37'0'314,"8"5"-449,29 11 135,5 17 0,6 22-62,-1-20 1,1 2-1890,2 7 1,2 0 767,1 2 1,1 1-532,-1-1 0,0 0-930,-1-3 0,-2-1 2644,-3-5 0,-1-3 0,-1 5 0,-5-15 0</inkml:trace>
  <inkml:trace contextRef="#ctx0" brushRef="#br0" timeOffset="64909">8314 6746 20976,'-32'-17'880,"-1"1"0,-17-11-1101,45 16 187,23-4-336,11-4 348,-2 7 0,3 2-1577,3-1 0,1 2 2,3 2 1,-1 2-1027,-1 1 1,-1 1 2670,22 2 0,-24 1 0,-14 0 0</inkml:trace>
  <inkml:trace contextRef="#ctx0" brushRef="#br0" timeOffset="65313">8665 6287 17890,'-2'8'-224,"7"9"280,17 21-56,-5-9 0,0 0 0,6 12 45,6 6-291,-14-26-12,-1-8-403,-3-7 661,-2-4 527,0-6-169,-2-8-67,2-10 830,-3-8-258,1-20 235,-2 9-336,1-8-280,-2 21-482,-1 10 168,0 8-460,-1 5 35,3 4-34,4 1 246,9 5-572,27 27-817,-9 4-47,-10-7 1,-1 3 96,-9-6 0,-2 1-5339,8 21 6723,-7-8 0,-8-19 0,-4-10 0</inkml:trace>
  <inkml:trace contextRef="#ctx0" brushRef="#br0" timeOffset="66053">9171 6357 13476,'0'-37'1641,"0"0"1,0-17-1642,0 41-246,6 13 223,4 14 23,12 11 45,7 18-440,-13-17 1,1 0 394,1 3 0,0 1 28,-1-3 0,-1 1-6,13 22 1,-8-11-23,-9-10 0,-6-9 190,-5-10-89,0-6 358,0-3-291,3-11-112,0-9 733,2-18-789,0-9 494,0-8-1108,0-1 950,1 1 202,1 5-392,3 6 66,12-4-212,-5 20-336,8 0 191,-11 21 100,0 3 45,1 11 0,2 9-101,1 13 726,1 10-625,-3 3-11,-4-12 0,-1 0 11,6 11 78,6 8-78,-6-27 0,0-7-56,0-6 56,-2-6 34,-4-2 190,-1-2-224,-1-9 123,0-7-45,0-12 157,-3-6-235,-3-2 12,-2 1 21,-2 5 57,0 8-90,0 7 0,0 8-123,0 4-1,0 3-234,0 9 358,7 10-134,6 14 134,11 9-101,6 0 90,2-5 22,-3-10 101,0-11-11,-15-9 1635,-2-6-850,-12-13-360,-4-9 539,-18-27-920,-11 1-133,-4 3-304,2 15-7473,19 22 7765,22 19 0,-6-7 0,15 12 0</inkml:trace>
  <inkml:trace contextRef="#ctx0" brushRef="#br0" timeOffset="66380">10157 6280 21342,'-19'-41'-964,"7"12"964,24 41-11,9 11 22,9 8 56,4 4-67,3 2 68,-14-15 122,-3-3-33,-16-16 885,-3-2 1042,-1-1-2084,-6-12-22,-7-22 22,2-1-112,-2-16-482,10 19-863,3 6-4728,22 6 6185,24 11 0,-14 3 0,8 6 0</inkml:trace>
  <inkml:trace contextRef="#ctx0" brushRef="#br0" timeOffset="67034">10633 6220 20300,'-13'0'179,"-2"0"-179,-3 2-235,-3 7 190,1 7-67,2 9 34,4 6 33,5 4-202,4 17 247,3-14-235,5 7-34,1-23 67,2-10 202,0-6 0,-1-4 269,1-2-269,2-9 0,4-6 314,1-13-314,1-4 0,-2 0 157,-4 5-90,-3 7-123,-3 8-392,0 6 358,2 5-358,7 8 302,6 7-178,8 10-674,5 5 438,-2-3-146,-2-7 549,-8-10 123,-4-5 68,-7-8 78,-2-11 168,-4-34 34,0-1-501,-2 12 0,-1-1 193,-1 8 0,-2-2 772,-7-16 1,-2-1-460,2 12 0,0 1 6,-5-12 1,0 2 234,-5-8 639,1 8-975,8 21-224,2 9-280,8 15 112,3 16 168,9 13 0,5 25 0,-2-19 0,1 0-72,3 5 1,0 0 82,0 0 1,2 0-1602,0-1 0,0-1 1533,-1-1 1,1 0-768,0-4 1,-1 0-555,-1-3 0,-1 0 1378,3 1 0,-2-2 0,0 1 0,0-2 0</inkml:trace>
  <inkml:trace contextRef="#ctx0" brushRef="#br0" timeOffset="67237">10893 6401 18787,'9'-37'358,"0"1"1,1 1 0,4 4 78,22-4-90,3 6-347,-2 5-45,-1 12-89,-1 6-1323,20 29-1770,-17 0-650,-14-3 0,-3 2 3877,-5 7 0,-9-12 0,-6-9 0</inkml:trace>
  <inkml:trace contextRef="#ctx0" brushRef="#br0" timeOffset="67356">11188 6080 16983,'-42'-38'0,"8"8"0</inkml:trace>
  <inkml:trace contextRef="#ctx0" brushRef="#br0" timeOffset="67969">11385 5940 19269,'41'35'18,"1"1"1,-4-3 0,-5-3-30,-6 2-45,-1 1 44,-12-13 12,-2-3 191,-8-13 157,-2-4-281,1-11-78,0-10 11,6-37 246,-5 25 0,0-1-16,0 1 0,1 0 375,-1-18-325,-3 32-67,-1 7-213,0 8-45,0 2-571,0 2 482,6 4 134,4 6 0,10 7-45,3 6 45,6-1-270,17-1 270,-10-11-492,14-2 312,-18-15-660,6-22 649,-16 1 191,-2-16 45,-17 17-45,-4 4 0,-8 8 247,-5 7-236,-9 4-22,-3 7-12,2 10 23,3 8-179,11 34 56,16-14 123,4-12 0,7-3 0,32 0-1726,-16-17 1,2-5 1725,3-6 0,-1-3 0,9 2 0,-12-9 0</inkml:trace>
  <inkml:trace contextRef="#ctx0" brushRef="#br0" timeOffset="73596">16841 7281 17834,'-25'20'235,"0"0"1,-5 9 0,1 4-76,7-1 1,1 4-1,-2 1-1314,-4 6 1,-1 2 0,-1 1 1184,5-8 0,-1 1 0,0 0 0,0 1 78,-1 2 0,0 0 0,-1 0 0,1 1-101,0-1 1,-1 1-1,0 0 1,1-1-9,1 0 0,0-1 0,1-1 0,0 1 86,-7 10 0,2-1 0,0-1-72,2-5 1,1-1 0,0-2 67,4-5 0,0-2 1,1-1 446,-7 9 0,2-3-434,0-4 1,3-3 532,-7 8-504,8-11 44,16-21 90,6-7 2045,0 0-1866,-2-5-407,-2-9-30,-3-12 34,-1-13-68,2-3 0,2-4-1081,1 7 1,1-1 1114,0-17 0,0-3 4,2 15 0,1 0 0,1 2-330,0-7 0,2 2 337,-1-13 1,2 2 21,1 23 1,0 2 16,-2 2 1,0 2-82,5-25 42,-3 9 437,-3 10-392,0 11 180,-3 9 1997,0 8-2166,0 5 445,0 27-512,-8 18 45,3 0 0,-2 5-278,0-10 0,-1 1 0,0 2 222,0 4 0,0 1 0,1 0-345,-1 0 0,1 1 1,0-2 377,2-3 0,1-2 1,0-1-23,0 11 0,2-4-11,1-8 0,3-4 11,9 17-390,7-17 434,19-14-44,11-10 17,-15-10 0,1-3 0,6-5 0,1-2-570,5-5 1,1-2 552,4-6 0,-1-1 0,1-1 0,-1-1-40,-4 1 1,0 2 61,-7 3 1,-3 1 503,17-7-504,-24 11 944,-16 9-966,-10 4-242,-8 2-3578,-22 0-382,1 7 4547,-15 0 0,24 0 0,5-1 0</inkml:trace>
  <inkml:trace contextRef="#ctx0" brushRef="#br0" timeOffset="74834">16995 6417 18552,'15'45'51,"0"1"1,0-1-1,0-2 1,-1 0 0,1-3-996,5 2 0,-1-2 927,-2-3 0,-1-1 17,-2-6 0,-2-2 368,2 21-446,-17-24 305,-15-5-597,-16-18 381,5-8 0,-1-6 112,-1-9 1,1-6 234,-6-15 1,4-9-458,13 9 1,4-3 0,1 0 198,4 5 1,2 0 0,2 0 3,1-1 1,3 0 0,2 3-148,7-5 1,3 3 42,4 0 0,3 2-23,6 2 1,4 2-375,1 2 1,3 3 362,1 5 0,2 3-952,0 5 1,0 4-1296,-1 3 1,-1 3 2280,23 4 0,-24 2 0,-13 1 0</inkml:trace>
  <inkml:trace contextRef="#ctx0" brushRef="#br0" timeOffset="75550">16769 6678 15571,'56'6'41,"1"0"0,-5 0 0,1 0-45,-8-4 0,0-1 1,-3 0 19,-3 1 1,-1-1 67,22-3 0,-5-3 414,-24 0 287,-3-6 72,-22 6-106,-3 1 319,-2 2-218,-1 0-552,0 35-345,5-2 77,-1-1 1,2 1-795,13 15-280,7-4 672,4-13-302,1-9 594,-3-12 78,-6-6 224,-5-14 952,-8-25-11,-8-2 337,-12-17-1042,-9 17-80,-8 5-144,-2 6-102,5 7-56,3 5-582,12 7 437,2 2-583,15 2 471,10-5 123,17-5-124,16-7 180,-21 8 0,0 0-166,1-1 0,-1-1 182,-2 0 1,-1-2 263,16-19-257,-13-2 234,-12-2 58,-9-3-13,-7 0 415,-10-11-628,0 19 528,-6-1-527,5 27-135,5 6 45,2 3-246,2 2 190,7 41 56,7 4-147,-2-2 0,2 2 152,2-5 1,3 1-163,-1-4 0,2 3 1,-2-3-545,3 5 1,-1-1-140,6 8 0,-2-2-1474,-8-15 0,-1-6-84,2 5-762,-3-7 3160,-10-27 0,-3 0 0,0-3 0</inkml:trace>
  <inkml:trace contextRef="#ctx0" brushRef="#br0" timeOffset="75772">18126 6248 22529,'-18'-4'-336,"4"18"336,16 43-73,-1-21 1,0 0 72,1 4 0,-1 3-1283,0 15 0,0-1 39,-1-14 0,1-2-1826,2 16 0,2-5-1165,5-13 4235,12-6 0,-11-31 0,0-2 0</inkml:trace>
  <inkml:trace contextRef="#ctx0" brushRef="#br0" timeOffset="76069">18351 6531 18115,'3'-57'650,"0"15"-897,-9 61 281,-1 16-96,0 12 1,1 5-85,1-12 1,2 1-680,-1 17 0,3-2 366,5-22 0,3-4-102,9 18 761,11-20-144,2-14-34,3-15 303,-2-20 448,-3-16-11,-15 10 0,-3-4-191,-1-21 1,-2-1-225,-3 14 1,0 0-292,-3-11 0,-4 2-112,-21-6-415,2 26-5669,-22 16-1905,24 25 8247,1 9 1,16-7 0,4-4 0</inkml:trace>
  <inkml:trace contextRef="#ctx0" brushRef="#br0" timeOffset="76602">18646 6513 19347,'-10'-10'-280,"7"13"269,27 42 11,-3 2-764,-8-10 1,-1 0 752,5 20-291,-6-1 559,0-8-1457,-4-10 394,0-11 626,-1-13 452,0-8 356,3-15-617,0-10 683,4-13-492,-1-4 146,1 0 563,1 5-821,1 8-15,0 8-299,2 8 213,2 5-302,2 9 121,12 29-480,-6-1 123,-11-8 0,1 0-268,7 6-405,2-11 1222,-2-11 437,-1-7 784,-8-9 2298,-6-31-1772,-10-3-1136,-3 6 0,-4-3-247,-17-16 1,-4 1-365,11 20 0,-1 1-62,-12-15 0,1 4-1529,6 17-1771,9 10-2677,7 8 6039,5 4 0,3 2 0,0 0 0</inkml:trace>
  <inkml:trace contextRef="#ctx0" brushRef="#br0" timeOffset="77200">19269 6689 11543,'21'-36'481,"1"0"1,-3 1 0,-2 4 190,-2 5-22,-4-1 90,-6 4 232,-3 4-759,-2 4 162,-6 4-274,-2 4 48,-8 3-216,-11 7 67,5 12-202,-4 11 247,12 14-90,7 7-78,3 4 123,12 2 0,6-5-281,21-1 125,-7-22 200,9-5-44,-15-18 124,-1-9-102,-3-5 90,1-9-112,10-17 370,-5 6-280,9-11 235,-10 10 22,3-1-67,1-1-79,4 3-201,-8 13 0,3 2-324,30-2 88,-1 11 113,-25 25 0,-5 11-45,-12 6 0,-6 5 168,2 0 0,-4 0 0,-7 0 0,-5-5 112,-7-1-22,-3-13 1792,0-11-291,5-12-795,2-10-494,6-12-302,3-13 0,6-8-190,13-10-208,-3 24 0,3 1-975,5-1 1,3 1-2150,2 0 0,0 2 3522,-1 3 0,-2 3 0,6-3 0,-13 10 0</inkml:trace>
  <inkml:trace contextRef="#ctx0" brushRef="#br0" timeOffset="77583">20380 6282 16569,'-39'-9'93,"-1"0"0,5 2 1,3 6 74,-3 21-168,12 4 0,9 3 67,8 4-56,12 3 90,10 3-23,13 0-55,11-2-12,1-2-11,-2-4 0,-7-5 56,-9-5-34,-11-3 270,-7-5-46,-14 1-212,-9-1-34,-17 3-314,-10 1-3898,-3-4 4212,1-4 0,21-4 0,9-3 0</inkml:trace>
  <inkml:trace contextRef="#ctx0" brushRef="#br0" timeOffset="84922">20194 11185 21476,'-31'44'249,"1"-1"1,-1 0 0,0 0 0,1 1 0,-1 0 0,0 0-1,2-2-1465,2-4 0,2 0 0,-1-1 0,0 0 1255,-1 3 0,0 0 0,-1 0 0,0 0-39,1 0 0,-1-1 0,0 1 0,0-1 0,1-1 0,-1 1 0,1-2 0,1 1 48,-8 8 1,2 0 0,0-2-117,2-3 1,0-2-1,2 0 68,2-5 0,1-1 0,0-1 386,-8 9 1,0-3-359,5-7 0,0-2-23,6-6 1,0-3-19,-18 10 103,17-17 2134,2-5-2751,4-39 505,7-7 11,4 1 0,1-4 11,2-1 0,3-1 458,4-8 1,3-1-459,1-2 0,2-1-296,5-2 0,1 2 296,1 2 0,1 3 28,-1 3 0,0 3-22,-2 6 0,0 3 163,8-19-135,-5 18 156,-8 17-11,-5 11-179,-2 6 730,-1 18-595,1 18-1,-1-3 1,0 6-566,-1 11 0,1 6 1,-1-1 441,1-11 0,-1-2 0,1 3-37,0 12 0,-1 4 0,3-4-39,0-12 0,2-2 1,2-3 64,5 7 0,2-4 16,0-3 1,5-7 0,15-14 0,4-11 11,-8-11 0,1-6-339,18-3 1,1-4 293,-6-6 0,0-2-17,2 0 1,0 0 33,-1-1 0,0 1-45,-4 3 0,0 0-112,-6 3 1,-1 3-343,-6 3 0,-2 3-543,10-3-2163,-17 8-1635,-12 5 5442,-16 9 1,6-6 0,-7 6 0</inkml:trace>
  <inkml:trace contextRef="#ctx0" brushRef="#br0" timeOffset="87152">19107 10217 20311,'-36'-35'2555,"9"5"-2533,26 13 34,1-4 336,17-24-425,2 7 49,-2 12 1,2 0 6,15-8-23,-1 5-67,0 6-79,12 6 191,-13 8-90,10 6 11,1 40-1634,-21 8 0,-3 5 1578,-2-11 1,-2 1 89,0 20 0,-8-3 0,-14-14-11,-1-7-56,-4-20 67,1-11-101,1-4 3639,0-1-3774,2-14-89,3-24 319,11 2 1,3-5-86,0 2 0,2-2 105,5 1 1,4-2 0,1 3 25,7-3 0,0 3-40,0 0 0,1 4 0,-4 13 0,-1 5-35,7 9 58,0 27 0,-1 9-23,-2 9-560,-3 3 0,-5 3-1154,-15 11-101,-5 0-1177,-6-4-941,0-10 3933,-3-9 0,3-15 0,5-8 0</inkml:trace>
  <inkml:trace contextRef="#ctx0" brushRef="#br0" timeOffset="87490">20029 9946 21936,'-13'-6'-538,"0"15"504,3 24 1,4 10-449,4 4 0,4 0 235,4-4 1,6-3 296,8-4 1,4-10 83,23-26 180,-18-19 0,-5-9 531,-11-11 1,-6-4-689,0-1 1,-4 0-282,-9-4 0,-7 4 141,-1 13 0,-5 5-17,-2 3 0,-3 2-67,-26-9-124,16 17 1,2 8-9641,-9 34 9748,18-5 0,18 17 0,21-23 0</inkml:trace>
  <inkml:trace contextRef="#ctx0" brushRef="#br0" timeOffset="89033">20759 9848 18350,'2'17'34,"0"1"-90,-10 16 0,-4 5-67,4 17-124,12-8 168,13-13 79,12-13 270,25-12 1310,-10-37 235,-5-3-1306,-27 2 1,-8-4-90,-16-6 1,-6 2-377,5 8 1,-2 2-188,-11-7 1,-3 4-4,-15 1 135,4 11-1042,3 8-2790,24 21 1836,20 4-385,24 1 0,11-2 2353,6-5 0,3-3 369,1 1 1,-1-3 248,-4-7 1,-6-4 1313,2-7 522,-16-6 520,-9-14-1478,-10 6-605,-5-10 336,-3 0-1043,0 12 147,0-2-404,0 19 275,1 4-186,2 13-100,3 15 100,1 11 1,1 5-152,-1-7 1,0 1-253,4 23 0,0 0 6,-5-22 0,0-4 50,4 24 370,-7-30 190,-3-21-190,0-14 12,0-11 32,0-21-66,0-12-282,0 21 0,0-2 304,0-2 0,0-3 59,1 0 1,0-5 0,0 3-60,2-8 0,0-1-186,0 7 0,0-3 0,0 4 343,4-1 0,0 2-11,0 3 0,0 1-107,0 6 0,0 2 6,5-15 11,-3 16-347,8 39 335,-3 24 1,-1 9-45,1 1 0,-1 3-168,-2-4 0,-1 4 0,-1-3 117,0 8 1,-2-3 50,-1-1 0,-2-1-118,-1-5 1,-1 1 29,-1 6 1,-1-1 64,-4 11-10,0 1 33,-1-44 392,2-10-380,2-5 144,4-51-156,6 13 346,-1-3 0,1-2-324,1 13 1,2 1 778,14-25-813,-9 23 1,0 3 45,9-8-168,-4 6 33,-13 22-202,-5 12 677,1 10-385,5 14-22,2 13-35,-1-8 1,3 0-482,3-4 1,2-2 480,-2 0 1,1-3-706,22 4 470,-14-22 303,-1-4 23,-4-11 44,-1-8-67,-3-11 314,1-27-208,-12 23 0,-3-1 309,-1-9 0,-3 2 33,-9-19-448,-6 15 101,2 28-202,1 9-56,3 4-11,-2 18 168,-2 13 17,4 11 0,2 6-40,2 2 1,2 0-79,-2 2 0,4-2 101,8-2 0,3-7 34,5-8 11,7-4 89,-7-22-134,0-4 56,2-9-6,7-16 1,2-6 38,9-14-61,-5 5 0,3-4-13,-5 9 0,2 0 0,-2 3-66,0 2 1,0 1 50,15-15 0,0 6-302,7 20 100,-14 37 180,-6 31-90,-18 7-27,-10-26 1,-3-2 138,-3 1 79,-3-12 212,-1-8 224,5-9-168,6-32-347,11-2-34,7-10 1,6-4-1846,0 15 1,3 0 0,0 2 1878,7-7 0,-1 2 0,1 1 0,-6 10 0,-11 18 0</inkml:trace>
  <inkml:trace contextRef="#ctx0" brushRef="#br0" timeOffset="89871">23061 9643 21040,'-22'36'-240,"-1"-1"1,7-9 0,3 2-153,3 8 0,4 0-1109,4 7 1298,12-7 203,2-17 112,12-7 236,11-40-90,-10 4 464,-8-10 1,-4-4-6,-7 4 1,-3 0-472,-2 1 0,-2 0 68,-7-24 34,-3 28-348,2 9-214,11 2 214,13 7 0,18-2 45,-2 5 0,3 1-45,18-7 157,-1-2 0,-1-1 112,-6 0-73,-12 4 0,-3 0 174,-12 6-11,-9 3-359,-5 3 0,-2 7-90,-1 18 191,-5 21-101,1-8 0,-1 2-193,-2 5 0,-2 3 193,2-1 0,0 4 0,0-1-34,1-3 0,0-1 1,1 0-180,0 2 0,0 1 0,1-4-107,0 1 1,0-7 185,-4-3 111,-11-48-257,1-11 425,-3-26-145,11-5-181,7 23 0,1-1 192,-1-3 0,5-4-25,7 0 0,5-7 0,2-1 0,-2 6 42,2-8 0,3 2-34,2 4 1,5-6-1,2 3 1,-2 11 5,0 9 0,1 8-17,7-3 0,0 5-140,12 6 529,-6 18-630,-6 15 314,-17 16-56,-7 18 11,-16-26 1,-6-1-1,0 2 0,-6-1-22,-22 6 0,-6-4-1278,11-9 1,-1-3-1201,-13 2 0,1-4 2489,-10-8 0,25-6 0,13-4 0</inkml:trace>
  <inkml:trace contextRef="#ctx0" brushRef="#br0" timeOffset="90379">23857 8975 21689,'-4'54'86,"0"0"0,1-1 0,2-1-81,2-10 1,1 1 5,1 4 0,-1 4 1,1-3 10,0 5 0,0 0-157,-1-7 1,0 1 0,0-6-79,2 11-426,-3-23 527,-1-26 112,0-2 0,-5-4 23,-2-4 268,-5-4-291,2-4 0,1-2 471,2-14-370,4 4 201,5-25-145,11 17-157,11-13 11,0 24 0,3 3-11,14-10-11,-14 14 0,2 4-168,25 10 100,-17 21-123,-9 8 1,-4 6-1962,-12 3 1,-6 1 2162,-2 2 0,-3-3 0,-3 9 0,-9-28 0</inkml:trace>
  <inkml:trace contextRef="#ctx0" brushRef="#br0" timeOffset="90473">24234 9353 8781,'0'0'0</inkml:trace>
  <inkml:trace contextRef="#ctx0" brushRef="#br0" timeOffset="91360">24234 9353 17330,'24'45'62,"-1"1"1,0-1 0,20 3 0,5-3 0,-9-30 1309,-19-58 1,-2-12-1205,18 37 0,-6-1-49,-27-22 1,-15-10 0,-7 13-153,-31 20-1,19 8 0,1 9-84,-2 30 1,7 10 162,6-4-79,16 15 0,9-4 34,14-22 56,9-8 0,3-3 45,-4-8-11,3-8 0,0-4-79,-5-5 135,23-22 5,-25 13 0,-1-2-151,16-12 112,6-5-33,-23 25-57,-5 5-56,1 4-111,-6 3-1,3 27 146,-9-3 45,0 36-45,-5-23 0,-1 9 0,-1-22 0,-3-1-168,-1-7-101,-2-3-381,1-3 538,4-5 11,1 0-56,2-10 135,8-5 22,4-7 0,6-1 123,-2 5 247,-5 5-370,-5 6 168,-4 3-157,0 10-11,-1 5 0,4 9 123,2 0 124,22-3-186,-1-18 1,4-5-101,0-1 0,1-4-1163,10-7 1,-1-4-894,-12 2 0,-2-3 2095,-2-2 0,-2 1 0,3-2 0,-11 3 0</inkml:trace>
  <inkml:trace contextRef="#ctx0" brushRef="#br0" timeOffset="92608">20928 10939 18877,'-55'20'356,"1"0"1,0 1 0,0-1-1,6-6 1,5-3 0,2 6-643,0 14 1,4 6 0,12-3 207,12 6 341,7-7-263,7-7 52,11-8-130,7-8 78,14-6-190,5-9 190,3-9 0,1-11 67,-17-2 0,0-5 157,-3-1 1,-1-3 777,0-4 1,-2-1-684,-8 9 1,-2 3 51,-2-3-371,-7 22-156,0 10 156,0 7-303,3 8 314,5 15-11,6 9 12,6 4 32,3-2-44,0-6 0,-3-8 0,-4-9-268,-4-6 268,-2-6 100,-4-4-44,0-1 68,-3-2-124,1-8 78,4-7-212,4-12 134,3-7 0,0 0 33,2 2 1,1 5-45,0 6 11,5 5 0,2 9-381,4 4 325,3 11 56,1 13 0,-1 13 33,-2 13 12,-7 2-45,-3-6 0,-6-10 123,-3-10-123,-6-12 124,-1-6 88,-3-4 80,1-10-292,4-12 89,5-16-167,4-13 106,-7 22 0,2-1-28,2-10 0,1-1-68,-1 8 1,-1 2-1490,10-25-2432,-6 31-201,-6 24 4190,3 10 0,-5-6 0,0 5 0</inkml:trace>
  <inkml:trace contextRef="#ctx0" brushRef="#br0" timeOffset="93270">21848 10913 19583,'-13'-49'1344,"-24"26"-1422,-10 45 78,16-2 0,2 4 0,8-1 0,2 3-146,-4 12 0,3 1-341,6-10 1,2-1 228,-1 9 1,3-1-117,4 2-130,4-8 215,8-11 20,6-9 78,8-5 169,9-4 22,3-11 45,4-5 538,0-12-494,-12 3 1,0-3 347,-1-2 0,-1 0-365,-1 1 1,0 0 275,7-20-258,-14 25 22,-5 7-79,-3 6-212,-1 6 90,-2 2-136,16 28 236,-1 8-33,11 17-191,-13-15 269,-3-17-45,-8-14-11,-1-3 123,-1-2-123,2 0 0,4-2 168,6-7-66,19-21-2,-12 8 1,2-1 89,0 0 1,0 1-85,0 0 1,0 2-96,6 1 168,-4 8-167,-3 9 44,-10 17-34,-2 11-2465,-9 13 1,-4 3-4483,-5 3 6925,3-9 0,-2-6 0,-1-18 0,1-10 0</inkml:trace>
  <inkml:trace contextRef="#ctx0" brushRef="#br0" timeOffset="93615">22506 10369 21588,'2'-36'1641,"0"0"1,2-22-1406,0 43-158,0 8-11,3 9 0,4 19 124,7 18-191,-9-9 0,1 3 0,1 6 0,-1 2 73,-1 2 0,-2 1-73,1 0 0,-1 1-1159,-1-2 0,-1-2 610,0-1 1,-1-1-371,1-3 0,0-1-744,0-4 1,0 0-2730,7 24-4135,5-12 8527,2-12 0,-6-16 0,-3-8 0</inkml:trace>
  <inkml:trace contextRef="#ctx0" brushRef="#br0" timeOffset="94917">23149 10925 18406,'0'-36'1395,"0"1"0,-6-25-611,-3 43-403,-7 4-291,-3 7-247,-18 10 157,5 15-101,-14 15 101,14 11-1994,3 4 1949,7-2-123,6-6 154,7-8-1028,5-6 1042,7-13 56,6-5 78,8-8-134,7-9 1673,3-6-1382,2-8-279,0-5-1,-2 1 526,-3 0 79,2 0-616,-11 10 34,1 3-68,-12 11-145,-2 2 22,6 8 180,2 7-23,5 10 11,-1 1 23,3 2-34,-6-13-68,1-2 68,-8-11 79,-1-2 78,-1 0-79,4-4-56,2-10 158,6-12-164,-1-5 1,-1-6 263,4-10 1,0-5-174,-3 8 0,0-2 1,-1-1 168,-1 4 1,-2 0-1,0 2-153,1-7 1,-2 6-57,-2-3-67,-6 35-157,0 17 56,-4 17 101,-3 19 5,1-11 1,0 4-28,-2 15 0,0 1 22,3-13 0,0-1 22,0 7 0,2-2-89,2 9 205,10-17-138,1-6-191,14-15-78,4-10-101,9-1-44,6-2-90,3-1-12,-2 0 437,-8-1-223,-11 1-34,-10-1-79,-9 1 213,-14 16 270,-11 1-68,-18 17 437,-9-7-415,-7-2 180,2-7 78,6-8 101,9-4-135,15-4-246,9-1-201,21-14 33,17-7-68,-4 2 1,2-1 140,6-3 0,1-1-494,3-3 1,1-2 492,2-2 1,-1-3-515,1-4 0,0-2 610,0-3 0,-2-3 146,0-4 0,-1-1-124,-4 0 1,-2-1 145,-2 1 0,-4 1 212,-5 5 1,-2 0 258,-4-1 0,-3 3-180,0-8-313,-5 7 213,-3 35-359,0 6-291,-8 38 391,-3 12-113,1-4 1,0 4-11,-1 0 1,0-1 22,1 3 0,2 0 0,1-4 0,3 0-45,1 7 1,4-1 10,4-18 0,2-1 17,1 5 1,6-6 396,38-6-480,-9-13-113,17-13 213,-18-14-34,-1-12 34,-3-11 45,-5-9 22,-6-4-67,-7 0 0,-10 5 415,-6 10-404,-4 12 90,-7 12-34,-5 7-22,-11 13 56,-7 13-90,10 9 1,3 5-102,6-8 0,2 1 492,-5 12 0,8-1-402,25 10 11,16-12-11,-6-23 0,5-5-709,6-2 0,2-4-821,3-5 1,1-5-2236,-1-3 0,-1-4 3765,-4-6 0,-3-1 0,4-6 0,-16 3 0</inkml:trace>
  <inkml:trace contextRef="#ctx0" brushRef="#br0" timeOffset="95962">22375 10586 21163,'9'4'-146,"-2"0"-9685,-7-4 9574,0 0 1,0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06T07:11:25.605"/>
    </inkml:context>
    <inkml:brush xml:id="br0">
      <inkml:brushProperty name="width" value="0.05292" units="cm"/>
      <inkml:brushProperty name="height" value="0.05292" units="cm"/>
      <inkml:brushProperty name="color" value="#FF0000"/>
    </inkml:brush>
  </inkml:definitions>
  <inkml:trace contextRef="#ctx0" brushRef="#br0">11444 10070 24575,'0'0'0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6:42:54.079"/>
    </inkml:context>
    <inkml:brush xml:id="br0">
      <inkml:brushProperty name="width" value="0.05292" units="cm"/>
      <inkml:brushProperty name="height" value="0.05292" units="cm"/>
      <inkml:brushProperty name="color" value="#FF0000"/>
    </inkml:brush>
    <inkml:brush xml:id="br1">
      <inkml:brushProperty name="width" value="0.09071" units="cm"/>
      <inkml:brushProperty name="height" value="0.09071" units="cm"/>
      <inkml:brushProperty name="color" value="#FF0000"/>
    </inkml:brush>
  </inkml:definitions>
  <inkml:trace contextRef="#ctx0" brushRef="#br0">12258 9907 24575,'0'0'0</inkml:trace>
  <inkml:trace contextRef="#ctx0" brushRef="#br1" timeOffset="31511">14852 7265 14484,'13'0'1647,"-2"0"-1052,-11 0 3943,0 0-4482,7 1-56,5 0 56,16 1-34,16 0 11,-15-1 1,2-1-1015,9 1 1,1-1 980,7 0 0,1 0-17,5 0 0,1 1-435,-15-1 1,0 1 0,1-1 451,1 0 0,0 1 0,1-1 0,0 1 0,-1-1 0,2 0-4,11 0 0,2-1 0,-3 0 4,6-2 0,-4 0 207,1 0 1,-8 0 38,-12-3 248,-32 4-226,-5 2-245,4 0 1595,3 0-1640,4 0 1327,16-1-3042,-4-1-1199,13-2-2542,-9-4 5478,-6-5 0,-7 6 0,-10-2 0</inkml:trace>
  <inkml:trace contextRef="#ctx0" brushRef="#br1" timeOffset="32158">14834 7133 16131,'-26'-9'1625,"5"2"-1154,21 7 145,0 0-616,8 0 0,14 0 213,23 0-213,-11 0 0,6 0-641,9 0 0,6 0 0,-1 0 641,-9 0 0,-1 0 0,3 0 25,-2 0 0,4 0 0,0 0 1,0 0-708,2 0 1,2 0 0,-1 0-1,-3 0 663,2 0 1,-2 0-1,1 0 19,-4 0 0,2 0 0,-1 0 0,-3 0-911,16 0 0,-8 0 944,-19 0 1,-3 0 236,18 0 368,-41 0 1080,-6 0-2256,-1 0 139,14-4-5023,1-5 6270,12-8 0,-12 6 0,-6 0 0</inkml:trace>
  <inkml:trace contextRef="#ctx0" brushRef="#br1" timeOffset="44083">5840 7991 15717,'-3'0'1009,"-1"0"-909,4 0 606,-2 0-538,0 0-168,-1 0 56,-16 3-56,-1 1 45,-9-1-45,9 1 157,9-4-56,7 0-56,3 0 1781,1 0-1871,6 0 90,13 0-11,19 0-18,-9 1 1,4 2-1227,8 0 1,4 2 1209,8 0 0,2 2-30,-12-2 0,0 1 0,1-1 30,3 0 0,1 0 0,1-1 18,0 0 1,0 0 0,0-1-359,-1 0 0,0-1 0,-1-1 332,-3 1 1,0-1 0,-2-1 7,15 0 0,-3 0 11,-6-1 0,-3-1 28,-8 0 0,-2-2-156,22-7 117,-15-2 180,-10 1-57,-10 3 2443,-8 3-2050,-6 3 1781,-5 2-2812,-3 1 171,-2-2-2266,-26-5 1836,-5-4 404,4 3 1,-4-2 178,-18-4 1,-2-1-1183,10 3 0,-2 1 1358,3 0 0,-1 1 0,1 0 37,-8 1 1,1 0-209,1 1 0,-3 1 227,4 3 0,-3 0 0,3 0 77,-6 0 0,0 1 87,10 1 0,-3 0 1,3 1 320,-8-2 1,4 2-191,15 0 0,1 0-39,-3-1 0,3 1 420,5 0-335,10 1-80,8 0-44,4 0-550,3 0 2828,22 0-2357,12 0-142,3 2 0,8 1 1,4-1-699,-3-1 1,4 0 0,1-1-1,1 1 661,1 1 0,2 0 0,0-1 0,0 1 2,-6-2 0,2 1 1,-1-1-1,-1 0 1,-2 0-427,15-2 1,-4 0 0,0 0 438,-2 0 0,0-1 0,-2 0-15,-3-2 0,-2 1 0,-2-2 0,13-1 0,-5 0-256,-12 1 0,-4 0 368,10-1 190,-27 3 181,-13 3 2514,-8 1-2628,0 0 1374,-6 0-1687,-2 0 915,0 0-1452,1 0-3441,6 5 247,4 6 3675,2 3 0,-1-3 0,0-3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6:44:27.542"/>
    </inkml:context>
    <inkml:brush xml:id="br0">
      <inkml:brushProperty name="width" value="0.09071" units="cm"/>
      <inkml:brushProperty name="height" value="0.09071" units="cm"/>
      <inkml:brushProperty name="color" value="#FF0000"/>
    </inkml:brush>
  </inkml:definitions>
  <inkml:trace contextRef="#ctx0" brushRef="#br0">19297 7863 14271,'-9'-49'886,"-1"8"-673,-1 30-157,-2 2 0,-3 0-34,-2 1 281,-13-7-303,5 3 0,-12-8 22,9 5 0,-4-1 79,1 0-101,-1 0 0,1 0 146,1 0-146,0 2 0,-1 0 213,0 4-157,-4 2 11,-4 4-67,-5 2 45,-5 2-22,-5 2-23,-1 5-208,-1 6 276,2 7-1,1 3-39,17-4 0,0 1-28,10-4 0,0 1-28,-9 6 0,2 1 28,11-5 0,0 1-250,0 3 1,-1 1 327,1 2 0,0 0-56,0 3 1,0 1-6,1-1 0,1 2-17,2 0 0,0 2 44,2 0 1,0 2-23,3 1 1,1 2-23,0 2 0,1 0 0,2 3 0,1 0-312,1 0 1,0 0 311,3-1 0,1 0 5,0-2 1,2 0-29,1-2 1,1-1 50,4-1 0,2-1 11,1 1 1,3-2 16,5-1 0,3 0-56,2-1 0,2 0 61,3-3 1,2-1-6,3 0 0,2-1 22,2-3 1,2-1-79,-1 0 0,9-2 49,0-6 0,11 0 0,4 0 1,-1-1-1,-8-3-30,-3 1 0,-4-3 0,5 1-165,2 0 1,7 2 0,3-1 0,-3-2 0,-6-3 156,0-6 0,-6-3 1,-2-2-545,10-4 0,-2-2 574,-6 1 0,0-2 0,-3-2-41,2-10 0,-3-3 16,-1-4 1,0-2-6,-2-5 1,-2-3 32,1-2 1,-2-3-45,-2-2 0,-1-4-52,-4 3 0,0-5 0,-2-1 80,-8 12 0,-2-1 0,-1-2 0,0-1-28,2-8 0,-1-3 0,0 0 0,-3 3-443,0-6 0,-3 3 0,-1 1 443,-4 5 0,-1 1 0,-1 4 5,0 2 1,-3 2-216,-6-9 0,-3 2 210,0 14 0,-2 2 298,-7-6 1,-5 4-428,0 14 0,-4 4-739,-5 3 0,-4 2-2069,-8 1 0,-3 3 2937,-14-1 0,3 1 0,22 5 0,3-1 0,1 1 0,-1-1 0</inkml:trace>
  <inkml:trace contextRef="#ctx0" brushRef="#br0" timeOffset="2359">1374 5330 9644,'-36'-32'1625,"7"6"-902,21 23 5,4 1-564,-1 0 172,3 1-214,1 1 46,6 0 78,7 0 23,11 0-269,11 0 23,11 0 469,8 0-447,7-3 67,-18 0 0,1 0-107,-12 0 1,1 0 89,17-1 1,-1 0-96,5 0-33,-19 3 0,-1-1 33,14 0 0,0-1 112,-11 0 0,0 0 67,21-3-179,-20 1 0,2 0 33,16 0 1,-2 1-34,-19 2 0,1-1-130,19 0 0,-2 3 130,0 3 11,-2 3-11,-2 4 0,-4 2 22,-4-3-167,-3-1 145,-3-2 45,12 0 11,-11-1-56,12 3 0,5 1 0,-6-4 0,-15-1 0,1-2 45,18-1-34,1-1-22,0 0-34,-1 0 45,-2 2-11,-3 2 11,-2 2 286,-1 2-252,-2 0 0,-2-1-46,-2 1 12,-2-2 0,-1 0 45,-2 0-45,-4-2 0,-6 0 423,-7-1-423,-5-1 312,-4 0-312,-3 0 0,-2 0 437,0 0-146,0-1 146,0 1 56,0-1-257,0 1-303,0-1-80,-1 3-614,0 4-1682,-1 12 2443,-10 3 0,7-5 0,-6-8 0</inkml:trace>
  <inkml:trace contextRef="#ctx0" brushRef="#br0" timeOffset="5917">17779 5354 13846,'-18'0'1793,"2"-1"-1760,6-3 449,-1 0-482,-4-1 0,0 1 314,-1 0-247,4 0 56,2 1 1,6 1-180,1 1 56,3 1 0,13 0 33,15 2-10,25 4 5,-14-1 0,9 1 0,3 1 0,-5-1-981,-2 1 0,-2 0 0,4 0 953,9 1 0,5 1 0,0-1 0,-5 0 0,-6 0 0,-4 0 0,0-1-431,1 0 0,-1 0 0,0 0 434,-3-1 1,0 0 0,-1 0-198,13 1 1,-2-1 226,0-3 1,-4 0 34,8 0-68,-7-3 0,-36 0 2192,-5 0-2192,0 0 1683,0 0-1694,3 0 271,1 0-1168,6 0-2834,6 0 3742,5-1 0,-11 1 0,-4-1 0</inkml:trace>
  <inkml:trace contextRef="#ctx0" brushRef="#br0" timeOffset="13268">8296 6186 15135,'-4'0'772,"0"0"-536,5 0-236,9 0 0,9 0 156,15 0-111,11-1-28,-5-1 0,2-1-211,-8 0 1,0 1 260,13-2 1,0-1-452,-11 2 0,-2 0 384,2 0 0,0 0 112,0 0 0,1 1-363,-3 0 1,0 0 322,-2 0 1,0 1-159,27 0 154,-4 0-24,-2 1-44,0 0-396,0 0 508,1 0-67,0 0 153,-16 0 1,0 0-109,20 0-174,-21 0 0,-2 0 84,15 0 0,-2 0 156,2 0-88,2 0 44,4 0-112,2 0 16,-27 0 1,-1 0-56,0 0 0,2 0 39,9 0 0,2 0 89,3 0 1,0 0-45,-1 2 0,0 0-45,-2 0 0,-3 0 0,17 5-112,-1 0 112,-2-2 0,0 0 72,-17-2 1,-1 0 51,19 1-124,-21-2 0,0 1 0,11-1 390,-1 0-379,3 0-11,1-1 101,5 0-33,3 1-241,2-2 173,-28 1 0,0 0 0,0-1 0,0 0-62,1 1 0,-1-1 62,1 0 0,-2 0 0,29 0 68,-1 0-12,-4 0 0,-1 0-56,2 0 0,1 0 11,-25 0 1,1 0-12,18 0 0,2 0 72,-11 0 1,1 0-17,6 0 0,4-1 0,-3 0 79,-4 1 0,-2-1-135,14 0 0,0-1 78,-8 2 0,-3-1-78,-13 1 0,0-1 22,6 1 1,-2 0 400,7 0-457,-11 0 1,2 0 33,20 0 0,-16 0 0,0 0-878,22 0 878,-28 0 0,0 0 0,2 1 0,2 0 11,18 1 0,1 0-11,-13 0 0,-1 0 0,13 2 0,-2-1 117,-20 0 0,-2-1-117,8 2 0,0 0 44,16 3-27,-10-1 0,-1-1-17,9 3 0,-20-4 0,1 0-22,13 2 22,-3-2 0,0 1-12,-1-1 35,0 0 55,-2-1 540,1 1-618,-2 1-11,1-2 11,17 0 34,-13-2-12,9-1 1,-21 0-23,-6 0 0,-7 0 56,-7 0 1048,-5 0-1037,-4 0 1378,-1 0-1422,6 0 89,0 0-101,10 0 90,-2 0-101,1-2 0,-1-1 56,-2 0-56,-2 1 0,0 0 33,-1-1 1,1 0-23,1-1-11,2 1 0,3 0 0,5-1 0,4 1-22,18-3 89,-7 2-123,12-4 56,-9 3 0,2-2 22,3 1-22,1-2 0,-1 2 0,-2-1 56,0 1-45,-3 1-11,0 0-22,16 1 33,-12 1 12,15 1-23,-13 0 0,3 2-950,5-1 950,-2 1 0,2 0-347,-4 0 358,-5 0-11,-5 0 0,-4 0 90,-2 0-90,-1 0 0,0 0-22,1 0-24,0 0 81,22 0-35,-12 0 287,-15 0 1,1 0-356,15 0 368,0 0-300,-1 0 0,0 0 0,-1 0 0,2 0-11,1 0 22,3 0-11,3 0 0,-1 0-11,2 0-304,-1 0 338,1 2-72,-16 1 1,0 0 60,19 3-7,-22-2 1,2 0-6,0 1 0,-1 0 6,-6-2 0,0 1-6,9 0 0,1 0 21,-9-1 0,-1 0-38,2 0 0,-1-1 56,1 1 1,1 0-51,0 0 0,2 0 11,15 2 0,1-1-17,-11-1 0,0 0 17,4 0 0,2 0 0,-3-1-6,-4 0 0,-1-1 2,3 0 0,3 0 1,-3-1 3,-5 1 0,-1-2 0,13 1 0,-1 0-6,-15 0 1,-2 0 5,0 0 0,1 0-1,9-1 0,1 1 18,-1 0 0,1-1-17,-1 1 0,1 0 0,-4 0 0,-2 0 11,15 0-155,0 4 144,-1 0 0,-1 2 64,-6 0-244,-6-1 482,-8-1-302,-8-2 67,-5-1 13,-4 0 440,-4-1-487,-1 0-84,-2 0 51,-1 0 101,-1 0-258,0 0-1658,-2 1 1815,-57 3 0,43-1 0,-43 1 0</inkml:trace>
  <inkml:trace contextRef="#ctx0" brushRef="#br0" timeOffset="34374">2696 13070 18765,'-19'-53'1624,"-4"6"-1568,-10 32-56,-5 3 180,-3 6-136,-1 3-44,-2 11-44,-2 11 44,22-2 0,1 4 33,-1 7 1,1 3-640,1 6 1,1 6 620,5 7 0,2 6 0,2-2-535,3-10 1,2-1 0,1 2 519,0-1 0,0 3 0,1-1 0,3-3-34,7 17 1,6-4 33,-1-5 0,5-3-6,7-7 1,5-4 12,2-7 0,4-4-7,3-7 0,3-5 39,1-4 0,2-5-17,1-3 1,1-5 10,1-5 1,0-5-34,-1-3 0,1-6-8,-5-4 1,1-6 0,-3-3 7,-4-3 0,-3-4 0,-2-2 25,-5 2 0,-1-4 0,-3 0 0,-2 1-254,-2-6 0,-4 1 0,-5 0 229,-6 0 0,-5 1 0,-2 2 11,-4-4 1,-4 4 117,-3 2 0,-4 3-124,-1 2 1,-1 2 156,-1 5 1,-1 2 134,1 4 0,-1 2 106,-18-13 377,1 8-713,20 17 1242,4 4-1421,16 9 343,1 2-231,5 17 11,12 17-11,-1-1 0,5 6 0,-1 0-79,7 11 1,2 2 85,-3-4 1,2 3-1,0 0-11,-1-2 1,1-1-1,-3-3 4,3 5 0,-1-2 0,-6-12 0,1 2 0,-3-5 10,0 0 0,-4-6 2,2 7-148,-2-6 136,-11-24-134,0-6 134,-1-14 5,1-13 1,-1-7 5,-1 1 1,0-4-101,2-13 0,0-8 1,0 4 82,1-1 0,1-1 17,1 13 0,1-5 1,1 1-1,1 8-61,4 1 1,2 5-24,5-6 0,6 15 90,11 41 0,2 16-17,-12-12 0,1 2-493,9 9 0,6 5 0,-3-7-247,-2-11 1,0-5 330,15 6 0,1-10 342,-12-25 0,-4-8 67,9-11 106,-26-2 1,-11-3 968,-28-11-302,4 21 0,-4 2-44,-25-10 862,-5 17-1457,11 15-123,-12 9-145,10 21-57,19 2 1,7 6 145,12 1 1,9 2-80,6 9 1,9-2-432,14-7 1,4-6 470,-13-10 0,0-3 84,2-2 0,-3-7 67,-6-16 291,-3-20-44,-5-21-258,-3 8 302,-6 0-481,-4 34-190,1 2 234,3 5 12,5 0 56,5 0 78,18 0-56,-12 0 213,7-5-179,-21-8 185,-3-23 0,-4-11 416,-1 5 0,-2-3 0,0-2-232,-2-2 1,0-1 0,0 1-288,-1 4 0,1 1 0,-3 5 147,-4 4 1,1 9-275,4 10-236,0 5 169,27 47 78,9 2-504,-4-1 0,2 2 493,1-6 0,1 1-359,10 9 1,0-1 100,-12-15 0,-1-2-403,3 4 0,-2-4-582,-10-9 368,-9-9-1466,-18-9 503,-15-17 1345,-23-13 493,16 7 0,-3-3-618,-5-3 0,-1 0 1340,-3-2 1,-1 0 207,0 0 0,0 2 324,1 2 0,0 1-100,-4-2 0,3 0-857,13 7 0,3-1-331,2-3 1,8-1-12,23-10-67,26-6-312,-4 25 1,3 2-182,3-1 0,2 1-986,3 2 0,1 3-410,2 1 1,1 3-2421,-2 1 1,1 1 4420,-3 0 0,-3 1 0,6 0 0,-14 0 0</inkml:trace>
  <inkml:trace contextRef="#ctx0" brushRef="#br0" timeOffset="35051">4619 11753 19112,'-36'3'48,"0"1"1,2 4 0,5 6-49,8 39-685,12-19 1,2 2 740,1 6 0,3 2-28,0 3 0,2 0-28,6 3 0,3 0 11,0-1 1,4-1-7,4-4 1,4 0-51,8 5 0,2-4 33,-7-14 1,-1-3 11,5 2 0,0-4 536,3-8-513,-5-10 254,-6-4-42,6-16-118,-8-14 1,-2-8-12,0-1 1,-2-1-167,1-8 0,-2 0 536,-6 10 0,-3 4 140,0-3-448,-2 9 819,2 6-987,-1 10-257,7 3 257,9 10-124,18 19 129,-5 5 1,7 11 0,1 4 0,-3-4-975,-4-3 0,-2-2 1,2 5 950,-2-3 0,5 5 0,0 1 0,-2 0 0,-5-3-251,0 7 0,-4-2 1,-3-3-300,-1 2 0,-3-2 590,2 2 1,-9-8 190,-19-15 235,-13-13-39,-10-24 0,-3-10-348,5 5 1,-1-3-225,3-4 1,-2-3-1,4-2 208,-3-13 0,4-2-45,1-3 0,4-2-67,3-2 0,2-2-404,7 7 0,2-2 1,1 2-494,0-3 1,1 0-83,3 12 0,0-2 0,3 6-3817,7-20 5414,4 15 0,-2 21 0,-3 9 0</inkml:trace>
  <inkml:trace contextRef="#ctx0" brushRef="#br0" timeOffset="35505">5090 11853 20210,'-29'-39'1027,"-1"1"0,4 3 1,5 5-939,13 13-89,5 7-168,12 28 168,14 19 0,-4-4 0,3 4-982,5 5 0,1 2 920,1 3 1,1 0-360,-1-2 1,-1 0-194,-4-6 1,-1-1-211,-5-7 1,-1-2-1609,3 18 1783,-13-24 278,-15-7 170,-11-32 201,-12-10 95,13 3 0,0-4 359,-10-20 0,-1-7-206,10 10 0,0-2 0,1 0-73,-1-1 1,2 1-1,0-1-3,2-2 0,2-1 0,2 4-235,4-1 0,2 2 466,1 5 1,2 1-331,2 8 0,2 2-73,12-17-23,8 18-66,12 13 33,3 14 56,4 27-225,-21-3 1,-3 4 369,0 13 1,-3 5-101,-3 7 0,-3 2 22,-2 4 0,-2 1 277,-4-1 1,-2 0-317,-3-6 0,-3-1 22,-1-8 1,-2-2-51,-1-8 0,-2-2-213,-9 13-930,6-16-2331,8-15-3496,8-14 6970,14-25 0,-7 14 0,6-12 0</inkml:trace>
  <inkml:trace contextRef="#ctx0" brushRef="#br0" timeOffset="35641">5577 11211 21633,'10'-40'11,"0"0"0,0 1 1,6-17-1,6 8-510,2 23 1,3 5-982,-1 2 1,1 3-3361,20-5 4840,-14 10 0,-15 9 0,-11 1 0</inkml:trace>
  <inkml:trace contextRef="#ctx0" brushRef="#br0" timeOffset="35832">5680 11047 14282,'20'50'81,"0"0"1,0 0 0,0 0-1,-2-4 1,1 0 0,-1-1-1,-1-2-34,4 6 1,-1-3 0,-2-1-1404,1 6 0,-1 0-310,-4-9 0,-1 0 1,-3-3 1665,-4-4 0,-2-6 0,-1 7 0,-3-17 0</inkml:trace>
  <inkml:trace contextRef="#ctx0" brushRef="#br0" timeOffset="36367">2898 15041 20412,'29'-31'305,"0"-1"1,0 1 0,4-2-1,4-2 1,3-2 0,1 1 0,-1 2-1316,-3 3 1,-1 2-1,1 0 1,1 0 0,2-3 1015,-2 2 0,2-2 1,1-1-1,1-1 1,1 1-1,-2 0 1,0 2-172,1-1 1,-1 1 0,0 0 0,0 1 0,1-1 0,0 0 164,3-2 0,0 0 0,1-1 0,0 0 0,0 0 0,1 0-78,-6 4 1,1 0 0,0-1 0,1 1 0,-1-1 0,1 1-1,-1 0 76,0-1 1,0 1-1,1 0 1,-1-1-1,0 1 1,0 0-1,-1 0-187,6-4 1,0-1 0,-1 1 0,0 0 0,-1 0 0,-1 0 180,-2 3 1,-1 0-1,-1 0 1,0 0-1,-1 0 1,-1 1 13,3-3 1,-2 1 0,0 0 0,-1 0-1,-1 1-6,2-3 0,0 1 0,-3 0 0,0 1-41,2-4 0,-1 1 0,-3 1 35,6-7 1,-5 3-46,-9 8 0,-4 1 1074,7-11-1224,-15 15-584,-9 12-772,-5 7 643,-12 9-3602,-12 12 5364,-21 12 0,18-9 0,-1 1 0</inkml:trace>
  <inkml:trace contextRef="#ctx0" brushRef="#br0" timeOffset="36718">3223 14388 16185,'41'-38'315,"0"0"0,1 1 0,-1-1 0,0 0 0,1 0 0,1 0 0,-1 0 0,1 0 0,0 2-842,-4 2 0,1 1 0,0 0 0,0 1 0,1-1 527,3-2 0,0 0 0,2-1 0,0 1 0,0-1-118,-6 6 1,0 0 0,1 0-1,0 0 1,0 0 0,1 0 109,1 0 1,0-1-1,0 1 1,1 0-1,-1 1 1,1 0-40,0 0 1,0 0-1,1 1 1,-1 0-1,1 0 1,-1 1 41,7-5 1,0 1-1,1 0 1,-2 0 0,1 1-116,-4 1 1,0 1-1,0 0 1,-1 1-1,-1 0 66,5-3 1,-2 1 0,0 1 0,-1-1 59,-1 0 0,-1-1 1,-1 1-1,-4 2-23,11-7 0,-6 1 674,-1 1 0,-10 3-725,-19 11-1455,-11 10 1324,-3 5-982,-1 3 1,0 0 0</inkml:trace>
  <inkml:trace contextRef="#ctx0" brushRef="#br0" timeOffset="49127">12321 11302 9845,'4'-7'1715,"0"2"-1233,-4 5 1188,0 0-1290,-2-8 113,2 4-22,-3-6-112,2 6 156,-2 0-470,0 0-23,-2 0 224,0 1-100,-2-1-146,-1 0 113,-2 0 111,-2 0-45,-2 0-179,0 2 101,-6 0-23,8 1-78,-3 0 56,8 1-22,-1 0 55,1 0-89,-1 0 0,0 0 191,2 0-191,-1 0 56,-5 6-56,1 0 11,-3 7-11,3 0 33,-6 18-44,4-1 78,-3 8-100,7-7 33,4-10 0,1 2 22,1 0-11,0 0-11,1 7 12,1-8-24,0 4 12,1-9 0,0 0 101,1 11-101,3-4 23,1 8-12,7 0-11,2-2 123,1-1-101,1-7 58,5-6-2,-3-4 79,7 1-157,-7-6 0,2 0 145,-2-1-145,7 1 12,-7-3 44,6 1 67,-6-4-123,2 0 0,3-1 168,26-2-168,-17-1 11,19-3 45,-25-2-56,-2-1 0,-2-2 123,-1 0-33,-1-1-79,-1-1 90,-2 0-12,-1-1 248,-5-2-337,1-2 0,-3-4 78,-1-4-55,1-3 10,-2-2-33,0 0 23,0 4 66,-1-1-89,-2 6 0,1-2 135,-4 3-113,1-1 57,-2-1 21,0-11 147,-1 7-247,-4-9 0,-5 9 157,-7-3-141,-4 0 1,-4-1 67,2 5 0,0 1-84,-6-6 0,0 1 0,6 10 0,0 2 11,-22-12-11,10 10 0,-8-3-280,-5 15 135,5 6-746,10 8 0,-2 4-903,0 3 1,-1 3-1535,-6 6 1,-3 2 3327,-7 2 0,3-2 0,18-9 0,2-1 0,-21 6 0</inkml:trace>
  <inkml:trace contextRef="#ctx0" brushRef="#br0" timeOffset="63114">12441 11057 7571,'0'0'0</inkml:trace>
  <inkml:trace contextRef="#ctx0" brushRef="#br0" timeOffset="65313">10490 12808 9297,'-5'1'1098,"0"0"123,5-1-739,-2 0-415,0 0-437,-5 4-672,-1 3-2734,-4 2 3776,0-3 0,5-1 0,1-4 0</inkml:trace>
  <inkml:trace contextRef="#ctx0" brushRef="#br0" timeOffset="66766">11120 12860 11975,'4'0'1389,"0"0"729,-4 0-1357,0-3-514,0 2 134,0-1 45,0 1-101,0 0-101,0-1-146,-1-1 259,-12-1-337,-8 1 22,-6 1-22,-4 2 0,6 1 0,-2 6 0,3 2 11,1 4-11,-4 6 79,7-4-46,-4 7 46,9-5-79,0-1 112,3 1-34,0-1-78,-2 13 34,4-8-34,0 11 33,5-11-33,3-3 112,0-2-179,2 0 90,-1-1-23,1 2 123,0-1-112,0 3 11,2-2-44,3 1 134,3-2-146,2-2 34,4-1 0,0-3 56,5-2 45,6-2 0,3-3-101,9 0 34,2-3-202,4 1 212,0-1-44,-4 0 112,-3-2-112,-7-2 214,-4-3-214,-5-3 45,0-2-12,-1-2 68,2-2-101,0-2 101,0-1-34,-3-1 123,-2 0-190,-1-1 34,-3 0 190,-2-3-56,-2-3 11,-1-21-112,-2 9 248,0-12-248,-4 9 504,0 13-291,-5-12-78,-16 8-130,-6 6 1,-7 1-135,-3 5 1,-3 3-96,-1-1 0,-3 4-3636,-4 8 1,2 4 3792,-8 5 0,5 0 0,26 0 0</inkml:trace>
  <inkml:trace contextRef="#ctx0" brushRef="#br0" timeOffset="74332">6464 12998 14215,'20'11'1547,"9"3"-1525,-6-7 449,12 4-471,2 0 33,7-2 79,-6-1 1,2 1-52,-9-3 1,2 1-272,10 1 1,1 0 220,-13-2 0,1 0 224,14 1 0,0 0-134,-8-1 0,0-1-283,13 1 1,1 0 253,-10-4 1,-1 0 84,6-1 1,0 1-130,5-2 0,2 0 5,3 0 1,1 0-381,-17-1 1,-1 1 0,1 0 346,-1-1 0,1-1 0,-1 1 0,19-1 0,-1-1 39,-4 0 0,1-1 2,-5 1 0,2 0 0,-2-1-41,7-1 0,0 0 0,-9 1 0,2-1 0,1-1 48,0 0 1,1-2 0,-3 1-49,8-1 0,-1 0 22,-8 1 1,3 0-1,-5 1-22,0 1 0,-2 0 56,15-1 0,0 2-56,-15 0 0,-1 1-205,13-1 0,-2 0 249,-17 1 1,-1 1-67,-2 0 0,0 0 22,-2 0 0,0 0 0,-2-1 0,1 0 67,0 0 0,0 0-67,1-1 0,0-1 11,1 1 0,0-1 11,1 0 1,0 0-18,0 1 1,0 0 5,10 0 1,-1 1-1,-10 1 0,-2 1-6,8 0 1,-2 0 303,10 1-281,-15 0 0,-1 0-5,15 2-23,11 0 56,-21 0-23,-3 0 807,0-1-840,-1-1 1278,0 2-1199,15 1-79,1 2 22,-1 1 366,-6 1-388,-5 0 23,-13-3-12,9 0-11,-14-3 22,0-1-22,-2 0 34,-3 0-34,-4 0 0,-3 0 157,-4 0 963,-1 0-974,-8 0-146,-7-3-11,-14-1-158,-12-3 24,-11-2 122,22 5 1,-3-1-236,-20-3 1,-5-1-638,18 1 1,-2 0 0,1 0 894,-1 0 0,0-1 0,2 1 16,-15-6 1,5 0 0,19 4 0,3 1 319,-19-9-325,11 4 90,11 4 258,10 3-146,7 3-34,5 2 2638,1 1-2660,1 0-157,7 0 56,7 0 78,35 1-78,-4 0 39,-11 0 1,2 1-96,6 5 0,0 1-179,-8-1 1,0 0 184,10 5 0,-1 1-12,-12-4 0,-3 2 6,6 2 0,-2 1 56,12 8 79,-5 8 190,-37 22-325,-21-1-116,2-14 0,-5 3 157,-3-8 0,-5 1 0,2-3-337,-5 5 0,-1 0 292,4-6 0,-2 1 0,3-3-444,0-1 0,2-3-987,2-3 1,1-2-3787,-18 7 5221,6-11 0,17-9 0,4-4 0</inkml:trace>
  <inkml:trace contextRef="#ctx0" brushRef="#br0" timeOffset="83800">11118 11029 19090,'0'-17'683,"0"4"-503,-1 13-1077,-2 4-1254,-1 13-1424,-4 15 3575,-2 17 0,4-19 0,0-4 0</inkml:trace>
  <inkml:trace contextRef="#ctx0" brushRef="#br0" timeOffset="83982">11182 12003 15247,'1'8'1411,"0"-1"-1366,9 38 168,-4-16-185,1 5 0,-1 2-84,-1 8 45,-2 5-1934,-2-9 1,-1 2 1944,0-8 0,0-2 0,0 1 0,0-4 0,0-1 0</inkml:trace>
  <inkml:trace contextRef="#ctx0" brushRef="#br0" timeOffset="84174">11278 13207 12974,'0'37'127,"0"1"0,0 5 1,0-2 1301,-2 0-1755,-4 14-9505,-7 0 8872,0-15 0,1-4 1,6-21-1</inkml:trace>
  <inkml:trace contextRef="#ctx0" brushRef="#br0" timeOffset="93624">11248 13987 14148,'2'44'706,"0"0"0,1-8 0,-2 8-706,-1-5 0,1 11 0,-1 9 0,-1 5 0,-1 2 0,-2-1 0,-4-5 0,-2-7 0,-5-12 0,-16-3 0,-8-12 0,-1-1 0,8 12-559,16 9 1,7 15 0,5 9-1,2 2 1,-1-2 0,-2-8 0,-5-14-1,-7-20 559,-50-26 0,22-20 0,78 17 0,37 0 0,-5-8-45,-29-9 0,-4-5 1,2-8 44,-3-3 0,3-9 0,2-5 0,-2 0 0,-3 4 0,-5 9 0,5-3 0,-8 4 0,-5-16 0,-6 19 0,-9 58 0,-2 25 0,0-2 0,-1 18 0,0-1 0,0-14 0,1-32 0,0-53 0,0-27 0,-2 27 0,-2 51 907,-4-25-907,-14 9 0,7 19 0,-4 22 0,-2 14 0,-2 7 0,0 2 0,0-5 0,1-11 0,1-19 0,-8-15 0,-3-4-2458,-7 24 0,-9 14 1,4-8-1,15-28 2107,22-43 1,4-29 322,-4 32 0,-3-6 1,-2-5-1,-2-6 1,-2-4-1,-3-4 1,0-4-1,-2-4 1,-2-2-1,0-3 1,-1-1-1,-1-3 1,0 0-1,0-1 1,0 0-1,0 0 1,1 1-1,0 1 1,2 1-1,0 3 1,2 2-1,1 3 0,2 3 1,2 4-1,2 5 1,2 4 27,-2-26 0,5 10 0,4 6 0,1 2 0,-1-2 0,-3-6 0,-4-11-50,1 26 0,-2-6 0,-4-3 0,-1-5 0,-2-3 0,-2-3 0,-2-3 0,0-1 0,-1-3 0,0 0 0,-1-1 0,1 0 0,0 0 0,1 1 0,1 2 0,2 1 0,1 2 0,2 2 0,3 4 0,2 4 0,3 3 0,3 5 0,4 5 0,3 6 0,5 5 50,25-22 0,13 18 0,7 8 0,-3-3-15,-11 0 0,0 0 0,1 1 0,0 0 1,2 0 14,1 1 0,1 1 0,1 0 0,1 1 0,1 1 0,1 1 0,1 2 0,0 0 0,1 2 0,1-1 0,0 1 0,0 1 0,1 0 0,0 1 0,0 1 0,1 1 0,0 1 0,0 1 0,0 0 0,0 1 0,0 0 0,-1 0 0,1 1 0,0 1 0,0 1 0,0 1 0,0 1 0,0 1 0,1 1 0,-1 1 0,-1 0 0,0 2 0,1 1 0,-1 0 0,0 0 0,-2 0 0,1 1 0,0 1 0,-1 0 0,0 0 0,9 1 0,-1-1 0,-1 3 0,-1 2 0,-5 4 0,-1 1 0,-1 3 0,-1 2 0,-2 4 0,-2 1 0,-1 3 0,-1 2 0,-4 2 0,-1 2 0,-1 2 0,-2 1 0,-1 2 0,0 1 0,-2 0 0,-4 0 0,-2 3 0,-5-1 0,3-1 0,9 1 0,1 0 0,-8 3 0,-16 8 0,-10 4 0,6-3 0,11-12 0,5-1 0,-6 1 0,-12 7 0,-5 3 0,4-5 0,10-4 0,0-2 0,-8-3 0,0-1 1061,8 21-1061,-42-21 0,1-22 0,-6-4-217,-20-6 1,-7-3 216,8 2 0,-3-1 0,-2 1 0,10 1 0,-2-1 0,0 1 0,0 0-55,3 1 0,-1 0 1,1 1-1,1 0 55,1 0 0,0 0 0,0 0 0,3 0 81,-4 3 0,2 0 1,-1-8-82,-2-9 0,-3-7 0,3-5 0,6 0 0,-3-13 0,6-7-162,11 5 1,-1-6 0,3-2 0,10 2 161,13 0 0,8 1 0,0 0 0,-3-5 0,1-1 0,-1 1 0,-2 5 0,-1 0 0,3 0 0,4-1 0,3 0 0,4 0 0,8-3 0,4 1 0,5 2 91,-2 9 0,4 2 1,1 1-1,1 0-91,0 1 0,1 0 0,0 1 0,1 1 0,1 0 0,2 0 0,-1 1 0,-2 1 0,4-7 0,-1 2 0,1-2 0,-2 4 0,2-2 0,0 1 0,-3 5 401,13-4 0,-2 5-401,9-5 0,-8 4 209,-21 13-209,-13 17 1036,-18-10-1036,1 48 0,-5 26 0,-13-25 0,-9 0 0,0 2 118,8-2 0,2 2 1,-3-1-1,-5-3-118,-10-1 0,-7-3 0,-2-2 0,1-4 0,-3 0 0,1-5 0,-1 1 0,-2 0 0,-1 0 0,1-2-37,5-5 0,0-2 1,-3-4 36,2-5 0,-5-4 0,0-1 0,3 1 0,-2 3 0,1 1 0,-3-5-186,6-5 0,-4-4 1,-2 0-1,5 0 0,6 3 186,4 7 0,-9-2-53,25-6 0,-6-2 0,-4-1 0,-4-2 0,-5-2 0,-4-1 0,-3-2 0,-4 0 0,-3-2 0,-3-2 0,-3 0 0,-1-1 0,-3-1 0,-2 0 0,-1-1 0,-1-1 0,-1 0 0,-1 0 0,0-1 0,0 1 0,0-1 0,0 0 0,1 1 0,1 0 0,2 0 0,1 0 0,2 2 0,2 0 0,2 0 0,3 2 0,3 0 0,4 2 0,3 1 0,3 0 1,5 3 52,-27-9 0,10 4 0,7 1 0,4 1 0,1 1 0,-1-1 0,-4-1 0,-7-2 0,-9-3 0,25 8 0,-6-2 0,-5 0 0,-3-2 0,-4-1 0,-4-1 0,-3 0 0,-3-1 0,-1-1 0,-3-1 0,-1 0 0,-2 0 0,0 0 0,0-1 0,-1 0 0,1 0 0,0 1 0,2-1 0,1 1 0,2 0 0,2 1 0,3 0 0,3 1 0,4 1 0,3 0 0,4 1 0,5 2 0,5 0 0,5 2 0,6 1 0,6 1 0,6 2 0,7 1 0,3-11 0,2-24 0,4 20 0,2-34 0,0 14 0,0 12 0,0-2 0,0-25 2127,2 6-2127,10 14 0,3-1 0,-2 6 0,4-2 614,8-8 1,7-4-1,-1 3-614,2-1 0,-1 1 0,-11 6 0,0-1 0,1 1 0,5 3 0,2 1 0,-5 2 0,-7-2 0,-1-1-289,6 1 1,5-2 0,-2 7 288,24-5 247,-24-4-247,-1 34 0,-22 0 0,0-4 1337,9-6-1337,-1 0 1045,6-2-1045,-3 2 0,-1 4 0,8-4 0,-6 5 0,18-5 0,0 5-1093,8 3 1,5 0 1092,-6 0 0,2 0 0,-2 1 0,2 0 0,-1 0-94,3-2 0,0-1 94,-2 3 0,2-1 0,-3-1 0,4-1 0,0-1-212,-5 2 1,2 0-1,-2 0 212,6-2 0,-1 0-375,0 0 1,0-1 374,0 0 0,-2 0 0,-1 0 0,-1 1 0,-3-1 0,-1 1 0,-4 0 0,-1 1 0,20-9 0,-25 2 1758,-9 2-1758,-14 2 198,1 2-198,2 3 740,6 3-740,-2 1 1061,2 2-1061,-5 0 0,-2 0 0,-3 2 0,0 2 0,0 2 0,-2 3 0,1 1 0,-1 1 0,0 0 0,0 1 0,0 0 0,0 0 0,-2 6 0,0-5 0,-3 5 0,1-8 0,0 1 0,2-1 0,1-1 0,1 1 0,0 3 0,0-3 0,0 3 0,2-4 0,1-1 0,1 0 0,0-1 0,-1 0 0,-2-1 0,0-2 0,-1 1 0,0-3 0,-2 0 0,-8-1 0,-4-1 0,-10 0 0,0-2 0,4-1 0,2-3 0,6 2 0,0-2 0,0 2 0,1-2 0,1 1 0,0-1 0,2 0 0,0 1 0,1 0 0,0 0 0,2 0 0,1 1 0,1-2 0,1 2 0,1 0 0,1-3 0,0 4 0,0-3 0,0 3 0,1 1 0,-1-1 0,3 3 0,2-2 0,0 2 0,0 3 0,-1 11 0,1-3 0,1 19 0,2-1 0,-2 19 0,-2-16 0,1 2-564,-1 10 1,1 4 563,-1-9 0,-1 1 0,2 1 0,1 4 0,1 1 0,0-3 0,0 5 0,0-4 4915,0-3 0,2-16-369,-2-30-4658,-3 1-4695,-1-10 986,-3 14 3821,0 0 0,0 0 0</inkml:trace>
  <inkml:trace contextRef="#ctx0" brushRef="#br0" timeOffset="96057">13205 8749 11919,'35'-38'313,"0"0"1,-6 6 0,-1 3 66,19-3-43,-13 10-135,-4 1-202,-3 5 168,-5 3-291,-3 5 134,-2 3-11,-2 3 22,-1 1-22,-3 1-33,-4 0-236,-4 0 246,-1 5-66,-8 16 89,-6 3 134,-10 14-134,-6-8 0,-2-3-45,2-6 169,2-4-124,4-6 67,5-3-11,6-4 358,5-2-392,4-1-189,12-4 167,13-14 0,-7 10 0,5-10 0</inkml:trace>
  <inkml:trace contextRef="#ctx0" brushRef="#br0" timeOffset="102511">1813 12780 12901,'33'-43'151,"0"0"0,-1 1 1,-2 6-1,1 0 1,1 0-1,3-1-75,0 3 0,2-1 0,2 0 1,-1 1-1,0 0-1158,5-6 0,0 2 0,0-1 0,0 0 1140,-3 3 0,0 0 1,0 0-1,0 0 0,-1 1-47,3-2 0,-2 2 1,0 0-1,1 0-209,3-1 0,0 0 0,1-1 1,1 1 197,0 0 0,1 1 0,0-1 0,0 2 54,-1 0 1,0 1-1,0 0 1,0 1-58,-1 2 0,-1 1 0,0 0 0,0 1 3,-5 1 0,0 2 0,0-1 0,1 0 5,5-3 1,2-2 0,-2 2 0,-2 1 12,-2 1 1,-3 1 0,0 0-19,6-3 0,-1-1 0,-5 3-6,-7 5 1,-5 1 171,15-12-166,-13 7 1815,-10 6-1815,-8 7 2816,-6 4-2726,-2 5 1944,-2 2-2381,0 2-180,-3 0-1769,-5 5-584,-6 9-1938,-12 10 4818,-9 10 0,14-13 0,-1-4 0</inkml:trace>
  <inkml:trace contextRef="#ctx0" brushRef="#br0" timeOffset="102940">1924 12579 10877,'-32'10'1893,"0"1"0,-17 5-850,45-15-506,28-33-357,10-8-82,-6 10 1,9-9 0,5-4-1,0-1 1,-4 6-999,-3 2 0,-1 4 1,0-1-1,4-3 902,0-1 0,5-4 0,2-1 0,0-1 0,0 2 0,-3 4-312,-3 3 1,-2 3 0,0 1 0,0 1 0,0-1 313,4-1 1,-1-1-1,2 1 1,-1 0 0,1 1 4,1 0 0,1 0 0,0 1 0,0 0 0,0 1-332,0 1 1,-1 1 0,1 0 0,0 0 0,-1 2 322,8-5 0,0 2 0,0 1 0,1-1-249,-6 5 0,2 0 0,-1 0 0,-1 1 0,-3 1 249,8-3 0,-4 1 0,2 0 143,-7 2 1,3 0-1,-2 0 1,-8 3-133,-5 1 0,-6 2 1401,19-17-1412,-35 16 1825,-8 1-2004,0 0 2599,-2 2-3294,-1 3-81,0 5-2238,1 3 3193,2 1 0,0 0 0</inkml:trace>
  <inkml:trace contextRef="#ctx0" brushRef="#br0" timeOffset="110263">11160 10915 15504,'-5'47'123,"0"1"0,1 0 1,-1 1-1,1 1 0,2-1-101,1-3 1,1 0-1,0 0-1142,0 4 0,0 0 1,0 1-711,0-1 0,0 0 0,0-1 1830,0-2 0,0 0 0,0-5 0,0-2 0,0-4 0,0 13 0</inkml:trace>
  <inkml:trace contextRef="#ctx0" brushRef="#br0" timeOffset="146062">11190 11751 11571,'0'3'2790,"0"0"-2297,0-3-212,35 0-1,2 0-241,1 0 0,5 0-619,-1 0 1,2 0 612,9 0 1,3 0-23,-15 0 0,2 0 1,1 0-1,6 0 0,0 0 0,2 0-561,4 0 1,2 0-1,0 0 564,-11 0 0,-1 0 0,2 0 0,4 0-14,2 1 0,4 0 0,2 0 0,-1 0 0,-1 0-470,-4 0 1,0 0 0,-2 0 0,1 1-1,-1-1 470,-2 0 0,1 1 0,-1-1 0,-2 1 0,-3-1 15,12 1 0,-4 0 0,-11-1 198,0 0 1109,-23-1 69,-14 0-753,-7-9 967,-3 2-1616,-2-6 3403,-2 5-3593,5 3-303,1 2-942,3 2-3506,9 1 4952,1 0 0,1 0 0,-3 0 0</inkml:trace>
  <inkml:trace contextRef="#ctx0" brushRef="#br0" timeOffset="146474">11356 11544 16447,'53'-21'53,"-1"0"1,0 0 0,2 1 0,0 2 0,1 4-1093,-2 6 1,-1 5 0,1 1 1038,3-1 0,0 0 0,-1 2 48,0-1 1,0 1-1,0 0-12,-2 0 0,0 1 1,2 0-60,-3 1 1,2 0-1,-1 1 1,-2 0 22,0 0 0,-2 0 0,1 1-140,9 1 1,2 0 0,-6 0 139,-7 0 0,-6-1 0,-8 0 0,-3-1 219,12-1-141,-21-1-78,-13-4 1305,-7-6-1619,-11-4 561,-4-3-1592,-8 2 63,-1 3 1282,3 0 0,9 7 0,4 0 0</inkml:trace>
  <inkml:trace contextRef="#ctx0" brushRef="#br0" timeOffset="146774">11719 11422 15241,'48'0'124,"-1"0"1,0 0 0,1 0 0,0 0 0,1 0-1,-1 0 1,-1 0-114,12-1 0,-1 1 1,0-1-1176,-12 0 0,-1 1 0,1-1 0,0 0 1179,13 0 0,1 0 0,-1 0-12,-3-1 1,-1 1 0,-1 0-4,-4 0 0,-2 1 0,-1 0 373,-5-1 0,-1 1 1,-1 0-363,21 0 0,-6 0-17,-20 0 1,-3 0 575,23-3-5432,-63-5 4862,-13-6 0,-1 4 0,4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1T06:50:48.967"/>
    </inkml:context>
    <inkml:brush xml:id="br0">
      <inkml:brushProperty name="width" value="0.09071" units="cm"/>
      <inkml:brushProperty name="height" value="0.09071" units="cm"/>
      <inkml:brushProperty name="color" value="#FF0000"/>
    </inkml:brush>
  </inkml:definitions>
  <inkml:trace contextRef="#ctx0" brushRef="#br0">14964 14634 10395,'-8'0'1445,"2"0"-1086,6 0 1523,0 0-1490,-19-11 247,12 6-157,-15-7-169,16 9-55,1 2 11,1 0-201,2 0 805,1 1-256,1-2-393,0 1-224,2-2 0,5 0 78,6 0-78,4-1 0,1 0 0,-2 0 146,3 1-146,-6 0 0,4 1 78,0-1-111,-2 1 66,2-1 46,-6 2 33,-3-1-79,0 2-10,-1-1 190,0 0-180,1 1-66,1-2 66,0 2 12,2-2-56,8 2 11,-5-2 56,8 2-11,-5-2-90,1 1 90,0 0-45,3 0-23,-4 1 23,1 0 23,-7 0 44,0 0-134,-3 0 78,0 0-11,1 0 0,0 0 0,4 0 67,17 0-45,-10 0 1,14 0-23,-17 0-11,-1 0 11,-3 0 56,0 0-124,-4 0 102,1 0-34,-3 0 67,2 0-67,2 0 0,2 0 79,1 0-68,7 0 57,-1 0-46,-1-1-22,-4 1 0,-5-2 78,-2 1-55,0 0 33,0-1-45,-3 2 168,2-2-67,-2 2-101,0-2 90,2 2 0,4-1-191,1 1 158,5 0-68,-1-1 33,11-1-33,-7 0-45,9-1 135,-12 2-146,-3 0 78,-3 0-22,-1 1 34,6-1-34,-4 0-67,4 0 268,-3-1-234,0 0 33,-2 1 78,0-1-78,-3 2 0,-1-1-89,3 1 234,2 0-223,3 0 134,12-2-45,-2 1-11,7-1 0,5-1 0,0 1 56,0-1-22,-6 0-34,-13 2-79,-3-1 79,-4 1 34,-2 0 67,-3-1-101,-2 2 0,-1-1 33,0 1 146,0 0-134,-1 0 0,0 0 269,-1-1-2141,0 0 1827,-24-20 0,18 15 0,-18-13 0</inkml:trace>
  <inkml:trace contextRef="#ctx0" brushRef="#br0" timeOffset="8128">16143 14053 16748,'-5'0'4292,"0"0"-3497,4 0-146,-1 0 114,1 0-808,6-4 45,16-10 0,24-13-23,-9 6 1,4-1-894,10-4 0,4 0 923,-13 7 1,2 1-1,4-1-5,-3 3 0,4-2 1,2 0-1,0 0 0,-2 2-696,4-2 1,-3 2 0,1-1 0,3 0 697,1-1 0,2 0 1,2-1-1,0-1 1,0 1-17,-8 2 1,0 0 0,1-1 0,-1 1 0,-1 0 0,-2 1-289,9-4 1,-4 0 0,0 1-1,2-1 302,-2 1 0,1-1 1,2 0-1,-3 0 1,-3 0-362,-2 1 1,-2-1 0,-2 1 0,-3 1 369,15-6 1,-4 1 4,4-3 1,-8 3 696,-17 6-713,-17 6 1785,-8 6-1673,-4 1 1346,-1 1-1458,0 0 3437,0 1-3437,0 0 0,0 0-34,1-1 34,2-1 12,1-1 21,3 1-44,4-3 11,-5 2 56,2-2-45,-7 4-22,0-1 11,-1-5-78,-1-8-158,-11-8-89,-8 0 1,-5 0 290,1 6 0,-2 0-34,-12-8 1,-1 3 67,8 10 0,0 1 22,-8-1 1,-1 2-1,9 3 1,2 2-23,-24-6 11,28 8-11,22 4-67,3-1-101,3 0 202,33 6-1,6 7-300,-4-3 0,3 1 429,-3 3 1,0 1-152,3-1 1,0 2 44,-2-1 0,1 3-12,9 8 1,-3 2-6,-14-7 1,-2 2-40,3 5 0,-4 0 0,-7 8 123,-12 13-22,-22-11-342,-14 14 280,4-30 0,-4-1 0,-1 1 1,-3 0-40,-10 4 0,0-2-51,13-6 1,1 0 67,-5 0 0,3 0-129,1 2-3844,13-10 326,2 0-2466,20-21 6231,11-16 0,-6 9 0,4-5 0</inkml:trace>
  <inkml:trace contextRef="#ctx0" brushRef="#br0" timeOffset="8715">19275 12096 17543,'-2'-9'1804,"-11"2"-1781,-10 9 324,-17 5-274,6 5 0,0 1-73,-20 9 22,21-6 1,1 3-12,-9 18-11,17-7-45,3 10 90,16-13-101,16 21 67,20-13 0,10 1 22,-5-6 1,2 1 0,1-2-60,-3-2 0,1-2 0,-1-1 33,1-2 1,-1-1-1,-6-2 38,4 15 0,-17-10 11,-6 2 358,-22-5 12,-13 2 90,-23 5-822,16-14 0,-2-1 384,-4 0 1,-1 0-79,-1-3 0,-2-1-23,-10 2 1,2-2-6,11-2 0,3-1-314,0-1 1,5-1-623,4 0-3417,21-10-639,15-8 5020,11-11 0,-6 9 0,4 1 0</inkml:trace>
  <inkml:trace contextRef="#ctx0" brushRef="#br0" timeOffset="8915">19430 12627 20546,'4'25'-5199,"10"9"325,2-11 4874,7 0 0,-12-20 0,-3-3 0</inkml:trace>
  <inkml:trace contextRef="#ctx0" brushRef="#br0" timeOffset="9062">19556 12411 18003,'-33'-14'-1575,"6"7"1,27 22 0,0-3-1</inkml:trace>
  <inkml:trace contextRef="#ctx0" brushRef="#br0" timeOffset="10181">19686 12571 16838,'7'0'403,"-2"0"-358,-5 0-45,9 24 78,-6 0-56,7 24-22,-10-7 23,0 2-1,0-6-22,0-4-11,0-9 11,0-6 34,0-8 482,0-5-483,8-25 1,2-2 78,10-23-45,1 3-33,1-2 156,-2 3 12,-2 7-46,-5 7-156,-3 11 45,-5 8-168,-2 5 22,-1 2-89,-1 1 145,2 6 45,4 19 0,0-2-56,3 12-34,-3-16-190,-1-5 67,0-5 112,-1-5 224,8-2-123,-2-5 23,9-8 133,-3-8-54,5-14 167,-4 2 112,-3 4-381,-8 12-135,-1 11 135,1 5 0,8 5 34,6 4-113,4 5 79,4-1 0,-3-2-56,5-3 56,-10-5 34,2-1 123,-10-3-12,-1-7-89,3-15 807,-5-1-359,1-10 908,-4 6-796,-5 12-133,1 1-327,-3 12-178,0 1-79,0 15 101,0 13 23,0 28-23,2-1 0,1 5-12,0-13 1,2 2-176,1 2 0,1 4 0,0-6 187,1-7 0,0-4 0,2 6 0,-1-3-45,2 3 45,-5-23 11,-2-4 101,-4-15-157,1-1 618,-1-12-573,0-10-22,0-20-12,-2-14 45,2 7 0,0-3 34,-1 11 0,0 0-328,2-13 1,2 2 271,0 17 0,2 1-6,6-4 0,4 1-140,10-10 32,-6 20 0,1 5-43,13 2 168,2 9-33,-2 6-79,-4 6 100,-7 11-55,-8 29 67,-11 0 157,-18 16-157,-7-33 0,-4-3 34,-23 4-258,16-12 1,-2-3 223,-12-6-90,7-4-171,9-5-1554,15-6-505,8-10-907,14-10-1120,16-8 4347,-3 14 0,1 2 0,8-4 0,-2 3 0</inkml:trace>
  <inkml:trace contextRef="#ctx0" brushRef="#br0" timeOffset="10382">20867 12072 21387,'-14'33'18,"8"7"1,2 12 0,1-3-963,1 2 1,1 3 928,-1 3 0,1 6 0,0-5-2960,1-1 0,1-5 3062,5-12 1,0-3 0,-5-2-1,2-5 1,8-4 0</inkml:trace>
  <inkml:trace contextRef="#ctx0" brushRef="#br0" timeOffset="10514">21240 12759 18709,'6'-6'-990,"-2"0"0,-4 6 0</inkml:trace>
  <inkml:trace contextRef="#ctx0" brushRef="#br0" timeOffset="10974">18654 13537 18509,'51'-8'155,"0"-1"1,1 1 0,-1-1-1,-1 1 1,5-2 0,1 0 0,0 0-1,-1-1 1,-3 1-1135,-2 0 0,-3 1 1,-1-1-1,1 0 1,3-1 978,4 0 0,1 0 0,3-1 0,0 0 0,1-1 0,-1 1 28,0-1 0,2 0 0,0-1 0,-1 1 0,-1 0 0,-2 1-228,-2 0 0,-3 1 0,-1 0 0,1 0 1,2 0 199,-1 0 0,4-1 0,0 1 0,-1-1 0,-2 1 0,-4 2 78,1 0 0,-3 0 1,-3 2-1,0 0-82,7-1 0,0 1 1,-4 1-246,11-1 0,-6 2 114,-14 1 1,-5 2 1428,1 1-1485,-25 0-346,-41 1-321,-3 2 1,-13 2 0,-6 0-1,2 1-408,-2 0 0,-1 1 0,-2 1 0,-2-1 497,3 1 0,-3-1 1,0 1-1,-1 0 0,3 1 769,5 0 0,-1 1 0,2 1 0,3-2 0,7 0 0,-11 2 0,7 0 0,7-1 0,0 0 0</inkml:trace>
  <inkml:trace contextRef="#ctx0" brushRef="#br0" timeOffset="11224">19378 13445 10440,'-47'18'898,"1"0"0,0 0 0,0 0 0,0-1 1,3 0-1,2-2 37,-13 1 1,19-2-813,35-7 483,36-12-494,10-2 0,8-2-1250,-8 1 0,2-3 0,2 1 1182,-7 1 1,2 1 0,1-1 0,0-1 8,5 0 0,-1 0 0,3-1 1,3 0-6,-5 1 1,4 0-1,2-1 1,0 0 0,-1 1-1,-2 0-409,-1 1 1,-2-1-1,-1 1 1,1 0-1,2-1 351,0 1 1,4-1 0,0 0 0,0 0-1,-3 1 1,-2 1 31,4-1 1,-2 1-1,-3 0 1,-1 0-37,-3 2 0,-1-1 0,-2 1 0,-1-1 116,7 1 1,-3-1 0,-2 1-103,6-1 0,-6 1 0,5-1-23,-29 2 311,-36 2-1801,-18 1-2162,-24 1 3675,23 0 0,2 1 0,-8-1 0,9 1 0</inkml:trace>
  <inkml:trace contextRef="#ctx0" brushRef="#br0" timeOffset="70363">9778 16439 9868,'-8'0'2588,"2"0"-2352,6 0-102,0 0-134,-13 0 0,9 0 67,-10 0 23,13 0 1030,0 0-548,-2 0-34,-1 0 302,-3 0-190,2 0-291,1 0-270,2 0 2433,2 0-2578,6 0 56,6 0 100,11-2-10,5-1-146,7-2 157,0 0-45,-1 0-45,-4 1 34,5-2 89,-11 3 12,6-3-169,-9 3 191,18-5-78,8 1-23,-17 3 0,1 0-44,17-2-46,-7 5 102,0-2-68,-9 3-11,24-3 45,-22 3 11,7-4-112,-14 3 112,0-2 0,12-1-56,-8 1 0,9-3 101,-10 1-22,1-1-136,1 1 114,0 0-1,13 0-56,-1 1-34,0 1 56,-5 1-44,-11 2 22,-1 0 45,17 0-45,-11 0 45,17-2-45,-14 0 11,2-1-22,-1-1-1,0 1 57,10-2-45,-12 1 11,5 1 57,-15 1-46,-4 1-44,-1-1 44,1 1 23,1 0-45,3-1-23,5 1 23,2 0 34,23 0-51,-23 1 0,2 0 17,0 0 0,0 0 28,1 0 0,-1 0-28,15 0 0,-14 0 0,-1 0 23,17 0-35,-19 0 1,0 0 56,15 1-45,-12 2-78,-3 1 134,-20-2-56,-4 1 0,-2-3 45,5 2-57,4-1-77,-4 0 178,0 1 180,-8-1 560,-2 0-223,-1 1-528,0-1-67,0 1-22,0 0-213,0-1-617,-1 1-6756,-6 9 7597,-7-5 0,4 5 0,0-8 0</inkml:trace>
  <inkml:trace contextRef="#ctx0" brushRef="#br0" timeOffset="72876">12862 16403 10630,'-6'0'2084,"0"0"-1423,6 0 1692,0 0-2017,-14 0 135,5 0 515,-18 0-661,14 0 213,-3 0 0,9 0-393,2 0 573,2 0 222,2 0-805,27 4-124,-3 0 146,25 5 11,8-2-168,-9-1 6,-18-3 0,2-1 139,2 0 1,0-1-51,3 0 0,1 0-6,9 0 1,1 0-56,-11 0 0,-1-1 10,-3 1 1,-2 0 482,19-1-448,-15 1 66,3-1 57,-14 0-146,-1 0-90,2-1 68,2-1 145,17-6-179,-10 1 0,13-5 84,-15 4 0,4-1 17,12 0 0,1-1-101,-7 1 0,1 0 28,14 0 0,-3 2-45,-21 4 0,-3 2 28,2-1 1,-1 1-1,27 0-11,-19 0-90,20 1 101,-13-1-17,-14 1 1,0 0 16,17-1 23,2-1-253,4-3 163,0 0 56,4-3 33,-1 1-21,0 0-12,-17 1 0,0 1 5,-10 2 1,0 0-12,16-1 1,-1 1 16,10 1-11,0 1 0,-23 1 22,-13 0-22,-8 0 186,6 0-164,-4 0-22,14 0 23,-11 0-23,4 0-12,1 0-10,-2 0 67,0 0-90,-6 1 146,-10 1-23,-1 0-44,-2 0-930,0-1-3194,0 1 4090,0 3 0,0-2 0,0 1 0</inkml:trace>
  <inkml:trace contextRef="#ctx0" brushRef="#br0" timeOffset="73973">16247 16453 17319,'-35'0'1681,"-1"-1"0,-22 0-1076,51 1 112,2 0-493,2 0 11,2 0-157,6 2-43,15 1-2,23 1 68,-10-2 0,5-1-1131,8 1 0,4-2 1059,-12 0 1,2 0 0,4-2-8,6-1 1,5-1-1,1-1 1,-2 0-12,-9 2 0,-2-1 0,1 1 1,5-1-12,2-1 0,5 0 0,4-2 0,0 1 0,-3 1 0,-4 0-683,1 0 0,-4 1 0,0 1 0,2-1 685,1-1 0,2 1 0,1-1 1,-2 1-1,-3 0-17,9 0 0,-5 0 0,0 1-300,-3-1 0,-1 0 0,0 0 315,-6 0 0,0 1 0,0 0-54,6-1 1,0 1 0,-2 0 70,7-1 0,-2 1-6,-5-1 0,-5 2-11,-2-1 1159,-35 2-1115,-5 1 2334,-2 0-4283,0 9-526,2 3 2862,1 20 0,0-18 1,-1 7-1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70237" cy="479425"/>
          </a:xfrm>
          <a:prstGeom prst="rect">
            <a:avLst/>
          </a:prstGeom>
          <a:noFill/>
          <a:ln>
            <a:noFill/>
          </a:ln>
        </p:spPr>
        <p:txBody>
          <a:bodyPr spcFirstLastPara="1" wrap="square" lIns="96650" tIns="48325" rIns="96650" bIns="48325"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143375" y="0"/>
            <a:ext cx="3170237" cy="479425"/>
          </a:xfrm>
          <a:prstGeom prst="rect">
            <a:avLst/>
          </a:prstGeom>
          <a:noFill/>
          <a:ln>
            <a:noFill/>
          </a:ln>
        </p:spPr>
        <p:txBody>
          <a:bodyPr spcFirstLastPara="1" wrap="square" lIns="96650" tIns="48325" rIns="96650" bIns="4832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120187"/>
            <a:ext cx="3170237" cy="479425"/>
          </a:xfrm>
          <a:prstGeom prst="rect">
            <a:avLst/>
          </a:prstGeom>
          <a:noFill/>
          <a:ln>
            <a:noFill/>
          </a:ln>
        </p:spPr>
        <p:txBody>
          <a:bodyPr spcFirstLastPara="1" wrap="square" lIns="96650" tIns="48325" rIns="96650" bIns="48325"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IN" sz="13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42" name="Google Shape;42;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48" name="Google Shape;48;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54" name="Google Shape;54;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4: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60" name="Google Shape;60;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5: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66" name="Google Shape;66;p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72" name="Google Shape;72;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7: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80" name="Google Shape;80;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8: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86" name="Google Shape;86;p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9: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92" name="Google Shape;92;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0: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98" name="Google Shape;98;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07" name="Google Shape;107;p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13" name="Google Shape;113;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19" name="Google Shape;119;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4: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25" name="Google Shape;125;p1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5: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38" name="Google Shape;138;p1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7: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44" name="Google Shape;144;p1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8: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50" name="Google Shape;150;p1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9: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56" name="Google Shape;156;p1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20: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62" name="Google Shape;162;p2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68" name="Google Shape;168;p2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2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75" name="Google Shape;175;p2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2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81" name="Google Shape;181;p2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4: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87" name="Google Shape;187;p2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5: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4" name="Google Shape;194;p2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00" name="Google Shape;200;p2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7: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207" name="Google Shape;207;p2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8"/>
        <p:cNvGrpSpPr/>
        <p:nvPr/>
      </p:nvGrpSpPr>
      <p:grpSpPr>
        <a:xfrm>
          <a:off x="0" y="0"/>
          <a:ext cx="0" cy="0"/>
          <a:chOff x="0" y="0"/>
          <a:chExt cx="0" cy="0"/>
        </a:xfrm>
      </p:grpSpPr>
      <p:sp>
        <p:nvSpPr>
          <p:cNvPr id="19" name="Google Shape;19;p2"/>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7"/>
        <p:cNvGrpSpPr/>
        <p:nvPr/>
      </p:nvGrpSpPr>
      <p:grpSpPr>
        <a:xfrm>
          <a:off x="0" y="0"/>
          <a:ext cx="0" cy="0"/>
          <a:chOff x="0" y="0"/>
          <a:chExt cx="0" cy="0"/>
        </a:xfrm>
      </p:grpSpPr>
      <p:sp>
        <p:nvSpPr>
          <p:cNvPr id="38" name="Google Shape;38;p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80"/>
              </a:spcBef>
              <a:spcAft>
                <a:spcPts val="0"/>
              </a:spcAft>
              <a:buClr>
                <a:srgbClr val="101141"/>
              </a:buClr>
              <a:buSzPts val="2400"/>
              <a:buFont typeface="Arial"/>
              <a:buNone/>
              <a:defRPr sz="18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9" name="Google Shape;39;p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0070C0"/>
              </a:buClr>
              <a:buSzPts val="3600"/>
              <a:buNone/>
              <a:defRPr sz="3200" b="1">
                <a:solidFill>
                  <a:srgbClr val="0070C0"/>
                </a:solidFill>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 name="Google Shape;11;p1"/>
          <p:cNvSpPr txBox="1"/>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 name="Google Shape;12;p1"/>
          <p:cNvSpPr txBox="1"/>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 name="Google Shape;13;p1"/>
          <p:cNvSpPr txBox="1"/>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4" name="Google Shape;14;p1" descr="BITS_university_logo_whitevert.png"/>
          <p:cNvPicPr preferRelativeResize="0"/>
          <p:nvPr/>
        </p:nvPicPr>
        <p:blipFill rotWithShape="1">
          <a:blip r:embed="rId4">
            <a:alphaModFix/>
          </a:blip>
          <a:srcRect t="1" b="28591"/>
          <a:stretch/>
        </p:blipFill>
        <p:spPr>
          <a:xfrm>
            <a:off x="76200" y="3352800"/>
            <a:ext cx="2057400" cy="1979612"/>
          </a:xfrm>
          <a:prstGeom prst="rect">
            <a:avLst/>
          </a:prstGeom>
          <a:noFill/>
          <a:ln>
            <a:noFill/>
          </a:ln>
        </p:spPr>
      </p:pic>
      <p:sp>
        <p:nvSpPr>
          <p:cNvPr id="15" name="Google Shape;15;p1"/>
          <p:cNvSpPr txBox="1"/>
          <p:nvPr/>
        </p:nvSpPr>
        <p:spPr>
          <a:xfrm>
            <a:off x="-76200" y="5257800"/>
            <a:ext cx="2209800" cy="554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900"/>
              <a:buFont typeface="Arial"/>
              <a:buNone/>
            </a:pPr>
            <a:r>
              <a:rPr lang="en-IN" sz="2900" b="1" i="0" u="none" strike="noStrike" cap="none">
                <a:solidFill>
                  <a:schemeClr val="lt1"/>
                </a:solidFill>
                <a:latin typeface="Arial"/>
                <a:ea typeface="Arial"/>
                <a:cs typeface="Arial"/>
                <a:sym typeface="Arial"/>
              </a:rPr>
              <a:t>BITS</a:t>
            </a:r>
            <a:r>
              <a:rPr lang="en-IN" sz="2900" b="0" i="0" u="none" strike="noStrike" cap="none">
                <a:solidFill>
                  <a:schemeClr val="lt1"/>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16" name="Google Shape;16;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7" name="Google Shape;17;p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grpSp>
        <p:nvGrpSpPr>
          <p:cNvPr id="22" name="Google Shape;22;p3"/>
          <p:cNvGrpSpPr/>
          <p:nvPr/>
        </p:nvGrpSpPr>
        <p:grpSpPr>
          <a:xfrm>
            <a:off x="2084387" y="6550025"/>
            <a:ext cx="7059612" cy="49212"/>
            <a:chOff x="2083888" y="6550671"/>
            <a:chExt cx="7060112" cy="48665"/>
          </a:xfrm>
        </p:grpSpPr>
        <p:sp>
          <p:nvSpPr>
            <p:cNvPr id="23" name="Google Shape;23;p3"/>
            <p:cNvSpPr txBox="1"/>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 name="Google Shape;24;p3"/>
            <p:cNvSpPr txBox="1"/>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 name="Google Shape;25;p3"/>
            <p:cNvSpPr txBox="1"/>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26" name="Google Shape;26;p3" descr="Picture 7.png"/>
          <p:cNvPicPr preferRelativeResize="0"/>
          <p:nvPr/>
        </p:nvPicPr>
        <p:blipFill rotWithShape="1">
          <a:blip r:embed="rId3">
            <a:alphaModFix/>
          </a:blip>
          <a:srcRect l="1921" b="5332"/>
          <a:stretch/>
        </p:blipFill>
        <p:spPr>
          <a:xfrm>
            <a:off x="6629400" y="0"/>
            <a:ext cx="2193925" cy="692150"/>
          </a:xfrm>
          <a:prstGeom prst="rect">
            <a:avLst/>
          </a:prstGeom>
          <a:noFill/>
          <a:ln>
            <a:noFill/>
          </a:ln>
        </p:spPr>
      </p:pic>
      <p:grpSp>
        <p:nvGrpSpPr>
          <p:cNvPr id="27" name="Google Shape;27;p3"/>
          <p:cNvGrpSpPr/>
          <p:nvPr/>
        </p:nvGrpSpPr>
        <p:grpSpPr>
          <a:xfrm>
            <a:off x="2133600" y="6553200"/>
            <a:ext cx="7010400" cy="46037"/>
            <a:chOff x="1905000" y="6553200"/>
            <a:chExt cx="7010400" cy="45719"/>
          </a:xfrm>
        </p:grpSpPr>
        <p:sp>
          <p:nvSpPr>
            <p:cNvPr id="28" name="Google Shape;28;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 name="Google Shape;29;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 name="Google Shape;30;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31" name="Google Shape;31;p3"/>
          <p:cNvGrpSpPr/>
          <p:nvPr/>
        </p:nvGrpSpPr>
        <p:grpSpPr>
          <a:xfrm>
            <a:off x="0" y="1295400"/>
            <a:ext cx="7010400" cy="46037"/>
            <a:chOff x="1905000" y="6553200"/>
            <a:chExt cx="7010400" cy="45719"/>
          </a:xfrm>
        </p:grpSpPr>
        <p:sp>
          <p:nvSpPr>
            <p:cNvPr id="32" name="Google Shape;32;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 name="Google Shape;33;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 name="Google Shape;34;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5" name="Google Shape;35;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36" name="Google Shape;36;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customXml" Target="../ink/ink4.xml"/><Relationship Id="rId5" Type="http://schemas.openxmlformats.org/officeDocument/2006/relationships/image" Target="../media/image7.png"/><Relationship Id="rId4" Type="http://schemas.openxmlformats.org/officeDocument/2006/relationships/customXml" Target="../ink/ink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5.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customXml" Target="../ink/ink9.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customXml" Target="../ink/ink1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customXml" Target="../ink/ink13.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customXml" Target="../ink/ink17.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Memorial_Sloan%E2%80%93Kettering_Cancer_Center"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scality.com/solved/the-history-of-cloud-computing/" TargetMode="External"/><Relationship Id="rId7"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customXml" Target="../ink/ink19.xml"/><Relationship Id="rId5" Type="http://schemas.openxmlformats.org/officeDocument/2006/relationships/image" Target="../media/image19.png"/><Relationship Id="rId4" Type="http://schemas.openxmlformats.org/officeDocument/2006/relationships/customXml" Target="../ink/ink18.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customXml" Target="../ink/ink20.xml"/></Relationships>
</file>

<file path=ppt/slides/_rels/slide25.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jpe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jpeg"/><Relationship Id="rId14" Type="http://schemas.openxmlformats.org/officeDocument/2006/relationships/image" Target="../media/image44.jpeg"/></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5"/>
          <p:cNvSpPr txBox="1">
            <a:spLocks noGrp="1"/>
          </p:cNvSpPr>
          <p:nvPr>
            <p:ph type="body" idx="1"/>
          </p:nvPr>
        </p:nvSpPr>
        <p:spPr>
          <a:xfrm>
            <a:off x="2571750" y="5181600"/>
            <a:ext cx="6019800" cy="914400"/>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lt1"/>
              </a:buClr>
              <a:buSzPts val="2000"/>
              <a:buFont typeface="Arial"/>
              <a:buNone/>
            </a:pPr>
            <a:r>
              <a:rPr lang="en-US" sz="1600" b="0" i="0" u="none" strike="noStrike" cap="none" dirty="0">
                <a:solidFill>
                  <a:schemeClr val="lt1"/>
                </a:solidFill>
                <a:latin typeface="Arial"/>
                <a:ea typeface="Arial"/>
                <a:cs typeface="Arial"/>
                <a:sym typeface="Arial"/>
              </a:rPr>
              <a:t>Joydeep Barman</a:t>
            </a:r>
            <a:endParaRPr sz="1600" b="0" i="0" u="none" strike="noStrike" cap="none" dirty="0">
              <a:solidFill>
                <a:schemeClr val="lt1"/>
              </a:solidFill>
              <a:latin typeface="Arial"/>
              <a:ea typeface="Arial"/>
              <a:cs typeface="Arial"/>
              <a:sym typeface="Arial"/>
            </a:endParaRPr>
          </a:p>
          <a:p>
            <a:pPr marL="342900" marR="0" lvl="0" indent="-241300" algn="l" rtl="0">
              <a:lnSpc>
                <a:spcPct val="100000"/>
              </a:lnSpc>
              <a:spcBef>
                <a:spcPts val="320"/>
              </a:spcBef>
              <a:spcAft>
                <a:spcPts val="0"/>
              </a:spcAft>
              <a:buClr>
                <a:schemeClr val="dk1"/>
              </a:buClr>
              <a:buSzPts val="1600"/>
              <a:buFont typeface="Arial"/>
              <a:buNone/>
            </a:pPr>
            <a:endParaRPr sz="1600" b="0" i="0" u="none" dirty="0">
              <a:solidFill>
                <a:schemeClr val="lt1"/>
              </a:solidFill>
              <a:latin typeface="Arial"/>
              <a:ea typeface="Arial"/>
              <a:cs typeface="Arial"/>
              <a:sym typeface="Arial"/>
            </a:endParaRPr>
          </a:p>
        </p:txBody>
      </p:sp>
      <p:sp>
        <p:nvSpPr>
          <p:cNvPr id="45" name="Google Shape;45;p5"/>
          <p:cNvSpPr txBox="1">
            <a:spLocks noGrp="1"/>
          </p:cNvSpPr>
          <p:nvPr>
            <p:ph type="title"/>
          </p:nvPr>
        </p:nvSpPr>
        <p:spPr>
          <a:xfrm>
            <a:off x="2362200" y="3670300"/>
            <a:ext cx="6248400" cy="1524000"/>
          </a:xfrm>
          <a:prstGeom prst="rect">
            <a:avLst/>
          </a:prstGeom>
          <a:noFill/>
          <a:ln>
            <a:noFill/>
          </a:ln>
        </p:spPr>
        <p:txBody>
          <a:bodyPr spcFirstLastPara="1" wrap="square" lIns="91425" tIns="45700" rIns="91425" bIns="45700" anchor="ctr" anchorCtr="0">
            <a:noAutofit/>
          </a:bodyPr>
          <a:lstStyle/>
          <a:p>
            <a:pPr marL="0" lvl="0" indent="0" algn="l" rtl="0">
              <a:lnSpc>
                <a:spcPct val="121212"/>
              </a:lnSpc>
              <a:spcBef>
                <a:spcPts val="0"/>
              </a:spcBef>
              <a:spcAft>
                <a:spcPts val="0"/>
              </a:spcAft>
              <a:buClr>
                <a:schemeClr val="lt1"/>
              </a:buClr>
              <a:buSzPts val="3300"/>
              <a:buFont typeface="Arial"/>
              <a:buNone/>
            </a:pPr>
            <a:r>
              <a:rPr lang="en-IN" sz="3200" b="1" i="0" u="none">
                <a:solidFill>
                  <a:schemeClr val="lt1"/>
                </a:solidFill>
                <a:latin typeface="Arial"/>
                <a:ea typeface="Arial"/>
                <a:cs typeface="Arial"/>
                <a:sym typeface="Arial"/>
              </a:rPr>
              <a:t>Software product management</a:t>
            </a:r>
            <a:br>
              <a:rPr lang="en-IN" sz="3200" b="1" i="0" u="none">
                <a:solidFill>
                  <a:schemeClr val="lt1"/>
                </a:solidFill>
                <a:latin typeface="Arial"/>
                <a:ea typeface="Arial"/>
                <a:cs typeface="Arial"/>
                <a:sym typeface="Arial"/>
              </a:rPr>
            </a:br>
            <a:br>
              <a:rPr lang="en-IN" sz="3200" b="1" i="0" u="none">
                <a:solidFill>
                  <a:schemeClr val="lt1"/>
                </a:solidFill>
                <a:latin typeface="Arial"/>
                <a:ea typeface="Arial"/>
                <a:cs typeface="Arial"/>
                <a:sym typeface="Arial"/>
              </a:rPr>
            </a:br>
            <a:r>
              <a:rPr lang="en-IN" sz="3200" b="1" i="0" u="none">
                <a:solidFill>
                  <a:schemeClr val="lt1"/>
                </a:solidFill>
                <a:latin typeface="Arial"/>
                <a:ea typeface="Arial"/>
                <a:cs typeface="Arial"/>
                <a:sym typeface="Arial"/>
              </a:rPr>
              <a:t>Overview</a:t>
            </a:r>
            <a:endParaRPr sz="400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C05CECA-83CE-C59F-D354-80F554E8668A}"/>
                  </a:ext>
                </a:extLst>
              </p14:cNvPr>
              <p14:cNvContentPartPr/>
              <p14:nvPr/>
            </p14:nvContentPartPr>
            <p14:xfrm>
              <a:off x="4495320" y="1572840"/>
              <a:ext cx="327600" cy="340920"/>
            </p14:xfrm>
          </p:contentPart>
        </mc:Choice>
        <mc:Fallback xmlns="">
          <p:pic>
            <p:nvPicPr>
              <p:cNvPr id="2" name="Ink 1">
                <a:extLst>
                  <a:ext uri="{FF2B5EF4-FFF2-40B4-BE49-F238E27FC236}">
                    <a16:creationId xmlns:a16="http://schemas.microsoft.com/office/drawing/2014/main" id="{7C05CECA-83CE-C59F-D354-80F554E8668A}"/>
                  </a:ext>
                </a:extLst>
              </p:cNvPr>
              <p:cNvPicPr/>
              <p:nvPr/>
            </p:nvPicPr>
            <p:blipFill>
              <a:blip r:embed="rId4"/>
              <a:stretch>
                <a:fillRect/>
              </a:stretch>
            </p:blipFill>
            <p:spPr>
              <a:xfrm>
                <a:off x="4479120" y="1556640"/>
                <a:ext cx="360000" cy="37332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6"/>
          <p:cNvSpPr txBox="1">
            <a:spLocks noGrp="1"/>
          </p:cNvSpPr>
          <p:nvPr>
            <p:ph type="body" idx="1"/>
          </p:nvPr>
        </p:nvSpPr>
        <p:spPr>
          <a:xfrm>
            <a:off x="304800" y="1493837"/>
            <a:ext cx="8229600" cy="4525962"/>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IN"/>
              <a:t>Evolution of product organizations</a:t>
            </a:r>
            <a:endParaRPr/>
          </a:p>
          <a:p>
            <a:pPr marL="571500" lvl="0" indent="-342900" algn="l" rtl="0">
              <a:lnSpc>
                <a:spcPct val="100000"/>
              </a:lnSpc>
              <a:spcBef>
                <a:spcPts val="480"/>
              </a:spcBef>
              <a:spcAft>
                <a:spcPts val="0"/>
              </a:spcAft>
              <a:buSzPts val="2400"/>
              <a:buFont typeface="Arial"/>
              <a:buChar char="•"/>
            </a:pPr>
            <a:r>
              <a:rPr lang="en-IN"/>
              <a:t>Why products fail? </a:t>
            </a:r>
            <a:endParaRPr/>
          </a:p>
          <a:p>
            <a:pPr marL="571500" lvl="0" indent="-342900" algn="l" rtl="0">
              <a:lnSpc>
                <a:spcPct val="100000"/>
              </a:lnSpc>
              <a:spcBef>
                <a:spcPts val="480"/>
              </a:spcBef>
              <a:spcAft>
                <a:spcPts val="0"/>
              </a:spcAft>
              <a:buSzPts val="2400"/>
              <a:buFont typeface="Arial"/>
              <a:buChar char="•"/>
            </a:pPr>
            <a:r>
              <a:rPr lang="en-IN"/>
              <a:t>What do best product teams do? </a:t>
            </a:r>
            <a:endParaRPr/>
          </a:p>
          <a:p>
            <a:pPr marL="571500" lvl="0" indent="-342900" algn="l" rtl="0">
              <a:lnSpc>
                <a:spcPct val="100000"/>
              </a:lnSpc>
              <a:spcBef>
                <a:spcPts val="480"/>
              </a:spcBef>
              <a:spcAft>
                <a:spcPts val="0"/>
              </a:spcAft>
              <a:buSzPts val="2400"/>
              <a:buFont typeface="Arial"/>
              <a:buChar char="•"/>
            </a:pPr>
            <a:r>
              <a:rPr lang="en-IN"/>
              <a:t>Product management: Relationship with rest of the company</a:t>
            </a:r>
            <a:endParaRPr/>
          </a:p>
          <a:p>
            <a:pPr marL="571500" lvl="0" indent="-342900" algn="l" rtl="0">
              <a:lnSpc>
                <a:spcPct val="100000"/>
              </a:lnSpc>
              <a:spcBef>
                <a:spcPts val="480"/>
              </a:spcBef>
              <a:spcAft>
                <a:spcPts val="0"/>
              </a:spcAft>
              <a:buSzPts val="2400"/>
              <a:buFont typeface="Arial"/>
              <a:buChar char="•"/>
            </a:pPr>
            <a:r>
              <a:rPr lang="en-IN"/>
              <a:t>Product Lifecycle</a:t>
            </a:r>
            <a:endParaRPr/>
          </a:p>
          <a:p>
            <a:pPr marL="571500" lvl="0" indent="-342900" algn="l" rtl="0">
              <a:lnSpc>
                <a:spcPct val="100000"/>
              </a:lnSpc>
              <a:spcBef>
                <a:spcPts val="480"/>
              </a:spcBef>
              <a:spcAft>
                <a:spcPts val="0"/>
              </a:spcAft>
              <a:buSzPts val="2400"/>
              <a:buFont typeface="Arial"/>
              <a:buChar char="•"/>
            </a:pPr>
            <a:r>
              <a:rPr lang="en-IN"/>
              <a:t>Technology adoption lifecycle</a:t>
            </a:r>
            <a:endParaRPr/>
          </a:p>
          <a:p>
            <a:pPr marL="571500" lvl="0" indent="-342900" algn="l" rtl="0">
              <a:lnSpc>
                <a:spcPct val="100000"/>
              </a:lnSpc>
              <a:spcBef>
                <a:spcPts val="480"/>
              </a:spcBef>
              <a:spcAft>
                <a:spcPts val="0"/>
              </a:spcAft>
              <a:buSzPts val="2400"/>
              <a:buFont typeface="Arial"/>
              <a:buChar char="•"/>
            </a:pPr>
            <a:r>
              <a:rPr lang="en-IN"/>
              <a:t>Journey of some product companies</a:t>
            </a:r>
            <a:endParaRPr/>
          </a:p>
          <a:p>
            <a:pPr marL="571500" lvl="0" indent="-342900" algn="l" rtl="0">
              <a:lnSpc>
                <a:spcPct val="100000"/>
              </a:lnSpc>
              <a:spcBef>
                <a:spcPts val="480"/>
              </a:spcBef>
              <a:spcAft>
                <a:spcPts val="0"/>
              </a:spcAft>
              <a:buSzPts val="2400"/>
              <a:buFont typeface="Arial"/>
              <a:buChar char="•"/>
            </a:pPr>
            <a:r>
              <a:rPr lang="en-IN"/>
              <a:t>Multi-faceted role of a Product manager</a:t>
            </a:r>
            <a:endParaRPr/>
          </a:p>
          <a:p>
            <a:pPr marL="355600" lvl="0" indent="-190500" algn="l" rtl="0">
              <a:lnSpc>
                <a:spcPct val="100000"/>
              </a:lnSpc>
              <a:spcBef>
                <a:spcPts val="480"/>
              </a:spcBef>
              <a:spcAft>
                <a:spcPts val="0"/>
              </a:spcAft>
              <a:buSzPts val="2400"/>
              <a:buFont typeface="Arial"/>
              <a:buNone/>
            </a:pPr>
            <a:endParaRPr/>
          </a:p>
        </p:txBody>
      </p:sp>
      <p:sp>
        <p:nvSpPr>
          <p:cNvPr id="51" name="Google Shape;51;p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70C0"/>
              </a:buClr>
              <a:buSzPts val="3600"/>
              <a:buFont typeface="Arial"/>
              <a:buNone/>
            </a:pPr>
            <a:r>
              <a:rPr lang="en-IN" b="1" i="0" u="none" strike="noStrike" cap="none">
                <a:solidFill>
                  <a:srgbClr val="0070C0"/>
                </a:solidFill>
                <a:latin typeface="Arial"/>
                <a:ea typeface="Arial"/>
                <a:cs typeface="Arial"/>
                <a:sym typeface="Arial"/>
              </a:rPr>
              <a:t>Contents</a:t>
            </a:r>
            <a:endParaRPr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A product organization goes through the following stages:</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71500" lvl="0" indent="-342900" algn="l" rtl="0">
              <a:lnSpc>
                <a:spcPct val="100000"/>
              </a:lnSpc>
              <a:spcBef>
                <a:spcPts val="480"/>
              </a:spcBef>
              <a:spcAft>
                <a:spcPts val="0"/>
              </a:spcAft>
              <a:buSzPts val="2400"/>
              <a:buFont typeface="Arial"/>
              <a:buChar char="•"/>
            </a:pPr>
            <a:r>
              <a:rPr lang="en-IN"/>
              <a:t>Startup</a:t>
            </a:r>
            <a:endParaRPr/>
          </a:p>
          <a:p>
            <a:pPr marL="571500" lvl="0" indent="-342900" algn="l" rtl="0">
              <a:lnSpc>
                <a:spcPct val="100000"/>
              </a:lnSpc>
              <a:spcBef>
                <a:spcPts val="480"/>
              </a:spcBef>
              <a:spcAft>
                <a:spcPts val="0"/>
              </a:spcAft>
              <a:buSzPts val="2400"/>
              <a:buFont typeface="Arial"/>
              <a:buChar char="•"/>
            </a:pPr>
            <a:r>
              <a:rPr lang="en-IN"/>
              <a:t>Growth stage</a:t>
            </a:r>
            <a:endParaRPr/>
          </a:p>
          <a:p>
            <a:pPr marL="571500" lvl="0" indent="-342900" algn="l" rtl="0">
              <a:lnSpc>
                <a:spcPct val="100000"/>
              </a:lnSpc>
              <a:spcBef>
                <a:spcPts val="480"/>
              </a:spcBef>
              <a:spcAft>
                <a:spcPts val="0"/>
              </a:spcAft>
              <a:buSzPts val="2400"/>
              <a:buFont typeface="Arial"/>
              <a:buChar char="•"/>
            </a:pPr>
            <a:r>
              <a:rPr lang="en-IN"/>
              <a:t>Enterprise</a:t>
            </a:r>
            <a:endParaRPr/>
          </a:p>
          <a:p>
            <a:pPr marL="571500" lvl="0" indent="-190500" algn="l" rtl="0">
              <a:lnSpc>
                <a:spcPct val="100000"/>
              </a:lnSpc>
              <a:spcBef>
                <a:spcPts val="480"/>
              </a:spcBef>
              <a:spcAft>
                <a:spcPts val="0"/>
              </a:spcAft>
              <a:buSzPts val="2400"/>
              <a:buFont typeface="Arial"/>
              <a:buNone/>
            </a:pPr>
            <a:endParaRPr/>
          </a:p>
          <a:p>
            <a:pPr marL="571500" lvl="0" indent="-190500" algn="l" rtl="0">
              <a:lnSpc>
                <a:spcPct val="100000"/>
              </a:lnSpc>
              <a:spcBef>
                <a:spcPts val="480"/>
              </a:spcBef>
              <a:spcAft>
                <a:spcPts val="0"/>
              </a:spcAft>
              <a:buSzPts val="2400"/>
              <a:buFont typeface="Arial"/>
              <a:buNone/>
            </a:pPr>
            <a:endParaRPr/>
          </a:p>
          <a:p>
            <a:pPr marL="228600" lvl="0" indent="0" algn="l" rtl="0">
              <a:lnSpc>
                <a:spcPct val="100000"/>
              </a:lnSpc>
              <a:spcBef>
                <a:spcPts val="480"/>
              </a:spcBef>
              <a:spcAft>
                <a:spcPts val="0"/>
              </a:spcAft>
              <a:buSzPts val="2400"/>
              <a:buNone/>
            </a:pPr>
            <a:r>
              <a:rPr lang="en-IN"/>
              <a:t>Let us see what are the characteristics of each stage…</a:t>
            </a:r>
            <a:endParaRPr/>
          </a:p>
        </p:txBody>
      </p:sp>
      <p:sp>
        <p:nvSpPr>
          <p:cNvPr id="57" name="Google Shape;57;p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Evolution of product organizations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IN" dirty="0"/>
              <a:t>Trying to achieve product-market fit, </a:t>
            </a:r>
            <a:endParaRPr dirty="0"/>
          </a:p>
          <a:p>
            <a:pPr marL="571500" lvl="0" indent="-342900" algn="l" rtl="0">
              <a:lnSpc>
                <a:spcPct val="100000"/>
              </a:lnSpc>
              <a:spcBef>
                <a:spcPts val="480"/>
              </a:spcBef>
              <a:spcAft>
                <a:spcPts val="0"/>
              </a:spcAft>
              <a:buSzPts val="2400"/>
              <a:buFont typeface="Arial"/>
              <a:buChar char="•"/>
            </a:pPr>
            <a:r>
              <a:rPr lang="en-IN" dirty="0"/>
              <a:t>Limited funding, </a:t>
            </a:r>
            <a:endParaRPr dirty="0"/>
          </a:p>
          <a:p>
            <a:pPr marL="571500" lvl="0" indent="-342900" algn="l" rtl="0">
              <a:lnSpc>
                <a:spcPct val="100000"/>
              </a:lnSpc>
              <a:spcBef>
                <a:spcPts val="480"/>
              </a:spcBef>
              <a:spcAft>
                <a:spcPts val="0"/>
              </a:spcAft>
              <a:buSzPts val="2400"/>
              <a:buFont typeface="Arial"/>
              <a:buChar char="•"/>
            </a:pPr>
            <a:r>
              <a:rPr lang="en-IN" dirty="0"/>
              <a:t>Learns quickly</a:t>
            </a:r>
            <a:endParaRPr dirty="0"/>
          </a:p>
          <a:p>
            <a:pPr marL="571500" lvl="0" indent="-342900" algn="l" rtl="0">
              <a:lnSpc>
                <a:spcPct val="100000"/>
              </a:lnSpc>
              <a:spcBef>
                <a:spcPts val="480"/>
              </a:spcBef>
              <a:spcAft>
                <a:spcPts val="0"/>
              </a:spcAft>
              <a:buSzPts val="2400"/>
              <a:buFont typeface="Arial"/>
              <a:buChar char="•"/>
            </a:pPr>
            <a:r>
              <a:rPr lang="en-IN" dirty="0"/>
              <a:t>Little bureaucracy, </a:t>
            </a:r>
            <a:endParaRPr dirty="0"/>
          </a:p>
          <a:p>
            <a:pPr marL="571500" lvl="0" indent="-342900" algn="l" rtl="0">
              <a:lnSpc>
                <a:spcPct val="100000"/>
              </a:lnSpc>
              <a:spcBef>
                <a:spcPts val="480"/>
              </a:spcBef>
              <a:spcAft>
                <a:spcPts val="0"/>
              </a:spcAft>
              <a:buSzPts val="2400"/>
              <a:buFont typeface="Arial"/>
              <a:buChar char="•"/>
            </a:pPr>
            <a:r>
              <a:rPr lang="en-IN" dirty="0"/>
              <a:t>Many fail, </a:t>
            </a:r>
            <a:endParaRPr dirty="0"/>
          </a:p>
          <a:p>
            <a:pPr marL="571500" lvl="0" indent="-342900" algn="l" rtl="0">
              <a:lnSpc>
                <a:spcPct val="100000"/>
              </a:lnSpc>
              <a:spcBef>
                <a:spcPts val="480"/>
              </a:spcBef>
              <a:spcAft>
                <a:spcPts val="0"/>
              </a:spcAft>
              <a:buSzPts val="2400"/>
              <a:buFont typeface="Arial"/>
              <a:buChar char="•"/>
            </a:pPr>
            <a:r>
              <a:rPr lang="en-IN" dirty="0"/>
              <a:t>Those that succeed are good at product discovery, </a:t>
            </a:r>
            <a:endParaRPr dirty="0"/>
          </a:p>
          <a:p>
            <a:pPr marL="571500" lvl="0" indent="-342900" algn="l" rtl="0">
              <a:lnSpc>
                <a:spcPct val="100000"/>
              </a:lnSpc>
              <a:spcBef>
                <a:spcPts val="480"/>
              </a:spcBef>
              <a:spcAft>
                <a:spcPts val="0"/>
              </a:spcAft>
              <a:buSzPts val="2400"/>
              <a:buFont typeface="Arial"/>
              <a:buChar char="•"/>
            </a:pPr>
            <a:r>
              <a:rPr lang="en-IN" dirty="0"/>
              <a:t>Risky but rewarding if things go well. </a:t>
            </a:r>
            <a:endParaRPr dirty="0"/>
          </a:p>
          <a:p>
            <a:pPr marL="457200" marR="0" lvl="0" indent="-228600" algn="l" rtl="0">
              <a:lnSpc>
                <a:spcPct val="100000"/>
              </a:lnSpc>
              <a:spcBef>
                <a:spcPts val="480"/>
              </a:spcBef>
              <a:spcAft>
                <a:spcPts val="0"/>
              </a:spcAft>
              <a:buClr>
                <a:srgbClr val="101141"/>
              </a:buClr>
              <a:buSzPts val="2400"/>
              <a:buFont typeface="Arial"/>
              <a:buNone/>
            </a:pPr>
            <a:endParaRPr dirty="0"/>
          </a:p>
          <a:p>
            <a:pPr marL="457200" marR="0" lvl="0" indent="-228600" algn="l" rtl="0">
              <a:lnSpc>
                <a:spcPct val="100000"/>
              </a:lnSpc>
              <a:spcBef>
                <a:spcPts val="480"/>
              </a:spcBef>
              <a:spcAft>
                <a:spcPts val="0"/>
              </a:spcAft>
              <a:buClr>
                <a:srgbClr val="101141"/>
              </a:buClr>
              <a:buSzPts val="2400"/>
              <a:buFont typeface="Arial"/>
              <a:buNone/>
            </a:pPr>
            <a:r>
              <a:rPr lang="en-IN" dirty="0">
                <a:solidFill>
                  <a:srgbClr val="0070C0"/>
                </a:solidFill>
              </a:rPr>
              <a:t>Examples: </a:t>
            </a:r>
            <a:r>
              <a:rPr lang="en-IN" dirty="0" err="1">
                <a:solidFill>
                  <a:srgbClr val="0070C0"/>
                </a:solidFill>
              </a:rPr>
              <a:t>WhiteHat</a:t>
            </a:r>
            <a:r>
              <a:rPr lang="en-IN" dirty="0">
                <a:solidFill>
                  <a:srgbClr val="0070C0"/>
                </a:solidFill>
              </a:rPr>
              <a:t> Jr, </a:t>
            </a:r>
            <a:r>
              <a:rPr lang="en-IN" dirty="0" err="1">
                <a:solidFill>
                  <a:srgbClr val="0070C0"/>
                </a:solidFill>
              </a:rPr>
              <a:t>Simpl</a:t>
            </a:r>
            <a:r>
              <a:rPr lang="en-IN" dirty="0">
                <a:solidFill>
                  <a:srgbClr val="0070C0"/>
                </a:solidFill>
              </a:rPr>
              <a:t> as failed startups</a:t>
            </a:r>
          </a:p>
          <a:p>
            <a:pPr marL="457200" marR="0" lvl="0" indent="-228600" algn="l" rtl="0">
              <a:lnSpc>
                <a:spcPct val="100000"/>
              </a:lnSpc>
              <a:spcBef>
                <a:spcPts val="480"/>
              </a:spcBef>
              <a:spcAft>
                <a:spcPts val="0"/>
              </a:spcAft>
              <a:buClr>
                <a:srgbClr val="101141"/>
              </a:buClr>
              <a:buSzPts val="2400"/>
              <a:buFont typeface="Arial"/>
              <a:buNone/>
            </a:pPr>
            <a:r>
              <a:rPr lang="en-IN" dirty="0">
                <a:solidFill>
                  <a:srgbClr val="0070C0"/>
                </a:solidFill>
              </a:rPr>
              <a:t>Many recent AI companies</a:t>
            </a:r>
            <a:endParaRPr dirty="0">
              <a:solidFill>
                <a:srgbClr val="0070C0"/>
              </a:solidFill>
            </a:endParaRPr>
          </a:p>
          <a:p>
            <a:pPr marL="457200" marR="0" lvl="0" indent="-228600" algn="l" rtl="0">
              <a:lnSpc>
                <a:spcPct val="100000"/>
              </a:lnSpc>
              <a:spcBef>
                <a:spcPts val="480"/>
              </a:spcBef>
              <a:spcAft>
                <a:spcPts val="0"/>
              </a:spcAft>
              <a:buClr>
                <a:srgbClr val="101141"/>
              </a:buClr>
              <a:buSzPts val="2400"/>
              <a:buFont typeface="Arial"/>
              <a:buNone/>
            </a:pPr>
            <a:endParaRPr dirty="0"/>
          </a:p>
        </p:txBody>
      </p:sp>
      <p:sp>
        <p:nvSpPr>
          <p:cNvPr id="63" name="Google Shape;63;p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Startup stage</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7671103-18C8-92A5-532C-27EF109778E2}"/>
                  </a:ext>
                </a:extLst>
              </p14:cNvPr>
              <p14:cNvContentPartPr/>
              <p14:nvPr/>
            </p14:nvContentPartPr>
            <p14:xfrm>
              <a:off x="457920" y="1077840"/>
              <a:ext cx="8183880" cy="4035600"/>
            </p14:xfrm>
          </p:contentPart>
        </mc:Choice>
        <mc:Fallback xmlns="">
          <p:pic>
            <p:nvPicPr>
              <p:cNvPr id="2" name="Ink 1">
                <a:extLst>
                  <a:ext uri="{FF2B5EF4-FFF2-40B4-BE49-F238E27FC236}">
                    <a16:creationId xmlns:a16="http://schemas.microsoft.com/office/drawing/2014/main" id="{37671103-18C8-92A5-532C-27EF109778E2}"/>
                  </a:ext>
                </a:extLst>
              </p:cNvPr>
              <p:cNvPicPr/>
              <p:nvPr/>
            </p:nvPicPr>
            <p:blipFill>
              <a:blip r:embed="rId4"/>
              <a:stretch>
                <a:fillRect/>
              </a:stretch>
            </p:blipFill>
            <p:spPr>
              <a:xfrm>
                <a:off x="441720" y="1061640"/>
                <a:ext cx="8216280" cy="40680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9"/>
          <p:cNvSpPr txBox="1">
            <a:spLocks noGrp="1"/>
          </p:cNvSpPr>
          <p:nvPr>
            <p:ph type="body" idx="2"/>
          </p:nvPr>
        </p:nvSpPr>
        <p:spPr>
          <a:xfrm>
            <a:off x="168319" y="152400"/>
            <a:ext cx="6751093"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sz="2800"/>
              <a:t>Product-Market fit concept</a:t>
            </a:r>
            <a:endParaRPr sz="2800"/>
          </a:p>
        </p:txBody>
      </p:sp>
      <p:pic>
        <p:nvPicPr>
          <p:cNvPr id="69" name="Google Shape;69;p9" descr="image"/>
          <p:cNvPicPr preferRelativeResize="0"/>
          <p:nvPr/>
        </p:nvPicPr>
        <p:blipFill rotWithShape="1">
          <a:blip r:embed="rId3">
            <a:alphaModFix/>
          </a:blip>
          <a:srcRect/>
          <a:stretch/>
        </p:blipFill>
        <p:spPr>
          <a:xfrm>
            <a:off x="955343" y="1787854"/>
            <a:ext cx="6796586" cy="4408227"/>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F59A3B8-336A-C628-8FBF-E15A04AE89C9}"/>
                  </a:ext>
                </a:extLst>
              </p14:cNvPr>
              <p14:cNvContentPartPr/>
              <p14:nvPr/>
            </p14:nvContentPartPr>
            <p14:xfrm>
              <a:off x="4056480" y="1523880"/>
              <a:ext cx="4818240" cy="3654000"/>
            </p14:xfrm>
          </p:contentPart>
        </mc:Choice>
        <mc:Fallback xmlns="">
          <p:pic>
            <p:nvPicPr>
              <p:cNvPr id="2" name="Ink 1">
                <a:extLst>
                  <a:ext uri="{FF2B5EF4-FFF2-40B4-BE49-F238E27FC236}">
                    <a16:creationId xmlns:a16="http://schemas.microsoft.com/office/drawing/2014/main" id="{DF59A3B8-336A-C628-8FBF-E15A04AE89C9}"/>
                  </a:ext>
                </a:extLst>
              </p:cNvPr>
              <p:cNvPicPr/>
              <p:nvPr/>
            </p:nvPicPr>
            <p:blipFill>
              <a:blip r:embed="rId5"/>
              <a:stretch>
                <a:fillRect/>
              </a:stretch>
            </p:blipFill>
            <p:spPr>
              <a:xfrm>
                <a:off x="4040280" y="1507680"/>
                <a:ext cx="4850640" cy="3686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6F2E8C17-694E-2120-BEE0-CA80044D0AC6}"/>
                  </a:ext>
                </a:extLst>
              </p14:cNvPr>
              <p14:cNvContentPartPr/>
              <p14:nvPr/>
            </p14:nvContentPartPr>
            <p14:xfrm>
              <a:off x="2786040" y="4311000"/>
              <a:ext cx="771480" cy="230760"/>
            </p14:xfrm>
          </p:contentPart>
        </mc:Choice>
        <mc:Fallback xmlns="">
          <p:pic>
            <p:nvPicPr>
              <p:cNvPr id="3" name="Ink 2">
                <a:extLst>
                  <a:ext uri="{FF2B5EF4-FFF2-40B4-BE49-F238E27FC236}">
                    <a16:creationId xmlns:a16="http://schemas.microsoft.com/office/drawing/2014/main" id="{6F2E8C17-694E-2120-BEE0-CA80044D0AC6}"/>
                  </a:ext>
                </a:extLst>
              </p:cNvPr>
              <p:cNvPicPr/>
              <p:nvPr/>
            </p:nvPicPr>
            <p:blipFill>
              <a:blip r:embed="rId7"/>
              <a:stretch>
                <a:fillRect/>
              </a:stretch>
            </p:blipFill>
            <p:spPr>
              <a:xfrm>
                <a:off x="2769840" y="4294800"/>
                <a:ext cx="803880" cy="26316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0"/>
          <p:cNvSpPr txBox="1">
            <a:spLocks noGrp="1"/>
          </p:cNvSpPr>
          <p:nvPr>
            <p:ph type="body" idx="1"/>
          </p:nvPr>
        </p:nvSpPr>
        <p:spPr>
          <a:xfrm>
            <a:off x="304800" y="1493837"/>
            <a:ext cx="7895771"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sz="1800" b="1" dirty="0" err="1"/>
              <a:t>WhiteHat</a:t>
            </a:r>
            <a:r>
              <a:rPr lang="en-IN" sz="1800" b="1" dirty="0"/>
              <a:t> Jr </a:t>
            </a:r>
            <a:endParaRPr sz="1800" dirty="0"/>
          </a:p>
          <a:p>
            <a:pPr marL="571500" lvl="0" indent="-342900" algn="l" rtl="0">
              <a:lnSpc>
                <a:spcPct val="100000"/>
              </a:lnSpc>
              <a:spcBef>
                <a:spcPts val="480"/>
              </a:spcBef>
              <a:spcAft>
                <a:spcPts val="0"/>
              </a:spcAft>
              <a:buSzPts val="2400"/>
              <a:buFont typeface="Arial"/>
              <a:buChar char="•"/>
            </a:pPr>
            <a:r>
              <a:rPr lang="en-IN" sz="1800" dirty="0"/>
              <a:t>Founded in 2018</a:t>
            </a:r>
            <a:endParaRPr dirty="0"/>
          </a:p>
          <a:p>
            <a:pPr marL="571500" lvl="0" indent="-342900" algn="l" rtl="0">
              <a:lnSpc>
                <a:spcPct val="100000"/>
              </a:lnSpc>
              <a:spcBef>
                <a:spcPts val="480"/>
              </a:spcBef>
              <a:spcAft>
                <a:spcPts val="0"/>
              </a:spcAft>
              <a:buSzPts val="2400"/>
              <a:buFont typeface="Arial"/>
              <a:buChar char="•"/>
            </a:pPr>
            <a:r>
              <a:rPr lang="en-IN" sz="1800" dirty="0"/>
              <a:t>Offers coding &amp; AI courses to children aged 6 to 14 years. </a:t>
            </a:r>
            <a:endParaRPr sz="1800" dirty="0"/>
          </a:p>
          <a:p>
            <a:pPr marL="571500" lvl="0" indent="-342900" algn="l" rtl="0">
              <a:lnSpc>
                <a:spcPct val="100000"/>
              </a:lnSpc>
              <a:spcBef>
                <a:spcPts val="480"/>
              </a:spcBef>
              <a:spcAft>
                <a:spcPts val="0"/>
              </a:spcAft>
              <a:buSzPts val="2400"/>
              <a:buFont typeface="Arial"/>
              <a:buChar char="•"/>
            </a:pPr>
            <a:r>
              <a:rPr lang="en-IN" sz="1800" dirty="0"/>
              <a:t>Aims to empower children to become creators</a:t>
            </a:r>
            <a:endParaRPr sz="1800" dirty="0"/>
          </a:p>
          <a:p>
            <a:pPr marL="571500" lvl="0" indent="-342900" algn="l" rtl="0">
              <a:lnSpc>
                <a:spcPct val="100000"/>
              </a:lnSpc>
              <a:spcBef>
                <a:spcPts val="480"/>
              </a:spcBef>
              <a:spcAft>
                <a:spcPts val="0"/>
              </a:spcAft>
              <a:buSzPts val="2400"/>
              <a:buFont typeface="Arial"/>
              <a:buChar char="•"/>
            </a:pPr>
            <a:r>
              <a:rPr lang="en-IN" sz="1800" dirty="0"/>
              <a:t>BYJU‘s acquired it for $300 million</a:t>
            </a:r>
          </a:p>
          <a:p>
            <a:pPr marL="571500" lvl="0" indent="-342900" algn="l" rtl="0">
              <a:lnSpc>
                <a:spcPct val="100000"/>
              </a:lnSpc>
              <a:spcBef>
                <a:spcPts val="480"/>
              </a:spcBef>
              <a:spcAft>
                <a:spcPts val="0"/>
              </a:spcAft>
              <a:buSzPts val="2400"/>
              <a:buFont typeface="Arial"/>
              <a:buChar char="•"/>
            </a:pPr>
            <a:r>
              <a:rPr lang="en-IN" dirty="0"/>
              <a:t>It is now winding down</a:t>
            </a:r>
            <a:endParaRPr dirty="0"/>
          </a:p>
          <a:p>
            <a:pPr marL="571500" lvl="0" indent="-190500" algn="l" rtl="0">
              <a:lnSpc>
                <a:spcPct val="100000"/>
              </a:lnSpc>
              <a:spcBef>
                <a:spcPts val="480"/>
              </a:spcBef>
              <a:spcAft>
                <a:spcPts val="0"/>
              </a:spcAft>
              <a:buSzPts val="2400"/>
              <a:buFont typeface="Arial"/>
              <a:buNone/>
            </a:pPr>
            <a:endParaRPr sz="1800" dirty="0"/>
          </a:p>
          <a:p>
            <a:pPr marL="457200" marR="0" lvl="0" indent="-228600" algn="l" rtl="0">
              <a:lnSpc>
                <a:spcPct val="100000"/>
              </a:lnSpc>
              <a:spcBef>
                <a:spcPts val="480"/>
              </a:spcBef>
              <a:spcAft>
                <a:spcPts val="0"/>
              </a:spcAft>
              <a:buClr>
                <a:srgbClr val="101141"/>
              </a:buClr>
              <a:buSzPts val="2400"/>
              <a:buFont typeface="Arial"/>
              <a:buNone/>
            </a:pPr>
            <a:r>
              <a:rPr lang="en-IN" sz="1800" b="1" dirty="0" err="1"/>
              <a:t>Simpl</a:t>
            </a:r>
            <a:r>
              <a:rPr lang="en-IN" sz="1800" b="1" dirty="0"/>
              <a:t> </a:t>
            </a:r>
            <a:endParaRPr sz="1800" dirty="0"/>
          </a:p>
          <a:p>
            <a:pPr marL="571500" lvl="0" indent="-342900" algn="l" rtl="0">
              <a:lnSpc>
                <a:spcPct val="100000"/>
              </a:lnSpc>
              <a:spcBef>
                <a:spcPts val="480"/>
              </a:spcBef>
              <a:spcAft>
                <a:spcPts val="0"/>
              </a:spcAft>
              <a:buSzPts val="2400"/>
              <a:buFont typeface="Arial"/>
              <a:buChar char="•"/>
            </a:pPr>
            <a:r>
              <a:rPr lang="en-IN" sz="1800" dirty="0"/>
              <a:t>Started 2016</a:t>
            </a:r>
            <a:endParaRPr dirty="0"/>
          </a:p>
          <a:p>
            <a:pPr marL="571500" lvl="0" indent="-342900" algn="l" rtl="0">
              <a:lnSpc>
                <a:spcPct val="100000"/>
              </a:lnSpc>
              <a:spcBef>
                <a:spcPts val="480"/>
              </a:spcBef>
              <a:spcAft>
                <a:spcPts val="0"/>
              </a:spcAft>
              <a:buSzPts val="2400"/>
              <a:buFont typeface="Arial"/>
              <a:buChar char="•"/>
            </a:pPr>
            <a:r>
              <a:rPr lang="en-IN" sz="1800" dirty="0"/>
              <a:t>Online payment method that allows a consumer to buy now and pay later</a:t>
            </a:r>
            <a:endParaRPr dirty="0"/>
          </a:p>
          <a:p>
            <a:pPr marL="571500" lvl="0" indent="-342900" algn="l" rtl="0">
              <a:lnSpc>
                <a:spcPct val="100000"/>
              </a:lnSpc>
              <a:spcBef>
                <a:spcPts val="480"/>
              </a:spcBef>
              <a:spcAft>
                <a:spcPts val="0"/>
              </a:spcAft>
              <a:buSzPts val="2400"/>
              <a:buFont typeface="Arial"/>
              <a:buChar char="•"/>
            </a:pPr>
            <a:r>
              <a:rPr lang="en-IN" sz="1800" dirty="0"/>
              <a:t>Digitalizing the old </a:t>
            </a:r>
            <a:r>
              <a:rPr lang="en-IN" sz="1800" dirty="0" err="1"/>
              <a:t>Khata</a:t>
            </a:r>
            <a:r>
              <a:rPr lang="en-IN" sz="1800" dirty="0"/>
              <a:t> system of payment to grocer, milkman, etc.</a:t>
            </a:r>
            <a:endParaRPr dirty="0"/>
          </a:p>
          <a:p>
            <a:pPr marL="571500" lvl="0" indent="-342900" algn="l" rtl="0">
              <a:lnSpc>
                <a:spcPct val="100000"/>
              </a:lnSpc>
              <a:spcBef>
                <a:spcPts val="480"/>
              </a:spcBef>
              <a:spcAft>
                <a:spcPts val="0"/>
              </a:spcAft>
              <a:buSzPts val="2400"/>
              <a:buFont typeface="Arial"/>
              <a:buChar char="•"/>
            </a:pPr>
            <a:r>
              <a:rPr lang="en-IN" sz="1800" dirty="0" err="1"/>
              <a:t>Simpl</a:t>
            </a:r>
            <a:r>
              <a:rPr lang="en-IN" sz="1800" dirty="0"/>
              <a:t> under-writes customer payments based on machine learning</a:t>
            </a:r>
            <a:endParaRPr dirty="0"/>
          </a:p>
          <a:p>
            <a:pPr marL="571500" lvl="0" indent="-342900" algn="l" rtl="0">
              <a:lnSpc>
                <a:spcPct val="100000"/>
              </a:lnSpc>
              <a:spcBef>
                <a:spcPts val="480"/>
              </a:spcBef>
              <a:spcAft>
                <a:spcPts val="0"/>
              </a:spcAft>
              <a:buSzPts val="2400"/>
              <a:buFont typeface="Arial"/>
              <a:buChar char="•"/>
            </a:pPr>
            <a:r>
              <a:rPr lang="en-IN" sz="1800" dirty="0"/>
              <a:t>USP: Transparent financial services and single click payment</a:t>
            </a:r>
          </a:p>
          <a:p>
            <a:pPr marL="571500" lvl="0" indent="-342900" algn="l" rtl="0">
              <a:lnSpc>
                <a:spcPct val="100000"/>
              </a:lnSpc>
              <a:spcBef>
                <a:spcPts val="480"/>
              </a:spcBef>
              <a:spcAft>
                <a:spcPts val="0"/>
              </a:spcAft>
              <a:buSzPts val="2400"/>
              <a:buFont typeface="Arial"/>
              <a:buChar char="•"/>
            </a:pPr>
            <a:r>
              <a:rPr lang="en-IN" dirty="0"/>
              <a:t>Currently non-operational due to RBI directive</a:t>
            </a:r>
            <a:endParaRPr dirty="0"/>
          </a:p>
          <a:p>
            <a:pPr marL="228600" lvl="0" indent="0" algn="l" rtl="0">
              <a:lnSpc>
                <a:spcPct val="100000"/>
              </a:lnSpc>
              <a:spcBef>
                <a:spcPts val="480"/>
              </a:spcBef>
              <a:spcAft>
                <a:spcPts val="0"/>
              </a:spcAft>
              <a:buSzPts val="2400"/>
              <a:buNone/>
            </a:pPr>
            <a:endParaRPr sz="1800" dirty="0"/>
          </a:p>
          <a:p>
            <a:pPr marL="457200" marR="0" lvl="0" indent="-228600" algn="l" rtl="0">
              <a:lnSpc>
                <a:spcPct val="100000"/>
              </a:lnSpc>
              <a:spcBef>
                <a:spcPts val="480"/>
              </a:spcBef>
              <a:spcAft>
                <a:spcPts val="0"/>
              </a:spcAft>
              <a:buClr>
                <a:srgbClr val="101141"/>
              </a:buClr>
              <a:buSzPts val="2400"/>
              <a:buFont typeface="Arial"/>
              <a:buNone/>
            </a:pPr>
            <a:endParaRPr sz="1800" dirty="0"/>
          </a:p>
        </p:txBody>
      </p:sp>
      <p:sp>
        <p:nvSpPr>
          <p:cNvPr id="75" name="Google Shape;75;p1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Startup stage examples</a:t>
            </a:r>
            <a:endParaRPr/>
          </a:p>
        </p:txBody>
      </p:sp>
      <p:pic>
        <p:nvPicPr>
          <p:cNvPr id="76" name="Google Shape;76;p10"/>
          <p:cNvPicPr preferRelativeResize="0"/>
          <p:nvPr/>
        </p:nvPicPr>
        <p:blipFill rotWithShape="1">
          <a:blip r:embed="rId3">
            <a:alphaModFix/>
          </a:blip>
          <a:srcRect/>
          <a:stretch/>
        </p:blipFill>
        <p:spPr>
          <a:xfrm>
            <a:off x="7649986" y="1967263"/>
            <a:ext cx="1240394" cy="1240394"/>
          </a:xfrm>
          <a:prstGeom prst="rect">
            <a:avLst/>
          </a:prstGeom>
          <a:noFill/>
          <a:ln>
            <a:noFill/>
          </a:ln>
        </p:spPr>
      </p:pic>
      <p:pic>
        <p:nvPicPr>
          <p:cNvPr id="77" name="Google Shape;77;p10"/>
          <p:cNvPicPr preferRelativeResize="0"/>
          <p:nvPr/>
        </p:nvPicPr>
        <p:blipFill rotWithShape="1">
          <a:blip r:embed="rId4">
            <a:alphaModFix/>
          </a:blip>
          <a:srcRect/>
          <a:stretch/>
        </p:blipFill>
        <p:spPr>
          <a:xfrm>
            <a:off x="7815940" y="4390570"/>
            <a:ext cx="1284516" cy="128451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B709E2DF-5496-7AD4-D6AC-CE7096A85C4A}"/>
                  </a:ext>
                </a:extLst>
              </p14:cNvPr>
              <p14:cNvContentPartPr/>
              <p14:nvPr/>
            </p14:nvContentPartPr>
            <p14:xfrm>
              <a:off x="880200" y="4320360"/>
              <a:ext cx="4958280" cy="2362680"/>
            </p14:xfrm>
          </p:contentPart>
        </mc:Choice>
        <mc:Fallback xmlns="">
          <p:pic>
            <p:nvPicPr>
              <p:cNvPr id="2" name="Ink 1">
                <a:extLst>
                  <a:ext uri="{FF2B5EF4-FFF2-40B4-BE49-F238E27FC236}">
                    <a16:creationId xmlns:a16="http://schemas.microsoft.com/office/drawing/2014/main" id="{B709E2DF-5496-7AD4-D6AC-CE7096A85C4A}"/>
                  </a:ext>
                </a:extLst>
              </p:cNvPr>
              <p:cNvPicPr/>
              <p:nvPr/>
            </p:nvPicPr>
            <p:blipFill>
              <a:blip r:embed="rId6"/>
              <a:stretch>
                <a:fillRect/>
              </a:stretch>
            </p:blipFill>
            <p:spPr>
              <a:xfrm>
                <a:off x="864000" y="4311000"/>
                <a:ext cx="4990680" cy="23882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4">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1"/>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IN" dirty="0"/>
              <a:t>Scale up – more customers</a:t>
            </a:r>
            <a:endParaRPr dirty="0"/>
          </a:p>
          <a:p>
            <a:pPr marL="571500" lvl="0" indent="-342900" algn="l" rtl="0">
              <a:lnSpc>
                <a:spcPct val="100000"/>
              </a:lnSpc>
              <a:spcBef>
                <a:spcPts val="480"/>
              </a:spcBef>
              <a:spcAft>
                <a:spcPts val="0"/>
              </a:spcAft>
              <a:buSzPts val="2400"/>
              <a:buFont typeface="Arial"/>
              <a:buChar char="•"/>
            </a:pPr>
            <a:r>
              <a:rPr lang="en-IN" dirty="0"/>
              <a:t>Replicate earlier successes with new, adjacent products and services – MakeMyTrip flight, train, hotel</a:t>
            </a:r>
            <a:endParaRPr dirty="0"/>
          </a:p>
          <a:p>
            <a:pPr marL="571500" lvl="0" indent="-342900" algn="l" rtl="0">
              <a:lnSpc>
                <a:spcPct val="100000"/>
              </a:lnSpc>
              <a:spcBef>
                <a:spcPts val="480"/>
              </a:spcBef>
              <a:spcAft>
                <a:spcPts val="0"/>
              </a:spcAft>
              <a:buSzPts val="2400"/>
              <a:buFont typeface="Arial"/>
              <a:buChar char="•"/>
            </a:pPr>
            <a:r>
              <a:rPr lang="en-IN" dirty="0"/>
              <a:t>Technology infrastructure is stretched (Netflix during the growth stage) </a:t>
            </a:r>
            <a:endParaRPr dirty="0"/>
          </a:p>
          <a:p>
            <a:pPr marL="571500" lvl="0" indent="-342900" algn="l" rtl="0">
              <a:lnSpc>
                <a:spcPct val="100000"/>
              </a:lnSpc>
              <a:spcBef>
                <a:spcPts val="480"/>
              </a:spcBef>
              <a:spcAft>
                <a:spcPts val="0"/>
              </a:spcAft>
              <a:buSzPts val="2400"/>
              <a:buFont typeface="Arial"/>
              <a:buChar char="•"/>
            </a:pPr>
            <a:r>
              <a:rPr lang="en-IN" dirty="0"/>
              <a:t>There is technical debt (Amazon monolithic to microservices) </a:t>
            </a:r>
            <a:endParaRPr dirty="0"/>
          </a:p>
          <a:p>
            <a:pPr marL="571500" lvl="0" indent="-342900" algn="l" rtl="0">
              <a:lnSpc>
                <a:spcPct val="100000"/>
              </a:lnSpc>
              <a:spcBef>
                <a:spcPts val="480"/>
              </a:spcBef>
              <a:spcAft>
                <a:spcPts val="0"/>
              </a:spcAft>
              <a:buSzPts val="2400"/>
              <a:buFont typeface="Arial"/>
              <a:buChar char="•"/>
            </a:pPr>
            <a:r>
              <a:rPr lang="en-IN" dirty="0"/>
              <a:t>Goes for IPO or gets sold  (MakeMyTrip IPO, WhatsApp sold to Facebook)</a:t>
            </a:r>
            <a:endParaRPr dirty="0"/>
          </a:p>
          <a:p>
            <a:pPr marL="571500" lvl="0" indent="-190500" algn="l" rtl="0">
              <a:lnSpc>
                <a:spcPct val="100000"/>
              </a:lnSpc>
              <a:spcBef>
                <a:spcPts val="480"/>
              </a:spcBef>
              <a:spcAft>
                <a:spcPts val="0"/>
              </a:spcAft>
              <a:buSzPts val="2400"/>
              <a:buFont typeface="Arial"/>
              <a:buNone/>
            </a:pPr>
            <a:endParaRPr dirty="0"/>
          </a:p>
          <a:p>
            <a:pPr marL="571500" lvl="0" indent="-342900" algn="l" rtl="0">
              <a:lnSpc>
                <a:spcPct val="100000"/>
              </a:lnSpc>
              <a:spcBef>
                <a:spcPts val="480"/>
              </a:spcBef>
              <a:spcAft>
                <a:spcPts val="0"/>
              </a:spcAft>
              <a:buSzPts val="2400"/>
              <a:buFont typeface="Arial"/>
              <a:buChar char="•"/>
            </a:pPr>
            <a:r>
              <a:rPr lang="en-IN" dirty="0">
                <a:solidFill>
                  <a:srgbClr val="0070C0"/>
                </a:solidFill>
              </a:rPr>
              <a:t>Examples: Bounce (2016), Postman (2014), </a:t>
            </a:r>
            <a:r>
              <a:rPr lang="en-IN" dirty="0" err="1">
                <a:solidFill>
                  <a:srgbClr val="0070C0"/>
                </a:solidFill>
              </a:rPr>
              <a:t>KissFlow</a:t>
            </a:r>
            <a:r>
              <a:rPr lang="en-IN" dirty="0">
                <a:solidFill>
                  <a:srgbClr val="0070C0"/>
                </a:solidFill>
              </a:rPr>
              <a:t> (2013). </a:t>
            </a:r>
            <a:endParaRPr dirty="0"/>
          </a:p>
        </p:txBody>
      </p:sp>
      <p:sp>
        <p:nvSpPr>
          <p:cNvPr id="83" name="Google Shape;83;p1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Growth stage</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BAF8F92-5F73-4635-F2C0-F3734654B184}"/>
                  </a:ext>
                </a:extLst>
              </p14:cNvPr>
              <p14:cNvContentPartPr/>
              <p14:nvPr/>
            </p14:nvContentPartPr>
            <p14:xfrm>
              <a:off x="2117520" y="2224800"/>
              <a:ext cx="4294440" cy="2311920"/>
            </p14:xfrm>
          </p:contentPart>
        </mc:Choice>
        <mc:Fallback xmlns="">
          <p:pic>
            <p:nvPicPr>
              <p:cNvPr id="2" name="Ink 1">
                <a:extLst>
                  <a:ext uri="{FF2B5EF4-FFF2-40B4-BE49-F238E27FC236}">
                    <a16:creationId xmlns:a16="http://schemas.microsoft.com/office/drawing/2014/main" id="{2BAF8F92-5F73-4635-F2C0-F3734654B184}"/>
                  </a:ext>
                </a:extLst>
              </p:cNvPr>
              <p:cNvPicPr/>
              <p:nvPr/>
            </p:nvPicPr>
            <p:blipFill>
              <a:blip r:embed="rId4"/>
              <a:stretch>
                <a:fillRect/>
              </a:stretch>
            </p:blipFill>
            <p:spPr>
              <a:xfrm>
                <a:off x="2101320" y="2208600"/>
                <a:ext cx="4326840" cy="23443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b="1" dirty="0" err="1"/>
              <a:t>Kissflow</a:t>
            </a:r>
            <a:endParaRPr b="1" dirty="0"/>
          </a:p>
          <a:p>
            <a:pPr marL="571500" lvl="0" indent="-342900" algn="l" rtl="0">
              <a:lnSpc>
                <a:spcPct val="100000"/>
              </a:lnSpc>
              <a:spcBef>
                <a:spcPts val="480"/>
              </a:spcBef>
              <a:spcAft>
                <a:spcPts val="0"/>
              </a:spcAft>
              <a:buSzPts val="2400"/>
              <a:buFont typeface="Arial"/>
              <a:buChar char="•"/>
            </a:pPr>
            <a:r>
              <a:rPr lang="en-IN" dirty="0"/>
              <a:t>Business Process management software</a:t>
            </a:r>
            <a:endParaRPr dirty="0"/>
          </a:p>
          <a:p>
            <a:pPr marL="571500" lvl="0" indent="-342900" algn="l" rtl="0">
              <a:lnSpc>
                <a:spcPct val="100000"/>
              </a:lnSpc>
              <a:spcBef>
                <a:spcPts val="480"/>
              </a:spcBef>
              <a:spcAft>
                <a:spcPts val="0"/>
              </a:spcAft>
              <a:buSzPts val="2400"/>
              <a:buFont typeface="Arial"/>
              <a:buChar char="•"/>
            </a:pPr>
            <a:r>
              <a:rPr lang="en-IN" dirty="0"/>
              <a:t>Self-service setup / configuration</a:t>
            </a:r>
            <a:endParaRPr dirty="0"/>
          </a:p>
          <a:p>
            <a:pPr marL="571500" lvl="0" indent="-342900" algn="l" rtl="0">
              <a:lnSpc>
                <a:spcPct val="100000"/>
              </a:lnSpc>
              <a:spcBef>
                <a:spcPts val="480"/>
              </a:spcBef>
              <a:spcAft>
                <a:spcPts val="0"/>
              </a:spcAft>
              <a:buSzPts val="2400"/>
              <a:buFont typeface="Arial"/>
              <a:buChar char="•"/>
            </a:pPr>
            <a:r>
              <a:rPr lang="en-IN" dirty="0"/>
              <a:t>50 process templates to choose from – employee on-boarding, travel reimbursement</a:t>
            </a:r>
            <a:endParaRPr dirty="0"/>
          </a:p>
          <a:p>
            <a:pPr marL="571500" lvl="0" indent="-342900" algn="l" rtl="0">
              <a:lnSpc>
                <a:spcPct val="100000"/>
              </a:lnSpc>
              <a:spcBef>
                <a:spcPts val="480"/>
              </a:spcBef>
              <a:spcAft>
                <a:spcPts val="0"/>
              </a:spcAft>
              <a:buSzPts val="2400"/>
              <a:buFont typeface="Arial"/>
              <a:buChar char="•"/>
            </a:pPr>
            <a:r>
              <a:rPr lang="en-IN" dirty="0"/>
              <a:t>Strong after sales support</a:t>
            </a:r>
            <a:endParaRPr dirty="0"/>
          </a:p>
          <a:p>
            <a:pPr marL="571500" lvl="0" indent="-342900" algn="l" rtl="0">
              <a:lnSpc>
                <a:spcPct val="100000"/>
              </a:lnSpc>
              <a:spcBef>
                <a:spcPts val="480"/>
              </a:spcBef>
              <a:spcAft>
                <a:spcPts val="0"/>
              </a:spcAft>
              <a:buSzPts val="2400"/>
              <a:buFont typeface="Arial"/>
              <a:buChar char="•"/>
            </a:pPr>
            <a:r>
              <a:rPr lang="en-IN" dirty="0"/>
              <a:t>Product led growth - leading to pull rather than push</a:t>
            </a:r>
            <a:endParaRPr dirty="0"/>
          </a:p>
          <a:p>
            <a:pPr marL="571500" lvl="0" indent="-342900" algn="l" rtl="0">
              <a:lnSpc>
                <a:spcPct val="100000"/>
              </a:lnSpc>
              <a:spcBef>
                <a:spcPts val="480"/>
              </a:spcBef>
              <a:spcAft>
                <a:spcPts val="0"/>
              </a:spcAft>
              <a:buSzPts val="2400"/>
              <a:buFont typeface="Arial"/>
              <a:buChar char="•"/>
            </a:pPr>
            <a:r>
              <a:rPr lang="en-IN" dirty="0"/>
              <a:t>10,000-plus clients, including biggies like Airbus, Danone, Michelin and Pepsi</a:t>
            </a:r>
            <a:endParaRPr dirty="0"/>
          </a:p>
          <a:p>
            <a:pPr marL="571500" lvl="0" indent="-342900" algn="l" rtl="0">
              <a:lnSpc>
                <a:spcPct val="100000"/>
              </a:lnSpc>
              <a:spcBef>
                <a:spcPts val="480"/>
              </a:spcBef>
              <a:spcAft>
                <a:spcPts val="0"/>
              </a:spcAft>
              <a:buSzPts val="2400"/>
              <a:buFont typeface="Arial"/>
              <a:buChar char="•"/>
            </a:pPr>
            <a:r>
              <a:rPr lang="en-IN" dirty="0"/>
              <a:t>Competitors - </a:t>
            </a:r>
            <a:r>
              <a:rPr lang="en-IN" dirty="0" err="1"/>
              <a:t>Pega</a:t>
            </a:r>
            <a:r>
              <a:rPr lang="en-IN" dirty="0"/>
              <a:t>, Appian, </a:t>
            </a:r>
            <a:r>
              <a:rPr lang="en-IN" dirty="0" err="1"/>
              <a:t>Outsystems</a:t>
            </a:r>
            <a:endParaRPr dirty="0"/>
          </a:p>
          <a:p>
            <a:pPr marL="571500" lvl="0" indent="-342900" algn="l" rtl="0">
              <a:lnSpc>
                <a:spcPct val="100000"/>
              </a:lnSpc>
              <a:spcBef>
                <a:spcPts val="480"/>
              </a:spcBef>
              <a:spcAft>
                <a:spcPts val="0"/>
              </a:spcAft>
              <a:buSzPts val="2400"/>
              <a:buFont typeface="Arial"/>
              <a:buChar char="•"/>
            </a:pPr>
            <a:r>
              <a:rPr lang="en-IN" dirty="0"/>
              <a:t>500+ employees</a:t>
            </a:r>
            <a:endParaRPr dirty="0"/>
          </a:p>
          <a:p>
            <a:pPr marL="571500" lvl="0" indent="-190500" algn="l" rtl="0">
              <a:lnSpc>
                <a:spcPct val="100000"/>
              </a:lnSpc>
              <a:spcBef>
                <a:spcPts val="480"/>
              </a:spcBef>
              <a:spcAft>
                <a:spcPts val="0"/>
              </a:spcAft>
              <a:buSzPts val="2400"/>
              <a:buFont typeface="Arial"/>
              <a:buNone/>
            </a:pPr>
            <a:endParaRPr dirty="0"/>
          </a:p>
        </p:txBody>
      </p:sp>
      <p:sp>
        <p:nvSpPr>
          <p:cNvPr id="89" name="Google Shape;89;p1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Growth stage example</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E4B0352-E3DC-465C-49D3-5B9C990FB55D}"/>
                  </a:ext>
                </a:extLst>
              </p14:cNvPr>
              <p14:cNvContentPartPr/>
              <p14:nvPr/>
            </p14:nvContentPartPr>
            <p14:xfrm>
              <a:off x="894600" y="665640"/>
              <a:ext cx="8249400" cy="5931360"/>
            </p14:xfrm>
          </p:contentPart>
        </mc:Choice>
        <mc:Fallback xmlns="">
          <p:pic>
            <p:nvPicPr>
              <p:cNvPr id="2" name="Ink 1">
                <a:extLst>
                  <a:ext uri="{FF2B5EF4-FFF2-40B4-BE49-F238E27FC236}">
                    <a16:creationId xmlns:a16="http://schemas.microsoft.com/office/drawing/2014/main" id="{1E4B0352-E3DC-465C-49D3-5B9C990FB55D}"/>
                  </a:ext>
                </a:extLst>
              </p:cNvPr>
              <p:cNvPicPr/>
              <p:nvPr/>
            </p:nvPicPr>
            <p:blipFill>
              <a:blip r:embed="rId4"/>
              <a:stretch>
                <a:fillRect/>
              </a:stretch>
            </p:blipFill>
            <p:spPr>
              <a:xfrm>
                <a:off x="878400" y="649440"/>
                <a:ext cx="8281800" cy="59637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3"/>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IN" dirty="0"/>
              <a:t>Focus is on consistent product innovation, stay ahead</a:t>
            </a:r>
            <a:endParaRPr dirty="0"/>
          </a:p>
          <a:p>
            <a:pPr marL="571500" lvl="0" indent="-342900" algn="l" rtl="0">
              <a:lnSpc>
                <a:spcPct val="100000"/>
              </a:lnSpc>
              <a:spcBef>
                <a:spcPts val="480"/>
              </a:spcBef>
              <a:spcAft>
                <a:spcPts val="0"/>
              </a:spcAft>
              <a:buSzPts val="2400"/>
              <a:buFont typeface="Arial"/>
              <a:buChar char="•"/>
            </a:pPr>
            <a:r>
              <a:rPr lang="en-IN" dirty="0"/>
              <a:t>But many companies are satisfied with leveraging the value created and brand created, leading to slow death (ex. Kodak)</a:t>
            </a:r>
            <a:endParaRPr dirty="0"/>
          </a:p>
          <a:p>
            <a:pPr marL="571500" lvl="0" indent="-342900" algn="l" rtl="0">
              <a:lnSpc>
                <a:spcPct val="100000"/>
              </a:lnSpc>
              <a:spcBef>
                <a:spcPts val="480"/>
              </a:spcBef>
              <a:spcAft>
                <a:spcPts val="0"/>
              </a:spcAft>
              <a:buSzPts val="2400"/>
              <a:buFont typeface="Arial"/>
              <a:buChar char="•"/>
            </a:pPr>
            <a:r>
              <a:rPr lang="en-IN" dirty="0"/>
              <a:t>They work hard to protect what they have created and less on new ventures &amp; initiatives</a:t>
            </a:r>
            <a:endParaRPr dirty="0"/>
          </a:p>
          <a:p>
            <a:pPr marL="571500" lvl="0" indent="-342900" algn="l" rtl="0">
              <a:lnSpc>
                <a:spcPct val="100000"/>
              </a:lnSpc>
              <a:spcBef>
                <a:spcPts val="480"/>
              </a:spcBef>
              <a:spcAft>
                <a:spcPts val="0"/>
              </a:spcAft>
              <a:buSzPts val="2400"/>
              <a:buFont typeface="Arial"/>
              <a:buChar char="•"/>
            </a:pPr>
            <a:r>
              <a:rPr lang="en-IN" dirty="0"/>
              <a:t>There is lack of vision, increased bureaucracy, resorts to acquisitions or creating separate innovation </a:t>
            </a:r>
            <a:r>
              <a:rPr lang="en-IN" dirty="0" err="1"/>
              <a:t>centers</a:t>
            </a:r>
            <a:r>
              <a:rPr lang="en-IN" dirty="0"/>
              <a:t> to incubate new business or products (example Cisco). </a:t>
            </a:r>
            <a:endParaRPr dirty="0"/>
          </a:p>
          <a:p>
            <a:pPr marL="571500" lvl="0" indent="-190500" algn="l" rtl="0">
              <a:lnSpc>
                <a:spcPct val="100000"/>
              </a:lnSpc>
              <a:spcBef>
                <a:spcPts val="480"/>
              </a:spcBef>
              <a:spcAft>
                <a:spcPts val="0"/>
              </a:spcAft>
              <a:buSzPts val="2400"/>
              <a:buFont typeface="Arial"/>
              <a:buNone/>
            </a:pPr>
            <a:endParaRPr dirty="0"/>
          </a:p>
          <a:p>
            <a:pPr marL="571500" lvl="0" indent="-342900" algn="l" rtl="0">
              <a:lnSpc>
                <a:spcPct val="100000"/>
              </a:lnSpc>
              <a:spcBef>
                <a:spcPts val="480"/>
              </a:spcBef>
              <a:spcAft>
                <a:spcPts val="0"/>
              </a:spcAft>
              <a:buSzPts val="2400"/>
              <a:buFont typeface="Arial"/>
              <a:buChar char="•"/>
            </a:pPr>
            <a:r>
              <a:rPr lang="en-IN" dirty="0">
                <a:solidFill>
                  <a:srgbClr val="0070C0"/>
                </a:solidFill>
              </a:rPr>
              <a:t>Companies that failed to innovate: Xerox, </a:t>
            </a:r>
            <a:r>
              <a:rPr lang="en-IN" dirty="0" err="1">
                <a:solidFill>
                  <a:srgbClr val="0070C0"/>
                </a:solidFill>
              </a:rPr>
              <a:t>AoL</a:t>
            </a:r>
            <a:r>
              <a:rPr lang="en-IN" dirty="0">
                <a:solidFill>
                  <a:srgbClr val="0070C0"/>
                </a:solidFill>
              </a:rPr>
              <a:t>, Motorola</a:t>
            </a:r>
            <a:endParaRPr dirty="0">
              <a:solidFill>
                <a:srgbClr val="0070C0"/>
              </a:solidFill>
            </a:endParaRPr>
          </a:p>
          <a:p>
            <a:pPr marL="571500" lvl="0" indent="-342900" algn="l" rtl="0">
              <a:lnSpc>
                <a:spcPct val="100000"/>
              </a:lnSpc>
              <a:spcBef>
                <a:spcPts val="480"/>
              </a:spcBef>
              <a:spcAft>
                <a:spcPts val="0"/>
              </a:spcAft>
              <a:buSzPts val="2400"/>
              <a:buFont typeface="Arial"/>
              <a:buChar char="•"/>
            </a:pPr>
            <a:r>
              <a:rPr lang="en-IN" dirty="0">
                <a:solidFill>
                  <a:srgbClr val="0070C0"/>
                </a:solidFill>
              </a:rPr>
              <a:t>Strong enterprise companies: Adobe, Amazon, Apple, Meta, Google, and Netflix</a:t>
            </a:r>
            <a:endParaRPr dirty="0"/>
          </a:p>
        </p:txBody>
      </p:sp>
      <p:sp>
        <p:nvSpPr>
          <p:cNvPr id="95" name="Google Shape;95;p1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Enterprise stage</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0FBFACD-2889-4ACB-3D17-CD216D8866D5}"/>
                  </a:ext>
                </a:extLst>
              </p14:cNvPr>
              <p14:cNvContentPartPr/>
              <p14:nvPr/>
            </p14:nvContentPartPr>
            <p14:xfrm>
              <a:off x="1597320" y="548640"/>
              <a:ext cx="7440480" cy="4183920"/>
            </p14:xfrm>
          </p:contentPart>
        </mc:Choice>
        <mc:Fallback xmlns="">
          <p:pic>
            <p:nvPicPr>
              <p:cNvPr id="2" name="Ink 1">
                <a:extLst>
                  <a:ext uri="{FF2B5EF4-FFF2-40B4-BE49-F238E27FC236}">
                    <a16:creationId xmlns:a16="http://schemas.microsoft.com/office/drawing/2014/main" id="{F0FBFACD-2889-4ACB-3D17-CD216D8866D5}"/>
                  </a:ext>
                </a:extLst>
              </p:cNvPr>
              <p:cNvPicPr/>
              <p:nvPr/>
            </p:nvPicPr>
            <p:blipFill>
              <a:blip r:embed="rId4"/>
              <a:stretch>
                <a:fillRect/>
              </a:stretch>
            </p:blipFill>
            <p:spPr>
              <a:xfrm>
                <a:off x="1581120" y="532440"/>
                <a:ext cx="7472880" cy="42163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Enterprise stage: Examples of consistent innovation</a:t>
            </a:r>
            <a:endParaRPr/>
          </a:p>
        </p:txBody>
      </p:sp>
      <p:graphicFrame>
        <p:nvGraphicFramePr>
          <p:cNvPr id="101" name="Google Shape;101;p14"/>
          <p:cNvGraphicFramePr/>
          <p:nvPr>
            <p:extLst>
              <p:ext uri="{D42A27DB-BD31-4B8C-83A1-F6EECF244321}">
                <p14:modId xmlns:p14="http://schemas.microsoft.com/office/powerpoint/2010/main" val="2834053422"/>
              </p:ext>
            </p:extLst>
          </p:nvPr>
        </p:nvGraphicFramePr>
        <p:xfrm>
          <a:off x="449942" y="2340428"/>
          <a:ext cx="8127975" cy="3407380"/>
        </p:xfrm>
        <a:graphic>
          <a:graphicData uri="http://schemas.openxmlformats.org/drawingml/2006/table">
            <a:tbl>
              <a:tblPr firstRow="1" bandRow="1">
                <a:noFill/>
                <a:tableStyleId>{2D1C632D-4F6E-4435-A5DC-DA42ACBECCCD}</a:tableStyleId>
              </a:tblPr>
              <a:tblGrid>
                <a:gridCol w="2709325">
                  <a:extLst>
                    <a:ext uri="{9D8B030D-6E8A-4147-A177-3AD203B41FA5}">
                      <a16:colId xmlns:a16="http://schemas.microsoft.com/office/drawing/2014/main" val="20000"/>
                    </a:ext>
                  </a:extLst>
                </a:gridCol>
                <a:gridCol w="2709325">
                  <a:extLst>
                    <a:ext uri="{9D8B030D-6E8A-4147-A177-3AD203B41FA5}">
                      <a16:colId xmlns:a16="http://schemas.microsoft.com/office/drawing/2014/main" val="20001"/>
                    </a:ext>
                  </a:extLst>
                </a:gridCol>
                <a:gridCol w="2709325">
                  <a:extLst>
                    <a:ext uri="{9D8B030D-6E8A-4147-A177-3AD203B41FA5}">
                      <a16:colId xmlns:a16="http://schemas.microsoft.com/office/drawing/2014/main" val="20002"/>
                    </a:ext>
                  </a:extLst>
                </a:gridCol>
              </a:tblGrid>
              <a:tr h="389850">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t>Netflix</a:t>
                      </a:r>
                      <a:endParaRPr sz="1600" b="1" u="none" strike="noStrike" cap="none"/>
                    </a:p>
                  </a:txBody>
                  <a:tcPr marL="91450" marR="91450" marT="45725" marB="45725">
                    <a:solidFill>
                      <a:srgbClr val="FDE9D8"/>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a:t>Amazon</a:t>
                      </a:r>
                      <a:endParaRPr sz="1600" b="1" u="none" strike="noStrike" cap="none"/>
                    </a:p>
                  </a:txBody>
                  <a:tcPr marL="91450" marR="91450" marT="45725" marB="45725">
                    <a:solidFill>
                      <a:srgbClr val="FDE9D8"/>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b="1" u="none" strike="noStrike" cap="none" dirty="0"/>
                        <a:t>Meta</a:t>
                      </a:r>
                      <a:endParaRPr sz="1600" b="1" u="none" strike="noStrike" cap="none" dirty="0"/>
                    </a:p>
                  </a:txBody>
                  <a:tcPr marL="91450" marR="91450" marT="45725" marB="45725">
                    <a:solidFill>
                      <a:srgbClr val="FDE9D8"/>
                    </a:solidFill>
                  </a:tcPr>
                </a:tc>
                <a:extLst>
                  <a:ext uri="{0D108BD9-81ED-4DB2-BD59-A6C34878D82A}">
                    <a16:rowId xmlns:a16="http://schemas.microsoft.com/office/drawing/2014/main" val="10000"/>
                  </a:ext>
                </a:extLst>
              </a:tr>
              <a:tr h="2915800">
                <a:tc>
                  <a:txBody>
                    <a:bodyPr/>
                    <a:lstStyle/>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DVD movie sales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DVD rentals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Online booking of DVD, delivered via Post</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Streaming video</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In house production of serials and movies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Movie / Serial Award function (akin to Oscar)</a:t>
                      </a:r>
                      <a:endParaRPr sz="1400" u="none" strike="noStrike" cap="none"/>
                    </a:p>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tc>
                <a:tc>
                  <a:txBody>
                    <a:bodyPr/>
                    <a:lstStyle/>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Books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Electronics, Others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Recommendation feature</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Amazon Prime</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Alexa</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Kindle</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AWS</a:t>
                      </a:r>
                      <a:endParaRPr sz="1400" u="none" strike="noStrike" cap="none"/>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Firestick</a:t>
                      </a:r>
                      <a:endParaRPr sz="16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a:solidFill>
                            <a:srgbClr val="000000"/>
                          </a:solidFill>
                          <a:latin typeface="Arial"/>
                          <a:ea typeface="Arial"/>
                          <a:cs typeface="Arial"/>
                          <a:sym typeface="Arial"/>
                        </a:rPr>
                        <a:t>Amazon Pay</a:t>
                      </a:r>
                      <a:endParaRPr sz="1400" u="none" strike="noStrike" cap="none"/>
                    </a:p>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tc>
                <a:tc>
                  <a:txBody>
                    <a:bodyPr/>
                    <a:lstStyle/>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dirty="0">
                          <a:solidFill>
                            <a:srgbClr val="000000"/>
                          </a:solidFill>
                          <a:latin typeface="Arial"/>
                          <a:ea typeface="Arial"/>
                          <a:cs typeface="Arial"/>
                          <a:sym typeface="Arial"/>
                        </a:rPr>
                        <a:t>Wall &amp; messaging</a:t>
                      </a:r>
                      <a:endParaRPr sz="1400" u="none" strike="noStrike" cap="none" dirty="0"/>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dirty="0">
                          <a:solidFill>
                            <a:srgbClr val="000000"/>
                          </a:solidFill>
                          <a:latin typeface="Arial"/>
                          <a:ea typeface="Arial"/>
                          <a:cs typeface="Arial"/>
                          <a:sym typeface="Arial"/>
                        </a:rPr>
                        <a:t>News Feed - streams friend’s activity</a:t>
                      </a:r>
                      <a:endParaRPr sz="1400" u="none" strike="noStrike" cap="none" dirty="0"/>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dirty="0">
                          <a:solidFill>
                            <a:srgbClr val="000000"/>
                          </a:solidFill>
                          <a:latin typeface="Arial"/>
                          <a:ea typeface="Arial"/>
                          <a:cs typeface="Arial"/>
                          <a:sym typeface="Arial"/>
                        </a:rPr>
                        <a:t>Sell stuff to other Facebookers</a:t>
                      </a:r>
                      <a:endParaRPr sz="16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dirty="0">
                          <a:solidFill>
                            <a:srgbClr val="000000"/>
                          </a:solidFill>
                          <a:latin typeface="Arial"/>
                          <a:ea typeface="Arial"/>
                          <a:cs typeface="Arial"/>
                          <a:sym typeface="Arial"/>
                        </a:rPr>
                        <a:t>Tagging and attachments</a:t>
                      </a:r>
                      <a:endParaRPr sz="1400" u="none" strike="noStrike" cap="none" dirty="0"/>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dirty="0">
                          <a:solidFill>
                            <a:srgbClr val="000000"/>
                          </a:solidFill>
                          <a:latin typeface="Arial"/>
                          <a:ea typeface="Arial"/>
                          <a:cs typeface="Arial"/>
                          <a:sym typeface="Arial"/>
                        </a:rPr>
                        <a:t>‘Like’ button</a:t>
                      </a:r>
                      <a:endParaRPr sz="1400" u="none" strike="noStrike" cap="none" dirty="0"/>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dirty="0">
                          <a:solidFill>
                            <a:srgbClr val="000000"/>
                          </a:solidFill>
                          <a:latin typeface="Arial"/>
                          <a:ea typeface="Arial"/>
                          <a:cs typeface="Arial"/>
                          <a:sym typeface="Arial"/>
                        </a:rPr>
                        <a:t>Timeline feature</a:t>
                      </a:r>
                      <a:endParaRPr sz="1400" u="none" strike="noStrike" cap="none" dirty="0"/>
                    </a:p>
                    <a:p>
                      <a:pPr marL="285750" marR="0" lvl="0" indent="-285750" algn="l" rtl="0">
                        <a:lnSpc>
                          <a:spcPct val="100000"/>
                        </a:lnSpc>
                        <a:spcBef>
                          <a:spcPts val="0"/>
                        </a:spcBef>
                        <a:spcAft>
                          <a:spcPts val="0"/>
                        </a:spcAft>
                        <a:buClr>
                          <a:srgbClr val="000000"/>
                        </a:buClr>
                        <a:buSzPts val="1600"/>
                        <a:buFont typeface="Arial"/>
                        <a:buChar char="•"/>
                      </a:pPr>
                      <a:r>
                        <a:rPr lang="en-IN" sz="1600" b="0" i="0" u="none" strike="noStrike" cap="none" dirty="0">
                          <a:solidFill>
                            <a:srgbClr val="000000"/>
                          </a:solidFill>
                          <a:latin typeface="Arial"/>
                          <a:ea typeface="Arial"/>
                          <a:cs typeface="Arial"/>
                          <a:sym typeface="Arial"/>
                        </a:rPr>
                        <a:t>Buys Instagram, WhatsApp</a:t>
                      </a:r>
                      <a:endParaRPr sz="1400" u="none" strike="noStrike" cap="none" dirty="0"/>
                    </a:p>
                    <a:p>
                      <a:pPr marL="0" marR="0" lvl="0" indent="0" algn="l" rtl="0">
                        <a:lnSpc>
                          <a:spcPct val="100000"/>
                        </a:lnSpc>
                        <a:spcBef>
                          <a:spcPts val="0"/>
                        </a:spcBef>
                        <a:spcAft>
                          <a:spcPts val="0"/>
                        </a:spcAft>
                        <a:buClr>
                          <a:srgbClr val="000000"/>
                        </a:buClr>
                        <a:buSzPts val="1600"/>
                        <a:buFont typeface="Arial"/>
                        <a:buNone/>
                      </a:pPr>
                      <a:endParaRPr sz="1600" u="none" strike="noStrike" cap="none" dirty="0"/>
                    </a:p>
                  </a:txBody>
                  <a:tcPr marL="91450" marR="91450" marT="45725" marB="45725"/>
                </a:tc>
                <a:extLst>
                  <a:ext uri="{0D108BD9-81ED-4DB2-BD59-A6C34878D82A}">
                    <a16:rowId xmlns:a16="http://schemas.microsoft.com/office/drawing/2014/main" val="10001"/>
                  </a:ext>
                </a:extLst>
              </a:tr>
            </a:tbl>
          </a:graphicData>
        </a:graphic>
      </p:graphicFrame>
      <p:pic>
        <p:nvPicPr>
          <p:cNvPr id="102" name="Google Shape;102;p14"/>
          <p:cNvPicPr preferRelativeResize="0"/>
          <p:nvPr/>
        </p:nvPicPr>
        <p:blipFill rotWithShape="1">
          <a:blip r:embed="rId3">
            <a:alphaModFix/>
          </a:blip>
          <a:srcRect/>
          <a:stretch/>
        </p:blipFill>
        <p:spPr>
          <a:xfrm>
            <a:off x="1074057" y="1497239"/>
            <a:ext cx="1364344" cy="634748"/>
          </a:xfrm>
          <a:prstGeom prst="rect">
            <a:avLst/>
          </a:prstGeom>
          <a:noFill/>
          <a:ln>
            <a:noFill/>
          </a:ln>
        </p:spPr>
      </p:pic>
      <p:pic>
        <p:nvPicPr>
          <p:cNvPr id="103" name="Google Shape;103;p14"/>
          <p:cNvPicPr preferRelativeResize="0"/>
          <p:nvPr/>
        </p:nvPicPr>
        <p:blipFill rotWithShape="1">
          <a:blip r:embed="rId4">
            <a:alphaModFix/>
          </a:blip>
          <a:srcRect/>
          <a:stretch/>
        </p:blipFill>
        <p:spPr>
          <a:xfrm>
            <a:off x="3467100" y="1464682"/>
            <a:ext cx="1876425" cy="771525"/>
          </a:xfrm>
          <a:prstGeom prst="rect">
            <a:avLst/>
          </a:prstGeom>
          <a:noFill/>
          <a:ln>
            <a:noFill/>
          </a:ln>
        </p:spPr>
      </p:pic>
      <p:pic>
        <p:nvPicPr>
          <p:cNvPr id="1026" name="Picture 2" descr="Meta - YouTube">
            <a:extLst>
              <a:ext uri="{FF2B5EF4-FFF2-40B4-BE49-F238E27FC236}">
                <a16:creationId xmlns:a16="http://schemas.microsoft.com/office/drawing/2014/main" id="{71EF3C87-6234-85D4-C2B2-47C4B98CEC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3870" y="1377931"/>
            <a:ext cx="824230" cy="94276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FCDE0B8E-8093-6BFA-31FA-FB5BA451821E}"/>
                  </a:ext>
                </a:extLst>
              </p14:cNvPr>
              <p14:cNvContentPartPr/>
              <p14:nvPr/>
            </p14:nvContentPartPr>
            <p14:xfrm>
              <a:off x="7731720" y="1686960"/>
              <a:ext cx="396000" cy="107280"/>
            </p14:xfrm>
          </p:contentPart>
        </mc:Choice>
        <mc:Fallback xmlns="">
          <p:pic>
            <p:nvPicPr>
              <p:cNvPr id="2" name="Ink 1">
                <a:extLst>
                  <a:ext uri="{FF2B5EF4-FFF2-40B4-BE49-F238E27FC236}">
                    <a16:creationId xmlns:a16="http://schemas.microsoft.com/office/drawing/2014/main" id="{FCDE0B8E-8093-6BFA-31FA-FB5BA451821E}"/>
                  </a:ext>
                </a:extLst>
              </p:cNvPr>
              <p:cNvPicPr/>
              <p:nvPr/>
            </p:nvPicPr>
            <p:blipFill>
              <a:blip r:embed="rId7"/>
              <a:stretch>
                <a:fillRect/>
              </a:stretch>
            </p:blipFill>
            <p:spPr>
              <a:xfrm>
                <a:off x="7715520" y="1670760"/>
                <a:ext cx="428400" cy="13968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71500" lvl="0" indent="-342900" algn="l" rtl="0">
              <a:lnSpc>
                <a:spcPct val="100000"/>
              </a:lnSpc>
              <a:spcBef>
                <a:spcPts val="480"/>
              </a:spcBef>
              <a:spcAft>
                <a:spcPts val="0"/>
              </a:spcAft>
              <a:buSzPts val="2400"/>
              <a:buFont typeface="Arial"/>
              <a:buChar char="•"/>
            </a:pPr>
            <a:r>
              <a:rPr lang="en-IN" dirty="0"/>
              <a:t>Most companies start with ideas generated internally or got from existing or potential customers. </a:t>
            </a:r>
            <a:endParaRPr dirty="0"/>
          </a:p>
          <a:p>
            <a:pPr marL="1028700" lvl="1" indent="-342900" algn="l" rtl="0">
              <a:lnSpc>
                <a:spcPct val="100000"/>
              </a:lnSpc>
              <a:spcBef>
                <a:spcPts val="320"/>
              </a:spcBef>
              <a:spcAft>
                <a:spcPts val="0"/>
              </a:spcAft>
              <a:buSzPts val="1600"/>
              <a:buFont typeface="Arial"/>
              <a:buChar char="•"/>
            </a:pPr>
            <a:r>
              <a:rPr lang="en-IN" sz="1800" dirty="0"/>
              <a:t>Example: HP’s AI‐enabling technology on a low‐cost, general‐purpose workstation developed by Marty </a:t>
            </a:r>
            <a:r>
              <a:rPr lang="en-IN" sz="1800" dirty="0" err="1"/>
              <a:t>Cagan</a:t>
            </a:r>
            <a:r>
              <a:rPr lang="en-IN" sz="1800" dirty="0"/>
              <a:t> &amp; team (1980s), DB designer – I worked on (1989)</a:t>
            </a:r>
            <a:endParaRPr sz="1800" dirty="0"/>
          </a:p>
          <a:p>
            <a:pPr marL="571500" lvl="0" indent="-342900" algn="l" rtl="0">
              <a:lnSpc>
                <a:spcPct val="100000"/>
              </a:lnSpc>
              <a:spcBef>
                <a:spcPts val="480"/>
              </a:spcBef>
              <a:spcAft>
                <a:spcPts val="0"/>
              </a:spcAft>
              <a:buSzPts val="2400"/>
              <a:buFont typeface="Arial"/>
              <a:buChar char="•"/>
            </a:pPr>
            <a:r>
              <a:rPr lang="en-IN" dirty="0"/>
              <a:t>Based on these ideas they create a business case, roadmap, build the product and deploy</a:t>
            </a:r>
            <a:endParaRPr dirty="0"/>
          </a:p>
          <a:p>
            <a:pPr marL="571500" lvl="0" indent="-342900" algn="l" rtl="0">
              <a:lnSpc>
                <a:spcPct val="100000"/>
              </a:lnSpc>
              <a:spcBef>
                <a:spcPts val="480"/>
              </a:spcBef>
              <a:spcAft>
                <a:spcPts val="0"/>
              </a:spcAft>
              <a:buSzPts val="2400"/>
              <a:buFont typeface="Arial"/>
              <a:buChar char="•"/>
            </a:pPr>
            <a:r>
              <a:rPr lang="en-IN" dirty="0"/>
              <a:t>It is then that they realize that there are no takers</a:t>
            </a:r>
            <a:endParaRPr dirty="0"/>
          </a:p>
          <a:p>
            <a:pPr marL="571500" lvl="0" indent="-190500" algn="l" rtl="0">
              <a:lnSpc>
                <a:spcPct val="100000"/>
              </a:lnSpc>
              <a:spcBef>
                <a:spcPts val="480"/>
              </a:spcBef>
              <a:spcAft>
                <a:spcPts val="0"/>
              </a:spcAft>
              <a:buSzPts val="2400"/>
              <a:buFont typeface="Arial"/>
              <a:buNone/>
            </a:pPr>
            <a:endParaRPr dirty="0"/>
          </a:p>
          <a:p>
            <a:pPr marL="571500" lvl="0" indent="-342900" algn="l" rtl="0">
              <a:lnSpc>
                <a:spcPct val="100000"/>
              </a:lnSpc>
              <a:spcBef>
                <a:spcPts val="480"/>
              </a:spcBef>
              <a:spcAft>
                <a:spcPts val="0"/>
              </a:spcAft>
              <a:buSzPts val="2400"/>
              <a:buFont typeface="Arial"/>
              <a:buChar char="•"/>
            </a:pPr>
            <a:r>
              <a:rPr lang="en-IN" dirty="0"/>
              <a:t>More examples of failed products: </a:t>
            </a:r>
            <a:endParaRPr dirty="0"/>
          </a:p>
          <a:p>
            <a:pPr marL="1028700" lvl="1" indent="-342900" algn="l" rtl="0">
              <a:lnSpc>
                <a:spcPct val="100000"/>
              </a:lnSpc>
              <a:spcBef>
                <a:spcPts val="320"/>
              </a:spcBef>
              <a:spcAft>
                <a:spcPts val="0"/>
              </a:spcAft>
              <a:buSzPts val="1600"/>
              <a:buFont typeface="Arial"/>
              <a:buChar char="•"/>
            </a:pPr>
            <a:r>
              <a:rPr lang="en-IN" sz="1800" dirty="0"/>
              <a:t>Apple Watch Gold edition</a:t>
            </a:r>
            <a:endParaRPr dirty="0"/>
          </a:p>
          <a:p>
            <a:pPr marL="1028700" lvl="1" indent="-342900" algn="l" rtl="0">
              <a:lnSpc>
                <a:spcPct val="100000"/>
              </a:lnSpc>
              <a:spcBef>
                <a:spcPts val="320"/>
              </a:spcBef>
              <a:spcAft>
                <a:spcPts val="0"/>
              </a:spcAft>
              <a:buSzPts val="1600"/>
              <a:buFont typeface="Arial"/>
              <a:buChar char="•"/>
            </a:pPr>
            <a:r>
              <a:rPr lang="en-IN" sz="1800" dirty="0"/>
              <a:t>Google+ social media</a:t>
            </a:r>
            <a:endParaRPr sz="1800" dirty="0"/>
          </a:p>
          <a:p>
            <a:pPr marL="1028700" lvl="1" indent="-342900" algn="l" rtl="0">
              <a:lnSpc>
                <a:spcPct val="100000"/>
              </a:lnSpc>
              <a:spcBef>
                <a:spcPts val="320"/>
              </a:spcBef>
              <a:spcAft>
                <a:spcPts val="0"/>
              </a:spcAft>
              <a:buSzPts val="1600"/>
              <a:buFont typeface="Arial"/>
              <a:buChar char="•"/>
            </a:pPr>
            <a:r>
              <a:rPr lang="en-IN" sz="1800" dirty="0"/>
              <a:t>The Daily - Digital newspaper in collaboration with Apple</a:t>
            </a:r>
            <a:endParaRPr dirty="0"/>
          </a:p>
        </p:txBody>
      </p:sp>
      <p:sp>
        <p:nvSpPr>
          <p:cNvPr id="110" name="Google Shape;110;p15"/>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Why products fail?</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4ADB12E-E935-9377-81F3-118B7FE79EB1}"/>
                  </a:ext>
                </a:extLst>
              </p14:cNvPr>
              <p14:cNvContentPartPr/>
              <p14:nvPr/>
            </p14:nvContentPartPr>
            <p14:xfrm>
              <a:off x="3762000" y="2967120"/>
              <a:ext cx="360" cy="360"/>
            </p14:xfrm>
          </p:contentPart>
        </mc:Choice>
        <mc:Fallback xmlns="">
          <p:pic>
            <p:nvPicPr>
              <p:cNvPr id="2" name="Ink 1">
                <a:extLst>
                  <a:ext uri="{FF2B5EF4-FFF2-40B4-BE49-F238E27FC236}">
                    <a16:creationId xmlns:a16="http://schemas.microsoft.com/office/drawing/2014/main" id="{54ADB12E-E935-9377-81F3-118B7FE79EB1}"/>
                  </a:ext>
                </a:extLst>
              </p:cNvPr>
              <p:cNvPicPr/>
              <p:nvPr/>
            </p:nvPicPr>
            <p:blipFill>
              <a:blip r:embed="rId4"/>
              <a:stretch>
                <a:fillRect/>
              </a:stretch>
            </p:blipFill>
            <p:spPr>
              <a:xfrm>
                <a:off x="3752640" y="295776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52D5D9E8-DB43-9F11-EE93-26B604BA5F3D}"/>
                  </a:ext>
                </a:extLst>
              </p14:cNvPr>
              <p14:cNvContentPartPr/>
              <p14:nvPr/>
            </p14:nvContentPartPr>
            <p14:xfrm>
              <a:off x="1334880" y="2193840"/>
              <a:ext cx="6903360" cy="3269880"/>
            </p14:xfrm>
          </p:contentPart>
        </mc:Choice>
        <mc:Fallback xmlns="">
          <p:pic>
            <p:nvPicPr>
              <p:cNvPr id="3" name="Ink 2">
                <a:extLst>
                  <a:ext uri="{FF2B5EF4-FFF2-40B4-BE49-F238E27FC236}">
                    <a16:creationId xmlns:a16="http://schemas.microsoft.com/office/drawing/2014/main" id="{52D5D9E8-DB43-9F11-EE93-26B604BA5F3D}"/>
                  </a:ext>
                </a:extLst>
              </p:cNvPr>
              <p:cNvPicPr/>
              <p:nvPr/>
            </p:nvPicPr>
            <p:blipFill>
              <a:blip r:embed="rId6"/>
              <a:stretch>
                <a:fillRect/>
              </a:stretch>
            </p:blipFill>
            <p:spPr>
              <a:xfrm>
                <a:off x="1318680" y="2177640"/>
                <a:ext cx="6935760" cy="33022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a:t>Tackle risks early</a:t>
            </a:r>
            <a:endParaRPr/>
          </a:p>
          <a:p>
            <a:pPr marL="514350" lvl="0" indent="-285750" algn="l" rtl="0">
              <a:lnSpc>
                <a:spcPct val="100000"/>
              </a:lnSpc>
              <a:spcBef>
                <a:spcPts val="480"/>
              </a:spcBef>
              <a:spcAft>
                <a:spcPts val="0"/>
              </a:spcAft>
              <a:buSzPts val="2400"/>
              <a:buFont typeface="Arial"/>
              <a:buChar char="•"/>
            </a:pPr>
            <a:r>
              <a:rPr lang="en-IN"/>
              <a:t>Define and design products collaboratively – PM, Designer, Engineering</a:t>
            </a:r>
            <a:endParaRPr/>
          </a:p>
          <a:p>
            <a:pPr marL="514350" lvl="0" indent="-285750" algn="l" rtl="0">
              <a:lnSpc>
                <a:spcPct val="100000"/>
              </a:lnSpc>
              <a:spcBef>
                <a:spcPts val="480"/>
              </a:spcBef>
              <a:spcAft>
                <a:spcPts val="0"/>
              </a:spcAft>
              <a:buSzPts val="2400"/>
              <a:buFont typeface="Arial"/>
              <a:buChar char="•"/>
            </a:pPr>
            <a:r>
              <a:rPr lang="en-IN"/>
              <a:t>Solve problems, not just implement features</a:t>
            </a:r>
            <a:endParaRPr/>
          </a:p>
        </p:txBody>
      </p:sp>
      <p:sp>
        <p:nvSpPr>
          <p:cNvPr id="116" name="Google Shape;116;p1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What do best product teams do?</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EB9B584-05F3-3A68-2CDA-19BC3C05E3F6}"/>
                  </a:ext>
                </a:extLst>
              </p14:cNvPr>
              <p14:cNvContentPartPr/>
              <p14:nvPr/>
            </p14:nvContentPartPr>
            <p14:xfrm>
              <a:off x="2718720" y="3467520"/>
              <a:ext cx="360" cy="360"/>
            </p14:xfrm>
          </p:contentPart>
        </mc:Choice>
        <mc:Fallback xmlns="">
          <p:pic>
            <p:nvPicPr>
              <p:cNvPr id="2" name="Ink 1">
                <a:extLst>
                  <a:ext uri="{FF2B5EF4-FFF2-40B4-BE49-F238E27FC236}">
                    <a16:creationId xmlns:a16="http://schemas.microsoft.com/office/drawing/2014/main" id="{8EB9B584-05F3-3A68-2CDA-19BC3C05E3F6}"/>
                  </a:ext>
                </a:extLst>
              </p:cNvPr>
              <p:cNvPicPr/>
              <p:nvPr/>
            </p:nvPicPr>
            <p:blipFill>
              <a:blip r:embed="rId4"/>
              <a:stretch>
                <a:fillRect/>
              </a:stretch>
            </p:blipFill>
            <p:spPr>
              <a:xfrm>
                <a:off x="2709360" y="345816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FF56F129-47A8-8374-E387-C035AF360A3F}"/>
                  </a:ext>
                </a:extLst>
              </p14:cNvPr>
              <p14:cNvContentPartPr/>
              <p14:nvPr/>
            </p14:nvContentPartPr>
            <p14:xfrm>
              <a:off x="1564560" y="962280"/>
              <a:ext cx="7416720" cy="1801440"/>
            </p14:xfrm>
          </p:contentPart>
        </mc:Choice>
        <mc:Fallback xmlns="">
          <p:pic>
            <p:nvPicPr>
              <p:cNvPr id="3" name="Ink 2">
                <a:extLst>
                  <a:ext uri="{FF2B5EF4-FFF2-40B4-BE49-F238E27FC236}">
                    <a16:creationId xmlns:a16="http://schemas.microsoft.com/office/drawing/2014/main" id="{FF56F129-47A8-8374-E387-C035AF360A3F}"/>
                  </a:ext>
                </a:extLst>
              </p:cNvPr>
              <p:cNvPicPr/>
              <p:nvPr/>
            </p:nvPicPr>
            <p:blipFill>
              <a:blip r:embed="rId6"/>
              <a:stretch>
                <a:fillRect/>
              </a:stretch>
            </p:blipFill>
            <p:spPr>
              <a:xfrm>
                <a:off x="1548360" y="946080"/>
                <a:ext cx="7449120" cy="18338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dirty="0"/>
              <a:t>There are 4 types of risks:</a:t>
            </a:r>
            <a:endParaRPr dirty="0"/>
          </a:p>
          <a:p>
            <a:pPr marL="457200" marR="0" lvl="0" indent="-228600" algn="l" rtl="0">
              <a:lnSpc>
                <a:spcPct val="100000"/>
              </a:lnSpc>
              <a:spcBef>
                <a:spcPts val="480"/>
              </a:spcBef>
              <a:spcAft>
                <a:spcPts val="0"/>
              </a:spcAft>
              <a:buClr>
                <a:srgbClr val="101141"/>
              </a:buClr>
              <a:buSzPts val="2400"/>
              <a:buFont typeface="Arial"/>
              <a:buNone/>
            </a:pPr>
            <a:endParaRPr dirty="0"/>
          </a:p>
          <a:p>
            <a:pPr marL="514350" lvl="0" indent="-285750" algn="l" rtl="0">
              <a:lnSpc>
                <a:spcPct val="100000"/>
              </a:lnSpc>
              <a:spcBef>
                <a:spcPts val="480"/>
              </a:spcBef>
              <a:spcAft>
                <a:spcPts val="0"/>
              </a:spcAft>
              <a:buSzPts val="2400"/>
              <a:buFont typeface="Arial"/>
              <a:buChar char="•"/>
            </a:pPr>
            <a:r>
              <a:rPr lang="en-IN" dirty="0"/>
              <a:t>Value – Does customer find value in the product</a:t>
            </a:r>
            <a:endParaRPr dirty="0"/>
          </a:p>
          <a:p>
            <a:pPr marL="514350" lvl="0" indent="-285750" algn="l" rtl="0">
              <a:lnSpc>
                <a:spcPct val="100000"/>
              </a:lnSpc>
              <a:spcBef>
                <a:spcPts val="480"/>
              </a:spcBef>
              <a:spcAft>
                <a:spcPts val="0"/>
              </a:spcAft>
              <a:buSzPts val="2400"/>
              <a:buFont typeface="Arial"/>
              <a:buChar char="•"/>
            </a:pPr>
            <a:r>
              <a:rPr lang="en-IN" dirty="0"/>
              <a:t>Usability – Is the product easy to use</a:t>
            </a:r>
            <a:endParaRPr dirty="0"/>
          </a:p>
          <a:p>
            <a:pPr marL="514350" lvl="0" indent="-285750" algn="l" rtl="0">
              <a:lnSpc>
                <a:spcPct val="100000"/>
              </a:lnSpc>
              <a:spcBef>
                <a:spcPts val="480"/>
              </a:spcBef>
              <a:spcAft>
                <a:spcPts val="0"/>
              </a:spcAft>
              <a:buSzPts val="2400"/>
              <a:buFont typeface="Arial"/>
              <a:buChar char="•"/>
            </a:pPr>
            <a:r>
              <a:rPr lang="en-IN" dirty="0"/>
              <a:t>Feasibility – Is the product technically feasible to build</a:t>
            </a:r>
            <a:endParaRPr dirty="0"/>
          </a:p>
          <a:p>
            <a:pPr marL="514350" lvl="0" indent="-285750" algn="l" rtl="0">
              <a:lnSpc>
                <a:spcPct val="100000"/>
              </a:lnSpc>
              <a:spcBef>
                <a:spcPts val="480"/>
              </a:spcBef>
              <a:spcAft>
                <a:spcPts val="0"/>
              </a:spcAft>
              <a:buSzPts val="2400"/>
              <a:buFont typeface="Arial"/>
              <a:buChar char="•"/>
            </a:pPr>
            <a:r>
              <a:rPr lang="en-IN" dirty="0"/>
              <a:t>Viability - Will business be viable, can we break even</a:t>
            </a:r>
            <a:endParaRPr dirty="0"/>
          </a:p>
        </p:txBody>
      </p:sp>
      <p:sp>
        <p:nvSpPr>
          <p:cNvPr id="122" name="Google Shape;122;p1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Tackle risks early</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0F9DBB3-E0BD-D618-632C-48F50AE72845}"/>
                  </a:ext>
                </a:extLst>
              </p14:cNvPr>
              <p14:cNvContentPartPr/>
              <p14:nvPr/>
            </p14:nvContentPartPr>
            <p14:xfrm>
              <a:off x="880200" y="2559960"/>
              <a:ext cx="8121600" cy="2029320"/>
            </p14:xfrm>
          </p:contentPart>
        </mc:Choice>
        <mc:Fallback xmlns="">
          <p:pic>
            <p:nvPicPr>
              <p:cNvPr id="2" name="Ink 1">
                <a:extLst>
                  <a:ext uri="{FF2B5EF4-FFF2-40B4-BE49-F238E27FC236}">
                    <a16:creationId xmlns:a16="http://schemas.microsoft.com/office/drawing/2014/main" id="{A0F9DBB3-E0BD-D618-632C-48F50AE72845}"/>
                  </a:ext>
                </a:extLst>
              </p:cNvPr>
              <p:cNvPicPr/>
              <p:nvPr/>
            </p:nvPicPr>
            <p:blipFill>
              <a:blip r:embed="rId4"/>
              <a:stretch>
                <a:fillRect/>
              </a:stretch>
            </p:blipFill>
            <p:spPr>
              <a:xfrm>
                <a:off x="864000" y="2543760"/>
                <a:ext cx="8154000" cy="20617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dirty="0"/>
              <a:t>Bounce, </a:t>
            </a:r>
            <a:r>
              <a:rPr lang="en-IN" dirty="0" err="1"/>
              <a:t>AirBnB</a:t>
            </a:r>
            <a:r>
              <a:rPr lang="en-IN" dirty="0"/>
              <a:t>, Slack</a:t>
            </a:r>
            <a:endParaRPr dirty="0"/>
          </a:p>
          <a:p>
            <a:pPr marL="457200" marR="0" lvl="0" indent="-228600" algn="l" rtl="0">
              <a:lnSpc>
                <a:spcPct val="100000"/>
              </a:lnSpc>
              <a:spcBef>
                <a:spcPts val="480"/>
              </a:spcBef>
              <a:spcAft>
                <a:spcPts val="0"/>
              </a:spcAft>
              <a:buClr>
                <a:srgbClr val="101141"/>
              </a:buClr>
              <a:buSzPts val="2400"/>
              <a:buFont typeface="Arial"/>
              <a:buNone/>
            </a:pPr>
            <a:endParaRPr dirty="0"/>
          </a:p>
          <a:p>
            <a:pPr marL="514350" lvl="0" indent="-285750" algn="l" rtl="0">
              <a:lnSpc>
                <a:spcPct val="100000"/>
              </a:lnSpc>
              <a:spcBef>
                <a:spcPts val="480"/>
              </a:spcBef>
              <a:spcAft>
                <a:spcPts val="0"/>
              </a:spcAft>
              <a:buSzPts val="2400"/>
              <a:buFont typeface="Arial"/>
              <a:buChar char="•"/>
            </a:pPr>
            <a:r>
              <a:rPr lang="en-IN" dirty="0"/>
              <a:t>Bounce spotted an opportunity in Bangalore: Provide scooter to reach the nearest metro station</a:t>
            </a:r>
            <a:endParaRPr dirty="0"/>
          </a:p>
          <a:p>
            <a:pPr marL="514350" lvl="0" indent="-285750" algn="l" rtl="0">
              <a:lnSpc>
                <a:spcPct val="100000"/>
              </a:lnSpc>
              <a:spcBef>
                <a:spcPts val="480"/>
              </a:spcBef>
              <a:spcAft>
                <a:spcPts val="0"/>
              </a:spcAft>
              <a:buSzPts val="2400"/>
              <a:buFont typeface="Arial"/>
              <a:buChar char="•"/>
            </a:pPr>
            <a:r>
              <a:rPr lang="en-IN" dirty="0"/>
              <a:t>Bounce experimented their concept with a few scooters to determine value. Once the demand / value was established, they expanded</a:t>
            </a:r>
            <a:endParaRPr dirty="0"/>
          </a:p>
          <a:p>
            <a:pPr marL="514350" lvl="0" indent="-133350" algn="l" rtl="0">
              <a:lnSpc>
                <a:spcPct val="100000"/>
              </a:lnSpc>
              <a:spcBef>
                <a:spcPts val="480"/>
              </a:spcBef>
              <a:spcAft>
                <a:spcPts val="0"/>
              </a:spcAft>
              <a:buSzPts val="2400"/>
              <a:buFont typeface="Arial"/>
              <a:buNone/>
            </a:pPr>
            <a:endParaRPr dirty="0"/>
          </a:p>
          <a:p>
            <a:pPr marL="514350" lvl="0" indent="-285750" algn="l" rtl="0">
              <a:lnSpc>
                <a:spcPct val="100000"/>
              </a:lnSpc>
              <a:spcBef>
                <a:spcPts val="480"/>
              </a:spcBef>
              <a:spcAft>
                <a:spcPts val="0"/>
              </a:spcAft>
              <a:buSzPts val="2400"/>
              <a:buFont typeface="Arial"/>
              <a:buChar char="•"/>
            </a:pPr>
            <a:r>
              <a:rPr lang="en-IN" dirty="0" err="1"/>
              <a:t>AirBnB</a:t>
            </a:r>
            <a:r>
              <a:rPr lang="en-IN" dirty="0"/>
              <a:t> rented their house to test value. A conference was being held in their city and people would be looking for accommodation</a:t>
            </a:r>
            <a:endParaRPr dirty="0"/>
          </a:p>
          <a:p>
            <a:pPr marL="514350" lvl="0" indent="-133350" algn="l" rtl="0">
              <a:lnSpc>
                <a:spcPct val="100000"/>
              </a:lnSpc>
              <a:spcBef>
                <a:spcPts val="480"/>
              </a:spcBef>
              <a:spcAft>
                <a:spcPts val="0"/>
              </a:spcAft>
              <a:buSzPts val="2400"/>
              <a:buFont typeface="Arial"/>
              <a:buNone/>
            </a:pPr>
            <a:endParaRPr dirty="0"/>
          </a:p>
          <a:p>
            <a:pPr marL="514350" lvl="0" indent="-285750" algn="l" rtl="0">
              <a:lnSpc>
                <a:spcPct val="100000"/>
              </a:lnSpc>
              <a:spcBef>
                <a:spcPts val="480"/>
              </a:spcBef>
              <a:spcAft>
                <a:spcPts val="0"/>
              </a:spcAft>
              <a:buSzPts val="2400"/>
              <a:buFont typeface="Arial"/>
              <a:buChar char="•"/>
            </a:pPr>
            <a:r>
              <a:rPr lang="en-IN" dirty="0"/>
              <a:t>Slack requested friends and cajoled 6-10 companies, to use their product and give feedback to determine usefulness / value and usability and improved the product based on user feedback. </a:t>
            </a:r>
            <a:endParaRPr dirty="0"/>
          </a:p>
        </p:txBody>
      </p:sp>
      <p:sp>
        <p:nvSpPr>
          <p:cNvPr id="128" name="Google Shape;128;p1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Tackle risks early - Example</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DAE2953-205C-826B-EE5E-C7C2BFD9480A}"/>
                  </a:ext>
                </a:extLst>
              </p14:cNvPr>
              <p14:cNvContentPartPr/>
              <p14:nvPr/>
            </p14:nvContentPartPr>
            <p14:xfrm>
              <a:off x="1737720" y="2201760"/>
              <a:ext cx="4972320" cy="3255120"/>
            </p14:xfrm>
          </p:contentPart>
        </mc:Choice>
        <mc:Fallback xmlns="">
          <p:pic>
            <p:nvPicPr>
              <p:cNvPr id="2" name="Ink 1">
                <a:extLst>
                  <a:ext uri="{FF2B5EF4-FFF2-40B4-BE49-F238E27FC236}">
                    <a16:creationId xmlns:a16="http://schemas.microsoft.com/office/drawing/2014/main" id="{8DAE2953-205C-826B-EE5E-C7C2BFD9480A}"/>
                  </a:ext>
                </a:extLst>
              </p:cNvPr>
              <p:cNvPicPr/>
              <p:nvPr/>
            </p:nvPicPr>
            <p:blipFill>
              <a:blip r:embed="rId4"/>
              <a:stretch>
                <a:fillRect/>
              </a:stretch>
            </p:blipFill>
            <p:spPr>
              <a:xfrm>
                <a:off x="1721520" y="2185560"/>
                <a:ext cx="5004720" cy="32875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9"/>
          <p:cNvSpPr txBox="1">
            <a:spLocks noGrp="1"/>
          </p:cNvSpPr>
          <p:nvPr>
            <p:ph type="body" idx="1"/>
          </p:nvPr>
        </p:nvSpPr>
        <p:spPr>
          <a:xfrm>
            <a:off x="72784" y="1657613"/>
            <a:ext cx="3461986"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a:t>Product, design &amp; engineering work side by side in a give-and-take manner</a:t>
            </a:r>
            <a:endParaRPr/>
          </a:p>
          <a:p>
            <a:pPr marL="514350" lvl="0" indent="-285750" algn="l" rtl="0">
              <a:lnSpc>
                <a:spcPct val="100000"/>
              </a:lnSpc>
              <a:spcBef>
                <a:spcPts val="480"/>
              </a:spcBef>
              <a:spcAft>
                <a:spcPts val="0"/>
              </a:spcAft>
              <a:buSzPts val="2400"/>
              <a:buFont typeface="Arial"/>
              <a:buChar char="•"/>
            </a:pPr>
            <a:r>
              <a:rPr lang="en-IN"/>
              <a:t>Leads to better solution ideas &amp; higher ownership</a:t>
            </a:r>
            <a:endParaRPr/>
          </a:p>
          <a:p>
            <a:pPr marL="457200" marR="0" lvl="0" indent="-228600" algn="l" rtl="0">
              <a:lnSpc>
                <a:spcPct val="100000"/>
              </a:lnSpc>
              <a:spcBef>
                <a:spcPts val="480"/>
              </a:spcBef>
              <a:spcAft>
                <a:spcPts val="0"/>
              </a:spcAft>
              <a:buClr>
                <a:srgbClr val="101141"/>
              </a:buClr>
              <a:buSzPts val="2400"/>
              <a:buFont typeface="Arial"/>
              <a:buNone/>
            </a:pPr>
            <a:endParaRPr/>
          </a:p>
          <a:p>
            <a:pPr marL="457200" marR="0" lvl="0" indent="-228600" algn="l" rtl="0">
              <a:lnSpc>
                <a:spcPct val="100000"/>
              </a:lnSpc>
              <a:spcBef>
                <a:spcPts val="480"/>
              </a:spcBef>
              <a:spcAft>
                <a:spcPts val="0"/>
              </a:spcAft>
              <a:buClr>
                <a:srgbClr val="101141"/>
              </a:buClr>
              <a:buSzPts val="2400"/>
              <a:buFont typeface="Arial"/>
              <a:buNone/>
            </a:pPr>
            <a:r>
              <a:rPr lang="en-IN" b="1">
                <a:solidFill>
                  <a:srgbClr val="0070C0"/>
                </a:solidFill>
              </a:rPr>
              <a:t>Example: Amplitude</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A product analytics s/w</a:t>
            </a:r>
            <a:endParaRPr/>
          </a:p>
          <a:p>
            <a:pPr marL="514350" lvl="0" indent="-285750" algn="l" rtl="0">
              <a:lnSpc>
                <a:spcPct val="100000"/>
              </a:lnSpc>
              <a:spcBef>
                <a:spcPts val="480"/>
              </a:spcBef>
              <a:spcAft>
                <a:spcPts val="0"/>
              </a:spcAft>
              <a:buSzPts val="2400"/>
              <a:buFont typeface="Arial"/>
              <a:buChar char="•"/>
            </a:pPr>
            <a:r>
              <a:rPr lang="en-IN"/>
              <a:t>Engineers stay connected with customers by participating in client calls</a:t>
            </a:r>
            <a:endParaRPr/>
          </a:p>
          <a:p>
            <a:pPr marL="457200" marR="0" lvl="0" indent="-228600" algn="l" rtl="0">
              <a:lnSpc>
                <a:spcPct val="100000"/>
              </a:lnSpc>
              <a:spcBef>
                <a:spcPts val="480"/>
              </a:spcBef>
              <a:spcAft>
                <a:spcPts val="0"/>
              </a:spcAft>
              <a:buClr>
                <a:srgbClr val="101141"/>
              </a:buClr>
              <a:buSzPts val="2400"/>
              <a:buFont typeface="Arial"/>
              <a:buNone/>
            </a:pPr>
            <a:endParaRPr i="1"/>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34" name="Google Shape;134;p19"/>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28600" lvl="0" indent="0" algn="l" rtl="0">
              <a:lnSpc>
                <a:spcPct val="100000"/>
              </a:lnSpc>
              <a:spcBef>
                <a:spcPts val="0"/>
              </a:spcBef>
              <a:spcAft>
                <a:spcPts val="0"/>
              </a:spcAft>
              <a:buSzPts val="3600"/>
              <a:buNone/>
            </a:pPr>
            <a:r>
              <a:rPr lang="en-IN"/>
              <a:t>Define and design products collaboratively</a:t>
            </a:r>
            <a:endParaRPr/>
          </a:p>
        </p:txBody>
      </p:sp>
      <p:pic>
        <p:nvPicPr>
          <p:cNvPr id="135" name="Google Shape;135;p19" descr="Engineers need to talk with customers-min"/>
          <p:cNvPicPr preferRelativeResize="0"/>
          <p:nvPr/>
        </p:nvPicPr>
        <p:blipFill rotWithShape="1">
          <a:blip r:embed="rId3">
            <a:alphaModFix/>
          </a:blip>
          <a:srcRect/>
          <a:stretch/>
        </p:blipFill>
        <p:spPr>
          <a:xfrm>
            <a:off x="3371279" y="1557174"/>
            <a:ext cx="5731510" cy="4699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Example: Kissflow</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Workflow automation improves employee productivity</a:t>
            </a:r>
            <a:endParaRPr/>
          </a:p>
          <a:p>
            <a:pPr marL="514350" lvl="0" indent="-285750" algn="l" rtl="0">
              <a:lnSpc>
                <a:spcPct val="100000"/>
              </a:lnSpc>
              <a:spcBef>
                <a:spcPts val="480"/>
              </a:spcBef>
              <a:spcAft>
                <a:spcPts val="0"/>
              </a:spcAft>
              <a:buSzPts val="2400"/>
              <a:buFont typeface="Arial"/>
              <a:buChar char="•"/>
            </a:pPr>
            <a:r>
              <a:rPr lang="en-IN"/>
              <a:t>Provides 50 ready-to-use workflows from travel reimbursements to employee on-boarding</a:t>
            </a:r>
            <a:endParaRPr/>
          </a:p>
          <a:p>
            <a:pPr marL="514350" lvl="0" indent="-285750" algn="l" rtl="0">
              <a:lnSpc>
                <a:spcPct val="100000"/>
              </a:lnSpc>
              <a:spcBef>
                <a:spcPts val="480"/>
              </a:spcBef>
              <a:spcAft>
                <a:spcPts val="0"/>
              </a:spcAft>
              <a:buSzPts val="2400"/>
              <a:buFont typeface="Arial"/>
              <a:buChar char="•"/>
            </a:pPr>
            <a:r>
              <a:rPr lang="en-IN"/>
              <a:t>Easy diagramming helps model a company’s process just as it appears in the business manager’s mind. </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41" name="Google Shape;141;p2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Solve problems, not just implement features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1"/>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Example: Wobot Intelligence</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Helps organizations in the Food, Retail, and Manufacturing sectors to reduce risk of non-compliance &amp; pilferage</a:t>
            </a:r>
            <a:endParaRPr/>
          </a:p>
          <a:p>
            <a:pPr marL="514350" lvl="0" indent="-285750" algn="l" rtl="0">
              <a:lnSpc>
                <a:spcPct val="100000"/>
              </a:lnSpc>
              <a:spcBef>
                <a:spcPts val="480"/>
              </a:spcBef>
              <a:spcAft>
                <a:spcPts val="0"/>
              </a:spcAft>
              <a:buSzPts val="2400"/>
              <a:buFont typeface="Arial"/>
              <a:buChar char="•"/>
            </a:pPr>
            <a:r>
              <a:rPr lang="en-IN"/>
              <a:t>Has process compliance modules like hygiene, workforce &amp; workplace safety, customer SOPs, and more</a:t>
            </a:r>
            <a:endParaRPr/>
          </a:p>
          <a:p>
            <a:pPr marL="514350" lvl="0" indent="-285750" algn="l" rtl="0">
              <a:lnSpc>
                <a:spcPct val="100000"/>
              </a:lnSpc>
              <a:spcBef>
                <a:spcPts val="480"/>
              </a:spcBef>
              <a:spcAft>
                <a:spcPts val="0"/>
              </a:spcAft>
              <a:buSzPts val="2400"/>
              <a:buFont typeface="Arial"/>
              <a:buChar char="•"/>
            </a:pPr>
            <a:r>
              <a:rPr lang="en-IN"/>
              <a:t>Uses deep learning Video Analytics to identify people, objects and their activities</a:t>
            </a:r>
            <a:endParaRPr/>
          </a:p>
          <a:p>
            <a:pPr marL="514350" lvl="0" indent="-285750" algn="l" rtl="0">
              <a:lnSpc>
                <a:spcPct val="100000"/>
              </a:lnSpc>
              <a:spcBef>
                <a:spcPts val="480"/>
              </a:spcBef>
              <a:spcAft>
                <a:spcPts val="0"/>
              </a:spcAft>
              <a:buSzPts val="2400"/>
              <a:buFont typeface="Arial"/>
              <a:buChar char="•"/>
            </a:pPr>
            <a:r>
              <a:rPr lang="en-IN"/>
              <a:t>Customers - IRCTC, Rebel Foods, CureFit, Kitopi, Travel Food Services, Burger Singh, G4S, Max Estates, Blue Tokai, Apparel Group and Smartworks</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47" name="Google Shape;147;p2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Solve problems, not just implement features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2"/>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Example: Logically</a:t>
            </a:r>
            <a:endParaRPr/>
          </a:p>
          <a:p>
            <a:pPr marL="457200" marR="0" lvl="0" indent="-228600" algn="l" rtl="0">
              <a:lnSpc>
                <a:spcPct val="100000"/>
              </a:lnSpc>
              <a:spcBef>
                <a:spcPts val="480"/>
              </a:spcBef>
              <a:spcAft>
                <a:spcPts val="0"/>
              </a:spcAft>
              <a:buClr>
                <a:srgbClr val="101141"/>
              </a:buClr>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Detects fake news &amp; inaccurate news using AI &amp; ML</a:t>
            </a:r>
            <a:endParaRPr/>
          </a:p>
          <a:p>
            <a:pPr marL="514350" lvl="0" indent="-285750" algn="l" rtl="0">
              <a:lnSpc>
                <a:spcPct val="100000"/>
              </a:lnSpc>
              <a:spcBef>
                <a:spcPts val="480"/>
              </a:spcBef>
              <a:spcAft>
                <a:spcPts val="0"/>
              </a:spcAft>
              <a:buSzPts val="2400"/>
              <a:buFont typeface="Arial"/>
              <a:buChar char="•"/>
            </a:pPr>
            <a:r>
              <a:rPr lang="en-IN"/>
              <a:t>Finds out who is spreading misinformation to enable authorities to take action</a:t>
            </a:r>
            <a:endParaRPr/>
          </a:p>
          <a:p>
            <a:pPr marL="514350" lvl="0" indent="-133350" algn="l" rtl="0">
              <a:lnSpc>
                <a:spcPct val="100000"/>
              </a:lnSpc>
              <a:spcBef>
                <a:spcPts val="480"/>
              </a:spcBef>
              <a:spcAft>
                <a:spcPts val="0"/>
              </a:spcAft>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Examples: </a:t>
            </a:r>
            <a:endParaRPr/>
          </a:p>
          <a:p>
            <a:pPr marL="971550" lvl="1" indent="-285750" algn="l" rtl="0">
              <a:lnSpc>
                <a:spcPct val="100000"/>
              </a:lnSpc>
              <a:spcBef>
                <a:spcPts val="320"/>
              </a:spcBef>
              <a:spcAft>
                <a:spcPts val="0"/>
              </a:spcAft>
              <a:buSzPts val="1600"/>
              <a:buFont typeface="Arial"/>
              <a:buChar char="•"/>
            </a:pPr>
            <a:r>
              <a:rPr lang="en-IN" sz="1800"/>
              <a:t>Detected misinformation during the death of a Bollywood actor Sushant Singh, during conflict with China in Ladakh, and during the Kashmir issue with Pakistan.</a:t>
            </a:r>
            <a:endParaRPr/>
          </a:p>
          <a:p>
            <a:pPr marL="971550" lvl="1" indent="-285750" algn="l" rtl="0">
              <a:lnSpc>
                <a:spcPct val="100000"/>
              </a:lnSpc>
              <a:spcBef>
                <a:spcPts val="320"/>
              </a:spcBef>
              <a:spcAft>
                <a:spcPts val="0"/>
              </a:spcAft>
              <a:buSzPts val="1600"/>
              <a:buFont typeface="Arial"/>
              <a:buChar char="•"/>
            </a:pPr>
            <a:r>
              <a:rPr lang="en-IN" sz="1800"/>
              <a:t>Detected bots originating in Pakistan that were interfering with geopolitical and sensitive issues within India</a:t>
            </a:r>
            <a:endParaRPr/>
          </a:p>
          <a:p>
            <a:pPr marL="514350" lvl="0" indent="-133350" algn="l" rtl="0">
              <a:lnSpc>
                <a:spcPct val="100000"/>
              </a:lnSpc>
              <a:spcBef>
                <a:spcPts val="480"/>
              </a:spcBef>
              <a:spcAft>
                <a:spcPts val="0"/>
              </a:spcAft>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t>Customers: Indian Election Commission, Pharma companies to prevent anti-vaccine information, Mysore Police</a:t>
            </a:r>
            <a:endParaRPr/>
          </a:p>
        </p:txBody>
      </p:sp>
      <p:sp>
        <p:nvSpPr>
          <p:cNvPr id="153" name="Google Shape;153;p2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Solve problems, not just implement features - Example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a:t>Development team relies on product management to define a plan and write user stories, requirements, and acceptance </a:t>
            </a:r>
            <a:endParaRPr/>
          </a:p>
          <a:p>
            <a:pPr marL="514350" lvl="0" indent="-285750" algn="l" rtl="0">
              <a:lnSpc>
                <a:spcPct val="100000"/>
              </a:lnSpc>
              <a:spcBef>
                <a:spcPts val="480"/>
              </a:spcBef>
              <a:spcAft>
                <a:spcPts val="0"/>
              </a:spcAft>
              <a:buSzPts val="2400"/>
              <a:buFont typeface="Arial"/>
              <a:buChar char="•"/>
            </a:pPr>
            <a:r>
              <a:rPr lang="en-IN"/>
              <a:t>Marketing team relies on Product management for product information, value proposition definitions. They collaborate to define product position, launch product, define Go-to-market strategy</a:t>
            </a:r>
            <a:endParaRPr/>
          </a:p>
          <a:p>
            <a:pPr marL="514350" lvl="0" indent="-285750" algn="l" rtl="0">
              <a:lnSpc>
                <a:spcPct val="100000"/>
              </a:lnSpc>
              <a:spcBef>
                <a:spcPts val="480"/>
              </a:spcBef>
              <a:spcAft>
                <a:spcPts val="0"/>
              </a:spcAft>
              <a:buSzPts val="2400"/>
              <a:buFont typeface="Arial"/>
              <a:buChar char="•"/>
            </a:pPr>
            <a:r>
              <a:rPr lang="en-IN"/>
              <a:t>Sales team relies on Product management for demo cases, answering detailed inquiries, and helping to close deals. </a:t>
            </a:r>
            <a:endParaRPr/>
          </a:p>
          <a:p>
            <a:pPr marL="514350" lvl="0" indent="-285750" algn="l" rtl="0">
              <a:lnSpc>
                <a:spcPct val="100000"/>
              </a:lnSpc>
              <a:spcBef>
                <a:spcPts val="480"/>
              </a:spcBef>
              <a:spcAft>
                <a:spcPts val="0"/>
              </a:spcAft>
              <a:buSzPts val="2400"/>
              <a:buFont typeface="Arial"/>
              <a:buChar char="•"/>
            </a:pPr>
            <a:r>
              <a:rPr lang="en-IN"/>
              <a:t>Finance and Product rely on each other to build the business through determining pricing, margins, discounting, and so forth. </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59" name="Google Shape;159;p2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sz="2400"/>
              <a:t>Product management: Relationship with rest of the company</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a:t>Determine your target customers</a:t>
            </a:r>
            <a:endParaRPr/>
          </a:p>
          <a:p>
            <a:pPr marL="514350" lvl="0" indent="-285750" algn="l" rtl="0">
              <a:lnSpc>
                <a:spcPct val="100000"/>
              </a:lnSpc>
              <a:spcBef>
                <a:spcPts val="480"/>
              </a:spcBef>
              <a:spcAft>
                <a:spcPts val="0"/>
              </a:spcAft>
              <a:buSzPts val="2400"/>
              <a:buFont typeface="Arial"/>
              <a:buChar char="•"/>
            </a:pPr>
            <a:r>
              <a:rPr lang="en-IN"/>
              <a:t>Identify underserved customer needs</a:t>
            </a:r>
            <a:endParaRPr/>
          </a:p>
          <a:p>
            <a:pPr marL="514350" lvl="0" indent="-285750" algn="l" rtl="0">
              <a:lnSpc>
                <a:spcPct val="100000"/>
              </a:lnSpc>
              <a:spcBef>
                <a:spcPts val="480"/>
              </a:spcBef>
              <a:spcAft>
                <a:spcPts val="0"/>
              </a:spcAft>
              <a:buSzPts val="2400"/>
              <a:buFont typeface="Arial"/>
              <a:buChar char="•"/>
            </a:pPr>
            <a:r>
              <a:rPr lang="en-IN"/>
              <a:t>Define your Value Proposition</a:t>
            </a:r>
            <a:endParaRPr/>
          </a:p>
          <a:p>
            <a:pPr marL="514350" lvl="0" indent="-285750" algn="l" rtl="0">
              <a:lnSpc>
                <a:spcPct val="100000"/>
              </a:lnSpc>
              <a:spcBef>
                <a:spcPts val="480"/>
              </a:spcBef>
              <a:spcAft>
                <a:spcPts val="0"/>
              </a:spcAft>
              <a:buSzPts val="2400"/>
              <a:buFont typeface="Arial"/>
              <a:buChar char="•"/>
            </a:pPr>
            <a:r>
              <a:rPr lang="en-IN"/>
              <a:t>Assess value through customer interaction</a:t>
            </a:r>
            <a:endParaRPr/>
          </a:p>
          <a:p>
            <a:pPr marL="514350" lvl="0" indent="-285750" algn="l" rtl="0">
              <a:lnSpc>
                <a:spcPct val="100000"/>
              </a:lnSpc>
              <a:spcBef>
                <a:spcPts val="480"/>
              </a:spcBef>
              <a:spcAft>
                <a:spcPts val="0"/>
              </a:spcAft>
              <a:buSzPts val="2400"/>
              <a:buFont typeface="Arial"/>
              <a:buChar char="•"/>
            </a:pPr>
            <a:r>
              <a:rPr lang="en-IN"/>
              <a:t>Specify your Minimum Viable Product (MVP)</a:t>
            </a:r>
            <a:endParaRPr/>
          </a:p>
          <a:p>
            <a:pPr marL="514350" lvl="0" indent="-285750" algn="l" rtl="0">
              <a:lnSpc>
                <a:spcPct val="100000"/>
              </a:lnSpc>
              <a:spcBef>
                <a:spcPts val="480"/>
              </a:spcBef>
              <a:spcAft>
                <a:spcPts val="0"/>
              </a:spcAft>
              <a:buSzPts val="2400"/>
              <a:buFont typeface="Arial"/>
              <a:buChar char="•"/>
            </a:pPr>
            <a:r>
              <a:rPr lang="en-IN"/>
              <a:t>Create your MVP prototype</a:t>
            </a:r>
            <a:endParaRPr/>
          </a:p>
          <a:p>
            <a:pPr marL="514350" lvl="0" indent="-285750" algn="l" rtl="0">
              <a:lnSpc>
                <a:spcPct val="100000"/>
              </a:lnSpc>
              <a:spcBef>
                <a:spcPts val="480"/>
              </a:spcBef>
              <a:spcAft>
                <a:spcPts val="0"/>
              </a:spcAft>
              <a:buSzPts val="2400"/>
              <a:buFont typeface="Arial"/>
              <a:buChar char="•"/>
            </a:pPr>
            <a:r>
              <a:rPr lang="en-IN"/>
              <a:t>Test your MVP with customers</a:t>
            </a:r>
            <a:endParaRPr/>
          </a:p>
          <a:p>
            <a:pPr marL="514350" lvl="0" indent="-285750" algn="l" rtl="0">
              <a:lnSpc>
                <a:spcPct val="100000"/>
              </a:lnSpc>
              <a:spcBef>
                <a:spcPts val="480"/>
              </a:spcBef>
              <a:spcAft>
                <a:spcPts val="0"/>
              </a:spcAft>
              <a:buSzPts val="2400"/>
              <a:buFont typeface="Arial"/>
              <a:buChar char="•"/>
            </a:pPr>
            <a:r>
              <a:rPr lang="en-IN"/>
              <a:t>Iterate</a:t>
            </a:r>
            <a:endParaRPr/>
          </a:p>
          <a:p>
            <a:pPr marL="514350" lvl="0" indent="-285750" algn="l" rtl="0">
              <a:lnSpc>
                <a:spcPct val="100000"/>
              </a:lnSpc>
              <a:spcBef>
                <a:spcPts val="480"/>
              </a:spcBef>
              <a:spcAft>
                <a:spcPts val="0"/>
              </a:spcAft>
              <a:buSzPts val="2400"/>
              <a:buFont typeface="Arial"/>
              <a:buChar char="•"/>
            </a:pPr>
            <a:r>
              <a:rPr lang="en-IN"/>
              <a:t>Launch product &amp; support</a:t>
            </a:r>
            <a:endParaRPr/>
          </a:p>
          <a:p>
            <a:pPr marL="514350" lvl="0" indent="-285750" algn="l" rtl="0">
              <a:lnSpc>
                <a:spcPct val="100000"/>
              </a:lnSpc>
              <a:spcBef>
                <a:spcPts val="480"/>
              </a:spcBef>
              <a:spcAft>
                <a:spcPts val="0"/>
              </a:spcAft>
              <a:buSzPts val="2400"/>
              <a:buFont typeface="Arial"/>
              <a:buChar char="•"/>
            </a:pPr>
            <a:r>
              <a:rPr lang="en-IN"/>
              <a:t>Grow &amp; build adjacent products</a:t>
            </a:r>
            <a:endParaRPr/>
          </a:p>
          <a:p>
            <a:pPr marL="514350" lvl="0" indent="-285750" algn="l" rtl="0">
              <a:lnSpc>
                <a:spcPct val="100000"/>
              </a:lnSpc>
              <a:spcBef>
                <a:spcPts val="480"/>
              </a:spcBef>
              <a:spcAft>
                <a:spcPts val="0"/>
              </a:spcAft>
              <a:buSzPts val="2400"/>
              <a:buFont typeface="Arial"/>
              <a:buChar char="•"/>
            </a:pPr>
            <a:r>
              <a:rPr lang="en-IN"/>
              <a:t>End of life</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65" name="Google Shape;165;p2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Product lifecycle</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0E8EFA0-DDE7-F8F7-428C-F4016ACEA926}"/>
                  </a:ext>
                </a:extLst>
              </p14:cNvPr>
              <p14:cNvContentPartPr/>
              <p14:nvPr/>
            </p14:nvContentPartPr>
            <p14:xfrm>
              <a:off x="1696320" y="905400"/>
              <a:ext cx="7288200" cy="5395680"/>
            </p14:xfrm>
          </p:contentPart>
        </mc:Choice>
        <mc:Fallback xmlns="">
          <p:pic>
            <p:nvPicPr>
              <p:cNvPr id="2" name="Ink 1">
                <a:extLst>
                  <a:ext uri="{FF2B5EF4-FFF2-40B4-BE49-F238E27FC236}">
                    <a16:creationId xmlns:a16="http://schemas.microsoft.com/office/drawing/2014/main" id="{90E8EFA0-DDE7-F8F7-428C-F4016ACEA926}"/>
                  </a:ext>
                </a:extLst>
              </p:cNvPr>
              <p:cNvPicPr/>
              <p:nvPr/>
            </p:nvPicPr>
            <p:blipFill>
              <a:blip r:embed="rId4"/>
              <a:stretch>
                <a:fillRect/>
              </a:stretch>
            </p:blipFill>
            <p:spPr>
              <a:xfrm>
                <a:off x="1680120" y="889200"/>
                <a:ext cx="7320600" cy="5428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5"/>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a:t>Products using new technology such as AI, NLP, Blockchain, Robotics are adopted gradually </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71" name="Google Shape;171;p25"/>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Technology adoption lifecycle</a:t>
            </a:r>
            <a:endParaRPr/>
          </a:p>
        </p:txBody>
      </p:sp>
      <p:pic>
        <p:nvPicPr>
          <p:cNvPr id="172" name="Google Shape;172;p25" descr="Image for post"/>
          <p:cNvPicPr preferRelativeResize="0"/>
          <p:nvPr/>
        </p:nvPicPr>
        <p:blipFill rotWithShape="1">
          <a:blip r:embed="rId3">
            <a:alphaModFix/>
          </a:blip>
          <a:srcRect/>
          <a:stretch/>
        </p:blipFill>
        <p:spPr>
          <a:xfrm>
            <a:off x="1201005" y="2962741"/>
            <a:ext cx="6715296" cy="2660138"/>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DA880F9-2E0C-3BF0-5A85-2612D70A2E3A}"/>
                  </a:ext>
                </a:extLst>
              </p14:cNvPr>
              <p14:cNvContentPartPr/>
              <p14:nvPr/>
            </p14:nvContentPartPr>
            <p14:xfrm>
              <a:off x="1284480" y="2084040"/>
              <a:ext cx="7815600" cy="2502360"/>
            </p14:xfrm>
          </p:contentPart>
        </mc:Choice>
        <mc:Fallback xmlns="">
          <p:pic>
            <p:nvPicPr>
              <p:cNvPr id="2" name="Ink 1">
                <a:extLst>
                  <a:ext uri="{FF2B5EF4-FFF2-40B4-BE49-F238E27FC236}">
                    <a16:creationId xmlns:a16="http://schemas.microsoft.com/office/drawing/2014/main" id="{5DA880F9-2E0C-3BF0-5A85-2612D70A2E3A}"/>
                  </a:ext>
                </a:extLst>
              </p:cNvPr>
              <p:cNvPicPr/>
              <p:nvPr/>
            </p:nvPicPr>
            <p:blipFill>
              <a:blip r:embed="rId5"/>
              <a:stretch>
                <a:fillRect/>
              </a:stretch>
            </p:blipFill>
            <p:spPr>
              <a:xfrm>
                <a:off x="1268280" y="2067840"/>
                <a:ext cx="7848000" cy="253476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sz="1600" b="1" dirty="0"/>
              <a:t>Innovators</a:t>
            </a:r>
            <a:r>
              <a:rPr lang="en-IN" sz="1600" dirty="0"/>
              <a:t> are the first to get interested on new products and novelties. They even accept incomplete or defective products just for the pleasure of being the first ones to use this new product.  </a:t>
            </a:r>
            <a:endParaRPr dirty="0"/>
          </a:p>
          <a:p>
            <a:pPr marL="514350" lvl="0" indent="-285750" algn="l" rtl="0">
              <a:lnSpc>
                <a:spcPct val="100000"/>
              </a:lnSpc>
              <a:spcBef>
                <a:spcPts val="480"/>
              </a:spcBef>
              <a:spcAft>
                <a:spcPts val="0"/>
              </a:spcAft>
              <a:buSzPts val="2400"/>
              <a:buFont typeface="Arial"/>
              <a:buChar char="•"/>
            </a:pPr>
            <a:r>
              <a:rPr lang="en-IN" sz="1600" b="1" dirty="0"/>
              <a:t>Early adopters</a:t>
            </a:r>
            <a:r>
              <a:rPr lang="en-IN" sz="1600" dirty="0"/>
              <a:t>, also known as visionaries or enthusiasts, who accept the risks of testing a new product, but not for the pleasure of coming first but </a:t>
            </a:r>
            <a:r>
              <a:rPr lang="en-IN" sz="1600" b="1" dirty="0"/>
              <a:t>because they see the potential in it</a:t>
            </a:r>
            <a:r>
              <a:rPr lang="en-IN" sz="1600" dirty="0"/>
              <a:t>. Usually, they are influencers within organizations and communities in which they participate. </a:t>
            </a:r>
            <a:endParaRPr sz="1600" dirty="0"/>
          </a:p>
          <a:p>
            <a:pPr marL="971550" lvl="1" indent="-285750" algn="l" rtl="0">
              <a:lnSpc>
                <a:spcPct val="100000"/>
              </a:lnSpc>
              <a:spcBef>
                <a:spcPts val="320"/>
              </a:spcBef>
              <a:spcAft>
                <a:spcPts val="0"/>
              </a:spcAft>
              <a:buSzPts val="1600"/>
              <a:buFont typeface="Arial"/>
              <a:buChar char="•"/>
            </a:pPr>
            <a:r>
              <a:rPr lang="en-IN" dirty="0"/>
              <a:t>IBM Watson was adopted by a </a:t>
            </a:r>
            <a:r>
              <a:rPr lang="en-IN" u="sng" dirty="0">
                <a:solidFill>
                  <a:schemeClr val="hlink"/>
                </a:solidFill>
                <a:hlinkClick r:id="rId3"/>
              </a:rPr>
              <a:t>Memorial Sloan–Kettering Cancer Center</a:t>
            </a:r>
            <a:r>
              <a:rPr lang="en-IN" dirty="0"/>
              <a:t>, </a:t>
            </a:r>
            <a:r>
              <a:rPr lang="en-IN" dirty="0" err="1"/>
              <a:t>Cleaveland</a:t>
            </a:r>
            <a:r>
              <a:rPr lang="en-IN" dirty="0"/>
              <a:t> Clinic, MD Andersen Cancer </a:t>
            </a:r>
            <a:r>
              <a:rPr lang="en-IN" dirty="0" err="1"/>
              <a:t>Center</a:t>
            </a:r>
            <a:r>
              <a:rPr lang="en-IN" dirty="0"/>
              <a:t>, to get advise on Cancer</a:t>
            </a:r>
            <a:endParaRPr dirty="0"/>
          </a:p>
          <a:p>
            <a:pPr marL="514350" lvl="0" indent="-285750" algn="l" rtl="0">
              <a:lnSpc>
                <a:spcPct val="100000"/>
              </a:lnSpc>
              <a:spcBef>
                <a:spcPts val="480"/>
              </a:spcBef>
              <a:spcAft>
                <a:spcPts val="0"/>
              </a:spcAft>
              <a:buSzPts val="2400"/>
              <a:buFont typeface="Arial"/>
              <a:buChar char="•"/>
            </a:pPr>
            <a:r>
              <a:rPr lang="en-IN" sz="1600" b="1" dirty="0"/>
              <a:t>Early majority</a:t>
            </a:r>
            <a:r>
              <a:rPr lang="en-IN" sz="1600" dirty="0"/>
              <a:t>, also called pragmatic, buy new products only after they got references. </a:t>
            </a:r>
            <a:endParaRPr sz="1600" dirty="0"/>
          </a:p>
          <a:p>
            <a:pPr marL="971550" lvl="1" indent="-285750" algn="l" rtl="0">
              <a:lnSpc>
                <a:spcPct val="100000"/>
              </a:lnSpc>
              <a:spcBef>
                <a:spcPts val="320"/>
              </a:spcBef>
              <a:spcAft>
                <a:spcPts val="0"/>
              </a:spcAft>
              <a:buSzPts val="1600"/>
              <a:buFont typeface="Arial"/>
              <a:buChar char="•"/>
            </a:pPr>
            <a:r>
              <a:rPr lang="en-IN" dirty="0"/>
              <a:t>Manipal Hospital Bangalore, Georgia tech teaching assistant, H&amp;R Block for tax preparation, Several startups use it for developing cognitive apps</a:t>
            </a:r>
            <a:endParaRPr dirty="0"/>
          </a:p>
          <a:p>
            <a:pPr marL="514350" lvl="0" indent="-285750" algn="l" rtl="0">
              <a:lnSpc>
                <a:spcPct val="100000"/>
              </a:lnSpc>
              <a:spcBef>
                <a:spcPts val="480"/>
              </a:spcBef>
              <a:spcAft>
                <a:spcPts val="0"/>
              </a:spcAft>
              <a:buSzPts val="2400"/>
              <a:buFont typeface="Arial"/>
              <a:buChar char="•"/>
            </a:pPr>
            <a:r>
              <a:rPr lang="en-IN" sz="1600" b="1" dirty="0"/>
              <a:t>Late majority</a:t>
            </a:r>
            <a:r>
              <a:rPr lang="en-IN" sz="1600" dirty="0"/>
              <a:t> are the conservatives, in other words, those who buy only after the price has dropped substantially. Example late majority users of </a:t>
            </a:r>
            <a:r>
              <a:rPr lang="en-IN" sz="1600" dirty="0" err="1"/>
              <a:t>SalesForce</a:t>
            </a:r>
            <a:endParaRPr sz="1600" dirty="0"/>
          </a:p>
          <a:p>
            <a:pPr marL="514350" lvl="0" indent="-285750" algn="l" rtl="0">
              <a:lnSpc>
                <a:spcPct val="100000"/>
              </a:lnSpc>
              <a:spcBef>
                <a:spcPts val="480"/>
              </a:spcBef>
              <a:spcAft>
                <a:spcPts val="0"/>
              </a:spcAft>
              <a:buSzPts val="2400"/>
              <a:buFont typeface="Arial"/>
              <a:buChar char="•"/>
            </a:pPr>
            <a:r>
              <a:rPr lang="en-IN" sz="1600" b="1" dirty="0"/>
              <a:t>Laggards</a:t>
            </a:r>
            <a:r>
              <a:rPr lang="en-IN" sz="1600" dirty="0"/>
              <a:t>, who only buy a new product if this is the only option available.</a:t>
            </a:r>
            <a:endParaRPr dirty="0"/>
          </a:p>
          <a:p>
            <a:pPr marL="457200" marR="0" lvl="0" indent="-228600" algn="l" rtl="0">
              <a:lnSpc>
                <a:spcPct val="100000"/>
              </a:lnSpc>
              <a:spcBef>
                <a:spcPts val="480"/>
              </a:spcBef>
              <a:spcAft>
                <a:spcPts val="0"/>
              </a:spcAft>
              <a:buClr>
                <a:srgbClr val="101141"/>
              </a:buClr>
              <a:buSzPts val="2400"/>
              <a:buFont typeface="Arial"/>
              <a:buNone/>
            </a:pPr>
            <a:endParaRPr sz="1600" dirty="0"/>
          </a:p>
        </p:txBody>
      </p:sp>
      <p:sp>
        <p:nvSpPr>
          <p:cNvPr id="178" name="Google Shape;178;p2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Technology adoption lifecycle…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b="1" dirty="0"/>
              <a:t>Example: </a:t>
            </a:r>
            <a:endParaRPr b="1" dirty="0"/>
          </a:p>
          <a:p>
            <a:pPr marL="514350" lvl="0" indent="-285750" algn="l" rtl="0">
              <a:lnSpc>
                <a:spcPct val="100000"/>
              </a:lnSpc>
              <a:spcBef>
                <a:spcPts val="480"/>
              </a:spcBef>
              <a:spcAft>
                <a:spcPts val="0"/>
              </a:spcAft>
              <a:buSzPts val="2400"/>
              <a:buFont typeface="Arial"/>
              <a:buChar char="•"/>
            </a:pPr>
            <a:r>
              <a:rPr lang="en-IN" dirty="0"/>
              <a:t>IBM Watson &amp; Robotic surgery (Da Vinci) used by one or 2 hospitals. </a:t>
            </a:r>
            <a:endParaRPr dirty="0"/>
          </a:p>
          <a:p>
            <a:pPr marL="514350" lvl="0" indent="-285750" algn="l" rtl="0">
              <a:lnSpc>
                <a:spcPct val="100000"/>
              </a:lnSpc>
              <a:spcBef>
                <a:spcPts val="480"/>
              </a:spcBef>
              <a:spcAft>
                <a:spcPts val="0"/>
              </a:spcAft>
              <a:buSzPts val="2400"/>
              <a:buFont typeface="Arial"/>
              <a:buChar char="•"/>
            </a:pPr>
            <a:r>
              <a:rPr lang="en-IN" dirty="0"/>
              <a:t>In 1999 </a:t>
            </a:r>
            <a:r>
              <a:rPr lang="en-IN" dirty="0" err="1"/>
              <a:t>Salesforce.com</a:t>
            </a:r>
            <a:r>
              <a:rPr lang="en-IN" dirty="0"/>
              <a:t> was the first to use Cloud to offer applications on the Cloud. 3 years later the industry grew massively with video, music and other media being hosted and delivered online. </a:t>
            </a:r>
            <a:endParaRPr dirty="0"/>
          </a:p>
          <a:p>
            <a:pPr marL="457200" marR="0" lvl="0" indent="-228600" algn="l" rtl="0">
              <a:lnSpc>
                <a:spcPct val="100000"/>
              </a:lnSpc>
              <a:spcBef>
                <a:spcPts val="480"/>
              </a:spcBef>
              <a:spcAft>
                <a:spcPts val="0"/>
              </a:spcAft>
              <a:buClr>
                <a:srgbClr val="101141"/>
              </a:buClr>
              <a:buSzPts val="2400"/>
              <a:buFont typeface="Arial"/>
              <a:buNone/>
            </a:pPr>
            <a:endParaRPr u="sng" dirty="0">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dirty="0">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dirty="0">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dirty="0">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dirty="0">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dirty="0">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endParaRPr u="sng" dirty="0">
              <a:solidFill>
                <a:schemeClr val="hlink"/>
              </a:solidFill>
              <a:hlinkClick r:id="rId3"/>
            </a:endParaRPr>
          </a:p>
          <a:p>
            <a:pPr marL="457200" marR="0" lvl="0" indent="-228600" algn="l" rtl="0">
              <a:lnSpc>
                <a:spcPct val="100000"/>
              </a:lnSpc>
              <a:spcBef>
                <a:spcPts val="480"/>
              </a:spcBef>
              <a:spcAft>
                <a:spcPts val="0"/>
              </a:spcAft>
              <a:buClr>
                <a:srgbClr val="101141"/>
              </a:buClr>
              <a:buSzPts val="2400"/>
              <a:buFont typeface="Arial"/>
              <a:buNone/>
            </a:pPr>
            <a:r>
              <a:rPr lang="en-IN" u="sng" dirty="0">
                <a:solidFill>
                  <a:schemeClr val="hlink"/>
                </a:solidFill>
                <a:hlinkClick r:id="rId3"/>
              </a:rPr>
              <a:t>https://www.scality.com/solved/the-history-of-cloud-computing/</a:t>
            </a:r>
            <a:endParaRPr dirty="0"/>
          </a:p>
          <a:p>
            <a:pPr marL="457200" marR="0" lvl="0" indent="-228600" algn="l" rtl="0">
              <a:lnSpc>
                <a:spcPct val="100000"/>
              </a:lnSpc>
              <a:spcBef>
                <a:spcPts val="480"/>
              </a:spcBef>
              <a:spcAft>
                <a:spcPts val="0"/>
              </a:spcAft>
              <a:buClr>
                <a:srgbClr val="101141"/>
              </a:buClr>
              <a:buSzPts val="2400"/>
              <a:buFont typeface="Arial"/>
              <a:buNone/>
            </a:pPr>
            <a:endParaRPr dirty="0"/>
          </a:p>
        </p:txBody>
      </p:sp>
      <p:sp>
        <p:nvSpPr>
          <p:cNvPr id="184" name="Google Shape;184;p2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Technology adoption lifecycle…</a:t>
            </a:r>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902D672-A5D0-4940-E2A2-374077E0A79B}"/>
                  </a:ext>
                </a:extLst>
              </p14:cNvPr>
              <p14:cNvContentPartPr/>
              <p14:nvPr/>
            </p14:nvContentPartPr>
            <p14:xfrm>
              <a:off x="4119840" y="3625200"/>
              <a:ext cx="360" cy="360"/>
            </p14:xfrm>
          </p:contentPart>
        </mc:Choice>
        <mc:Fallback xmlns="">
          <p:pic>
            <p:nvPicPr>
              <p:cNvPr id="2" name="Ink 1">
                <a:extLst>
                  <a:ext uri="{FF2B5EF4-FFF2-40B4-BE49-F238E27FC236}">
                    <a16:creationId xmlns:a16="http://schemas.microsoft.com/office/drawing/2014/main" id="{5902D672-A5D0-4940-E2A2-374077E0A79B}"/>
                  </a:ext>
                </a:extLst>
              </p:cNvPr>
              <p:cNvPicPr/>
              <p:nvPr/>
            </p:nvPicPr>
            <p:blipFill>
              <a:blip r:embed="rId5"/>
              <a:stretch>
                <a:fillRect/>
              </a:stretch>
            </p:blipFill>
            <p:spPr>
              <a:xfrm>
                <a:off x="4110480" y="361584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75B89D37-C949-D9A9-FB7C-7EDBC86A9001}"/>
                  </a:ext>
                </a:extLst>
              </p14:cNvPr>
              <p14:cNvContentPartPr/>
              <p14:nvPr/>
            </p14:nvContentPartPr>
            <p14:xfrm>
              <a:off x="2059920" y="2543400"/>
              <a:ext cx="3806640" cy="1023480"/>
            </p14:xfrm>
          </p:contentPart>
        </mc:Choice>
        <mc:Fallback xmlns="">
          <p:pic>
            <p:nvPicPr>
              <p:cNvPr id="3" name="Ink 2">
                <a:extLst>
                  <a:ext uri="{FF2B5EF4-FFF2-40B4-BE49-F238E27FC236}">
                    <a16:creationId xmlns:a16="http://schemas.microsoft.com/office/drawing/2014/main" id="{75B89D37-C949-D9A9-FB7C-7EDBC86A9001}"/>
                  </a:ext>
                </a:extLst>
              </p:cNvPr>
              <p:cNvPicPr/>
              <p:nvPr/>
            </p:nvPicPr>
            <p:blipFill>
              <a:blip r:embed="rId7"/>
              <a:stretch>
                <a:fillRect/>
              </a:stretch>
            </p:blipFill>
            <p:spPr>
              <a:xfrm>
                <a:off x="2043720" y="2527200"/>
                <a:ext cx="3839040" cy="10490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127000" lvl="0" indent="0" algn="l" rtl="0">
              <a:lnSpc>
                <a:spcPct val="100000"/>
              </a:lnSpc>
              <a:spcBef>
                <a:spcPts val="480"/>
              </a:spcBef>
              <a:spcAft>
                <a:spcPts val="0"/>
              </a:spcAft>
              <a:buSzPts val="2400"/>
              <a:buNone/>
            </a:pPr>
            <a:r>
              <a:rPr lang="en-IN" b="1"/>
              <a:t>S-curve: </a:t>
            </a:r>
            <a:r>
              <a:rPr lang="en-IN"/>
              <a:t>By calculating the integral (who remembers the calculus classes?) we can obtain the famous S-shaped technology adoption curve.</a:t>
            </a:r>
            <a:endParaRPr/>
          </a:p>
          <a:p>
            <a:pPr marL="457200" lvl="0" indent="-228600" algn="l" rtl="0">
              <a:lnSpc>
                <a:spcPct val="100000"/>
              </a:lnSpc>
              <a:spcBef>
                <a:spcPts val="480"/>
              </a:spcBef>
              <a:spcAft>
                <a:spcPts val="0"/>
              </a:spcAft>
              <a:buSzPts val="2400"/>
              <a:buNone/>
            </a:pPr>
            <a:r>
              <a:rPr lang="en-IN"/>
              <a:t> </a:t>
            </a:r>
            <a:endParaRPr/>
          </a:p>
          <a:p>
            <a:pPr marL="457200" marR="0" lvl="0" indent="-228600" algn="l" rtl="0">
              <a:lnSpc>
                <a:spcPct val="100000"/>
              </a:lnSpc>
              <a:spcBef>
                <a:spcPts val="480"/>
              </a:spcBef>
              <a:spcAft>
                <a:spcPts val="0"/>
              </a:spcAft>
              <a:buClr>
                <a:srgbClr val="101141"/>
              </a:buClr>
              <a:buSzPts val="2400"/>
              <a:buFont typeface="Arial"/>
              <a:buNone/>
            </a:pPr>
            <a:endParaRPr/>
          </a:p>
        </p:txBody>
      </p:sp>
      <p:sp>
        <p:nvSpPr>
          <p:cNvPr id="190" name="Google Shape;190;p2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Technology adoption lifecycle…</a:t>
            </a:r>
            <a:endParaRPr/>
          </a:p>
        </p:txBody>
      </p:sp>
      <p:pic>
        <p:nvPicPr>
          <p:cNvPr id="191" name="Google Shape;191;p28" descr="Image for post"/>
          <p:cNvPicPr preferRelativeResize="0"/>
          <p:nvPr/>
        </p:nvPicPr>
        <p:blipFill rotWithShape="1">
          <a:blip r:embed="rId3">
            <a:alphaModFix/>
          </a:blip>
          <a:srcRect/>
          <a:stretch/>
        </p:blipFill>
        <p:spPr>
          <a:xfrm>
            <a:off x="1916430" y="2525706"/>
            <a:ext cx="5311140" cy="366268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DD1F9D5-FDD9-6A6B-F157-A171B12BB5EB}"/>
                  </a:ext>
                </a:extLst>
              </p14:cNvPr>
              <p14:cNvContentPartPr/>
              <p14:nvPr/>
            </p14:nvContentPartPr>
            <p14:xfrm>
              <a:off x="464040" y="1868400"/>
              <a:ext cx="6679080" cy="3726000"/>
            </p14:xfrm>
          </p:contentPart>
        </mc:Choice>
        <mc:Fallback xmlns="">
          <p:pic>
            <p:nvPicPr>
              <p:cNvPr id="2" name="Ink 1">
                <a:extLst>
                  <a:ext uri="{FF2B5EF4-FFF2-40B4-BE49-F238E27FC236}">
                    <a16:creationId xmlns:a16="http://schemas.microsoft.com/office/drawing/2014/main" id="{EDD1F9D5-FDD9-6A6B-F157-A171B12BB5EB}"/>
                  </a:ext>
                </a:extLst>
              </p:cNvPr>
              <p:cNvPicPr/>
              <p:nvPr/>
            </p:nvPicPr>
            <p:blipFill>
              <a:blip r:embed="rId5"/>
              <a:stretch>
                <a:fillRect/>
              </a:stretch>
            </p:blipFill>
            <p:spPr>
              <a:xfrm>
                <a:off x="447840" y="1852200"/>
                <a:ext cx="6711480" cy="375840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9"/>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sz="1600" dirty="0"/>
              <a:t>Deep knowledge of customer, your business, market &amp; industry</a:t>
            </a:r>
            <a:endParaRPr dirty="0"/>
          </a:p>
          <a:p>
            <a:pPr marL="971550" lvl="1" indent="-285750" algn="l" rtl="0">
              <a:lnSpc>
                <a:spcPct val="100000"/>
              </a:lnSpc>
              <a:spcBef>
                <a:spcPts val="320"/>
              </a:spcBef>
              <a:spcAft>
                <a:spcPts val="0"/>
              </a:spcAft>
              <a:buSzPts val="1600"/>
              <a:buFont typeface="Arial"/>
              <a:buChar char="•"/>
            </a:pPr>
            <a:r>
              <a:rPr lang="en-IN" dirty="0" err="1"/>
              <a:t>Nium</a:t>
            </a:r>
            <a:r>
              <a:rPr lang="en-IN" dirty="0"/>
              <a:t> - money transfer to foreign countries</a:t>
            </a:r>
            <a:endParaRPr dirty="0"/>
          </a:p>
          <a:p>
            <a:pPr marL="971550" lvl="1" indent="-285750" algn="l" rtl="0">
              <a:lnSpc>
                <a:spcPct val="100000"/>
              </a:lnSpc>
              <a:spcBef>
                <a:spcPts val="320"/>
              </a:spcBef>
              <a:spcAft>
                <a:spcPts val="0"/>
              </a:spcAft>
              <a:buSzPts val="1600"/>
              <a:buFont typeface="Arial"/>
              <a:buChar char="•"/>
            </a:pPr>
            <a:r>
              <a:rPr lang="en-IN" dirty="0"/>
              <a:t>Had deep knowledge of money transfer markets in Singapore,, Indonesia, Japan, etc.</a:t>
            </a:r>
            <a:endParaRPr dirty="0"/>
          </a:p>
          <a:p>
            <a:pPr marL="971550" lvl="1" indent="-285750" algn="l" rtl="0">
              <a:lnSpc>
                <a:spcPct val="100000"/>
              </a:lnSpc>
              <a:spcBef>
                <a:spcPts val="320"/>
              </a:spcBef>
              <a:spcAft>
                <a:spcPts val="0"/>
              </a:spcAft>
              <a:buSzPts val="1600"/>
              <a:buFont typeface="Arial"/>
              <a:buChar char="•"/>
            </a:pPr>
            <a:r>
              <a:rPr lang="en-IN" dirty="0"/>
              <a:t>Had good knowledge of forex – how it works, who are the players, banking</a:t>
            </a:r>
            <a:endParaRPr dirty="0"/>
          </a:p>
          <a:p>
            <a:pPr marL="514350" lvl="0" indent="-285750" algn="l" rtl="0">
              <a:lnSpc>
                <a:spcPct val="100000"/>
              </a:lnSpc>
              <a:spcBef>
                <a:spcPts val="480"/>
              </a:spcBef>
              <a:spcAft>
                <a:spcPts val="0"/>
              </a:spcAft>
              <a:buSzPts val="2400"/>
              <a:buFont typeface="Arial"/>
              <a:buChar char="•"/>
            </a:pPr>
            <a:r>
              <a:rPr lang="en-IN" sz="1600" dirty="0"/>
              <a:t>Engage with customers, understand their business, process, pain points</a:t>
            </a:r>
            <a:endParaRPr dirty="0"/>
          </a:p>
          <a:p>
            <a:pPr marL="971550" lvl="1" indent="-285750" algn="l" rtl="0">
              <a:lnSpc>
                <a:spcPct val="100000"/>
              </a:lnSpc>
              <a:spcBef>
                <a:spcPts val="320"/>
              </a:spcBef>
              <a:spcAft>
                <a:spcPts val="0"/>
              </a:spcAft>
              <a:buSzPts val="1600"/>
              <a:buFont typeface="Arial"/>
              <a:buChar char="•"/>
            </a:pPr>
            <a:r>
              <a:rPr lang="en-IN" dirty="0"/>
              <a:t>Slack understood the collaboration needs of teams</a:t>
            </a:r>
            <a:endParaRPr dirty="0"/>
          </a:p>
          <a:p>
            <a:pPr marL="971550" lvl="1" indent="-285750" algn="l" rtl="0">
              <a:lnSpc>
                <a:spcPct val="100000"/>
              </a:lnSpc>
              <a:spcBef>
                <a:spcPts val="320"/>
              </a:spcBef>
              <a:spcAft>
                <a:spcPts val="0"/>
              </a:spcAft>
              <a:buSzPts val="1600"/>
              <a:buFont typeface="Arial"/>
              <a:buChar char="•"/>
            </a:pPr>
            <a:r>
              <a:rPr lang="en-IN" dirty="0"/>
              <a:t>Twilio understood the messaging needs of companies</a:t>
            </a:r>
            <a:endParaRPr dirty="0"/>
          </a:p>
          <a:p>
            <a:pPr marL="971550" lvl="1" indent="-285750" algn="l" rtl="0">
              <a:lnSpc>
                <a:spcPct val="100000"/>
              </a:lnSpc>
              <a:spcBef>
                <a:spcPts val="320"/>
              </a:spcBef>
              <a:spcAft>
                <a:spcPts val="0"/>
              </a:spcAft>
              <a:buSzPts val="1600"/>
              <a:buFont typeface="Arial"/>
              <a:buChar char="•"/>
            </a:pPr>
            <a:r>
              <a:rPr lang="en-IN" dirty="0" err="1"/>
              <a:t>Wobot</a:t>
            </a:r>
            <a:r>
              <a:rPr lang="en-IN" dirty="0"/>
              <a:t> understood the process compliance needs of food, pharma, retail industries</a:t>
            </a:r>
            <a:endParaRPr dirty="0"/>
          </a:p>
          <a:p>
            <a:pPr marL="514350" lvl="0" indent="-285750" algn="l" rtl="0">
              <a:lnSpc>
                <a:spcPct val="100000"/>
              </a:lnSpc>
              <a:spcBef>
                <a:spcPts val="480"/>
              </a:spcBef>
              <a:spcAft>
                <a:spcPts val="0"/>
              </a:spcAft>
              <a:buSzPts val="2400"/>
              <a:buFont typeface="Arial"/>
              <a:buChar char="•"/>
            </a:pPr>
            <a:r>
              <a:rPr lang="en-IN" sz="1600" dirty="0"/>
              <a:t>Prioritize ideas, features &amp; projects</a:t>
            </a:r>
            <a:endParaRPr dirty="0"/>
          </a:p>
          <a:p>
            <a:pPr marL="971550" lvl="1" indent="-285750" algn="l" rtl="0">
              <a:lnSpc>
                <a:spcPct val="100000"/>
              </a:lnSpc>
              <a:spcBef>
                <a:spcPts val="320"/>
              </a:spcBef>
              <a:spcAft>
                <a:spcPts val="0"/>
              </a:spcAft>
              <a:buSzPts val="1600"/>
              <a:buFont typeface="Arial"/>
              <a:buChar char="•"/>
            </a:pPr>
            <a:r>
              <a:rPr lang="en-IN" dirty="0"/>
              <a:t>Slack focused on Search, synchronization, file sharing</a:t>
            </a:r>
            <a:endParaRPr dirty="0"/>
          </a:p>
          <a:p>
            <a:pPr marL="514350" lvl="0" indent="-285750" algn="l" rtl="0">
              <a:lnSpc>
                <a:spcPct val="100000"/>
              </a:lnSpc>
              <a:spcBef>
                <a:spcPts val="480"/>
              </a:spcBef>
              <a:spcAft>
                <a:spcPts val="0"/>
              </a:spcAft>
              <a:buSzPts val="2400"/>
              <a:buFont typeface="Arial"/>
              <a:buChar char="•"/>
            </a:pPr>
            <a:r>
              <a:rPr lang="en-IN" sz="1600" dirty="0"/>
              <a:t>Collaborate with Design, Engineering, Marketing, Legal, Finance</a:t>
            </a:r>
            <a:endParaRPr dirty="0"/>
          </a:p>
          <a:p>
            <a:pPr marL="514350" lvl="0" indent="-285750" algn="l" rtl="0">
              <a:lnSpc>
                <a:spcPct val="100000"/>
              </a:lnSpc>
              <a:spcBef>
                <a:spcPts val="480"/>
              </a:spcBef>
              <a:spcAft>
                <a:spcPts val="0"/>
              </a:spcAft>
              <a:buSzPts val="2400"/>
              <a:buFont typeface="Arial"/>
              <a:buChar char="•"/>
            </a:pPr>
            <a:r>
              <a:rPr lang="en-IN" sz="1600" dirty="0"/>
              <a:t>Recruit, Train &amp; develop the product team</a:t>
            </a:r>
            <a:endParaRPr dirty="0"/>
          </a:p>
          <a:p>
            <a:pPr marL="514350" lvl="0" indent="-285750" algn="l" rtl="0">
              <a:lnSpc>
                <a:spcPct val="100000"/>
              </a:lnSpc>
              <a:spcBef>
                <a:spcPts val="480"/>
              </a:spcBef>
              <a:spcAft>
                <a:spcPts val="0"/>
              </a:spcAft>
              <a:buSzPts val="2400"/>
              <a:buFont typeface="Arial"/>
              <a:buChar char="•"/>
            </a:pPr>
            <a:r>
              <a:rPr lang="en-IN" sz="1600" dirty="0"/>
              <a:t>Manage upward &amp; outward: Tell a story, sell a vision, get funding</a:t>
            </a:r>
            <a:endParaRPr sz="1600" dirty="0"/>
          </a:p>
          <a:p>
            <a:pPr marL="514350" lvl="0" indent="-285750" algn="l" rtl="0">
              <a:lnSpc>
                <a:spcPct val="100000"/>
              </a:lnSpc>
              <a:spcBef>
                <a:spcPts val="480"/>
              </a:spcBef>
              <a:spcAft>
                <a:spcPts val="0"/>
              </a:spcAft>
              <a:buSzPts val="2400"/>
              <a:buFont typeface="Arial"/>
              <a:buChar char="•"/>
            </a:pPr>
            <a:r>
              <a:rPr lang="en-IN" sz="1600" dirty="0"/>
              <a:t>Align &amp; focus the organization</a:t>
            </a:r>
            <a:endParaRPr sz="1600" dirty="0"/>
          </a:p>
        </p:txBody>
      </p:sp>
      <p:sp>
        <p:nvSpPr>
          <p:cNvPr id="197" name="Google Shape;197;p29"/>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Multi-faceted role of a Product manager</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C2B99B6-E758-56AA-56F3-2A98ED11EC25}"/>
                  </a:ext>
                </a:extLst>
              </p14:cNvPr>
              <p14:cNvContentPartPr/>
              <p14:nvPr/>
            </p14:nvContentPartPr>
            <p14:xfrm>
              <a:off x="3494160" y="4345920"/>
              <a:ext cx="4160520" cy="1581840"/>
            </p14:xfrm>
          </p:contentPart>
        </mc:Choice>
        <mc:Fallback xmlns="">
          <p:pic>
            <p:nvPicPr>
              <p:cNvPr id="2" name="Ink 1">
                <a:extLst>
                  <a:ext uri="{FF2B5EF4-FFF2-40B4-BE49-F238E27FC236}">
                    <a16:creationId xmlns:a16="http://schemas.microsoft.com/office/drawing/2014/main" id="{4C2B99B6-E758-56AA-56F3-2A98ED11EC25}"/>
                  </a:ext>
                </a:extLst>
              </p:cNvPr>
              <p:cNvPicPr/>
              <p:nvPr/>
            </p:nvPicPr>
            <p:blipFill>
              <a:blip r:embed="rId4"/>
              <a:stretch>
                <a:fillRect/>
              </a:stretch>
            </p:blipFill>
            <p:spPr>
              <a:xfrm>
                <a:off x="3477960" y="4329720"/>
                <a:ext cx="4192920" cy="16142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C35699-24F2-1588-1FCC-EA74C30A7769}"/>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19CE2540-5CCC-BEDF-9C6C-C8282FCD3F32}"/>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2530994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AD0F287-609F-73B4-B345-B103BDC091D7}"/>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50BAC730-50E2-F4AC-277C-24440057B97F}"/>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2425333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DEDE77-79F9-1EE9-4E3E-97F0344B7024}"/>
              </a:ext>
            </a:extLst>
          </p:cNvPr>
          <p:cNvSpPr>
            <a:spLocks noGrp="1"/>
          </p:cNvSpPr>
          <p:nvPr>
            <p:ph type="body" idx="1"/>
          </p:nvPr>
        </p:nvSpPr>
        <p:spPr/>
        <p:txBody>
          <a:bodyPr/>
          <a:lstStyle/>
          <a:p>
            <a:r>
              <a:rPr lang="en-US" dirty="0">
                <a:solidFill>
                  <a:srgbClr val="FF0000"/>
                </a:solidFill>
              </a:rPr>
              <a:t>Please watch the session recording. Video had to be removed due to file size limitations. </a:t>
            </a:r>
          </a:p>
        </p:txBody>
      </p:sp>
      <p:sp>
        <p:nvSpPr>
          <p:cNvPr id="3" name="Text Placeholder 2">
            <a:extLst>
              <a:ext uri="{FF2B5EF4-FFF2-40B4-BE49-F238E27FC236}">
                <a16:creationId xmlns:a16="http://schemas.microsoft.com/office/drawing/2014/main" id="{3CCD3B6A-0A63-F720-8952-9F67E8280AB3}"/>
              </a:ext>
            </a:extLst>
          </p:cNvPr>
          <p:cNvSpPr>
            <a:spLocks noGrp="1"/>
          </p:cNvSpPr>
          <p:nvPr>
            <p:ph type="body" idx="2"/>
          </p:nvPr>
        </p:nvSpPr>
        <p:spPr/>
        <p:txBody>
          <a:bodyPr/>
          <a:lstStyle/>
          <a:p>
            <a:r>
              <a:rPr lang="en-US" dirty="0"/>
              <a:t>Let’s hear it from some Product Managers</a:t>
            </a:r>
          </a:p>
        </p:txBody>
      </p:sp>
      <p:sp>
        <p:nvSpPr>
          <p:cNvPr id="5" name="TextBox 4">
            <a:extLst>
              <a:ext uri="{FF2B5EF4-FFF2-40B4-BE49-F238E27FC236}">
                <a16:creationId xmlns:a16="http://schemas.microsoft.com/office/drawing/2014/main" id="{1C45185E-4908-9E4E-52D9-206296090C51}"/>
              </a:ext>
            </a:extLst>
          </p:cNvPr>
          <p:cNvSpPr txBox="1"/>
          <p:nvPr/>
        </p:nvSpPr>
        <p:spPr>
          <a:xfrm>
            <a:off x="249092" y="6614477"/>
            <a:ext cx="8645816" cy="261610"/>
          </a:xfrm>
          <a:prstGeom prst="rect">
            <a:avLst/>
          </a:prstGeom>
          <a:noFill/>
        </p:spPr>
        <p:txBody>
          <a:bodyPr wrap="square" rtlCol="0">
            <a:spAutoFit/>
          </a:bodyPr>
          <a:lstStyle/>
          <a:p>
            <a:pPr algn="ctr"/>
            <a:r>
              <a:rPr lang="en-US" sz="1100" dirty="0"/>
              <a:t>Adapted from: Introduction to Software Product Management, University of Alberta, Canada</a:t>
            </a:r>
          </a:p>
        </p:txBody>
      </p:sp>
    </p:spTree>
    <p:extLst>
      <p:ext uri="{BB962C8B-B14F-4D97-AF65-F5344CB8AC3E}">
        <p14:creationId xmlns:p14="http://schemas.microsoft.com/office/powerpoint/2010/main" val="325466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A92C894-30CA-4C6B-7D7B-6977B124572A}"/>
              </a:ext>
            </a:extLst>
          </p:cNvPr>
          <p:cNvSpPr>
            <a:spLocks noGrp="1"/>
          </p:cNvSpPr>
          <p:nvPr>
            <p:ph type="body" idx="2"/>
          </p:nvPr>
        </p:nvSpPr>
        <p:spPr/>
        <p:txBody>
          <a:bodyPr/>
          <a:lstStyle/>
          <a:p>
            <a:r>
              <a:rPr lang="en-US" dirty="0"/>
              <a:t>Types of Product Managers</a:t>
            </a:r>
          </a:p>
        </p:txBody>
      </p:sp>
      <p:pic>
        <p:nvPicPr>
          <p:cNvPr id="4" name="Picture 3">
            <a:extLst>
              <a:ext uri="{FF2B5EF4-FFF2-40B4-BE49-F238E27FC236}">
                <a16:creationId xmlns:a16="http://schemas.microsoft.com/office/drawing/2014/main" id="{4F84B687-5C03-3B50-8E63-5C6E51C8960A}"/>
              </a:ext>
            </a:extLst>
          </p:cNvPr>
          <p:cNvPicPr>
            <a:picLocks noChangeAspect="1"/>
          </p:cNvPicPr>
          <p:nvPr/>
        </p:nvPicPr>
        <p:blipFill>
          <a:blip r:embed="rId2"/>
          <a:stretch>
            <a:fillRect/>
          </a:stretch>
        </p:blipFill>
        <p:spPr>
          <a:xfrm>
            <a:off x="209550" y="1493837"/>
            <a:ext cx="8724900" cy="4978223"/>
          </a:xfrm>
          <a:prstGeom prst="rect">
            <a:avLst/>
          </a:prstGeom>
        </p:spPr>
      </p:pic>
      <p:sp>
        <p:nvSpPr>
          <p:cNvPr id="5" name="Rectangle 4">
            <a:extLst>
              <a:ext uri="{FF2B5EF4-FFF2-40B4-BE49-F238E27FC236}">
                <a16:creationId xmlns:a16="http://schemas.microsoft.com/office/drawing/2014/main" id="{9FA80BC1-7C55-3103-3903-A5271BBC3EDE}"/>
              </a:ext>
            </a:extLst>
          </p:cNvPr>
          <p:cNvSpPr/>
          <p:nvPr/>
        </p:nvSpPr>
        <p:spPr>
          <a:xfrm>
            <a:off x="209550" y="1493837"/>
            <a:ext cx="2773680" cy="24037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3712EB8-FEFA-74C6-129F-EAF02A80353F}"/>
              </a:ext>
            </a:extLst>
          </p:cNvPr>
          <p:cNvSpPr/>
          <p:nvPr/>
        </p:nvSpPr>
        <p:spPr>
          <a:xfrm>
            <a:off x="3131820" y="1493837"/>
            <a:ext cx="2724150" cy="24037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125A95A-C0A9-8D50-0546-AEE101379F6C}"/>
              </a:ext>
            </a:extLst>
          </p:cNvPr>
          <p:cNvSpPr/>
          <p:nvPr/>
        </p:nvSpPr>
        <p:spPr>
          <a:xfrm>
            <a:off x="6065520" y="1493837"/>
            <a:ext cx="2773680" cy="24037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E81939B-BDB6-D1E3-FC0D-2978C48A58B4}"/>
              </a:ext>
            </a:extLst>
          </p:cNvPr>
          <p:cNvSpPr/>
          <p:nvPr/>
        </p:nvSpPr>
        <p:spPr>
          <a:xfrm>
            <a:off x="232410" y="4101940"/>
            <a:ext cx="2773680" cy="24037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B55DD3D-4380-CAED-D2CD-1C7B127F8369}"/>
              </a:ext>
            </a:extLst>
          </p:cNvPr>
          <p:cNvSpPr/>
          <p:nvPr/>
        </p:nvSpPr>
        <p:spPr>
          <a:xfrm>
            <a:off x="3131820" y="4077385"/>
            <a:ext cx="2724150" cy="24037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CFCFB40-1848-DFCF-85CD-9DBCE0DF71E1}"/>
              </a:ext>
            </a:extLst>
          </p:cNvPr>
          <p:cNvSpPr/>
          <p:nvPr/>
        </p:nvSpPr>
        <p:spPr>
          <a:xfrm>
            <a:off x="6008370" y="4096066"/>
            <a:ext cx="2773680" cy="23759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9825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7F276EA-B398-6113-A71E-3D9C9C0ECFF5}"/>
              </a:ext>
            </a:extLst>
          </p:cNvPr>
          <p:cNvSpPr>
            <a:spLocks noGrp="1"/>
          </p:cNvSpPr>
          <p:nvPr>
            <p:ph type="body" idx="2"/>
          </p:nvPr>
        </p:nvSpPr>
        <p:spPr/>
        <p:txBody>
          <a:bodyPr/>
          <a:lstStyle/>
          <a:p>
            <a:r>
              <a:rPr lang="en-US" dirty="0"/>
              <a:t>Exercise: </a:t>
            </a:r>
            <a:r>
              <a:rPr lang="en-US" sz="2800" dirty="0"/>
              <a:t>Choose your product!</a:t>
            </a:r>
            <a:endParaRPr lang="en-US" dirty="0"/>
          </a:p>
        </p:txBody>
      </p:sp>
      <p:sp>
        <p:nvSpPr>
          <p:cNvPr id="2" name="TextBox 1">
            <a:extLst>
              <a:ext uri="{FF2B5EF4-FFF2-40B4-BE49-F238E27FC236}">
                <a16:creationId xmlns:a16="http://schemas.microsoft.com/office/drawing/2014/main" id="{850EAB69-B89C-C74A-583D-0F63E3834002}"/>
              </a:ext>
            </a:extLst>
          </p:cNvPr>
          <p:cNvSpPr txBox="1"/>
          <p:nvPr/>
        </p:nvSpPr>
        <p:spPr>
          <a:xfrm>
            <a:off x="468630" y="1588770"/>
            <a:ext cx="7978140" cy="1154675"/>
          </a:xfrm>
          <a:prstGeom prst="rect">
            <a:avLst/>
          </a:prstGeom>
          <a:noFill/>
        </p:spPr>
        <p:txBody>
          <a:bodyPr wrap="square" rtlCol="0">
            <a:spAutoFit/>
          </a:bodyPr>
          <a:lstStyle/>
          <a:p>
            <a:pPr marL="285750" indent="-285750">
              <a:lnSpc>
                <a:spcPct val="150000"/>
              </a:lnSpc>
              <a:buFont typeface="Wingdings" pitchFamily="2" charset="2"/>
              <a:buChar char="ü"/>
            </a:pPr>
            <a:r>
              <a:rPr lang="en-US" sz="1600" dirty="0"/>
              <a:t>Tech Product</a:t>
            </a:r>
          </a:p>
          <a:p>
            <a:pPr marL="285750" indent="-285750">
              <a:lnSpc>
                <a:spcPct val="150000"/>
              </a:lnSpc>
              <a:buFont typeface="Wingdings" pitchFamily="2" charset="2"/>
              <a:buChar char="ü"/>
            </a:pPr>
            <a:r>
              <a:rPr lang="en-US" sz="1600" dirty="0"/>
              <a:t>Existing or new</a:t>
            </a:r>
          </a:p>
          <a:p>
            <a:pPr marL="285750" indent="-285750">
              <a:lnSpc>
                <a:spcPct val="150000"/>
              </a:lnSpc>
              <a:buFont typeface="Wingdings" pitchFamily="2" charset="2"/>
              <a:buChar char="ü"/>
            </a:pPr>
            <a:r>
              <a:rPr lang="en-US" sz="1600" dirty="0"/>
              <a:t>Realistic role</a:t>
            </a:r>
          </a:p>
        </p:txBody>
      </p:sp>
      <p:pic>
        <p:nvPicPr>
          <p:cNvPr id="2050" name="Picture 2">
            <a:extLst>
              <a:ext uri="{FF2B5EF4-FFF2-40B4-BE49-F238E27FC236}">
                <a16:creationId xmlns:a16="http://schemas.microsoft.com/office/drawing/2014/main" id="{E7E0F694-00AD-2059-85A2-273BF1354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3780" y="1665909"/>
            <a:ext cx="1592580" cy="7383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C39C3180-1962-C13F-234F-C5C8419DF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3683" y="1588770"/>
            <a:ext cx="1291433" cy="40156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Etsy Marketplace | Etsy Sellers and Buyers | Etsy Shop | Etsy Promotion |  Facebook">
            <a:extLst>
              <a:ext uri="{FF2B5EF4-FFF2-40B4-BE49-F238E27FC236}">
                <a16:creationId xmlns:a16="http://schemas.microsoft.com/office/drawing/2014/main" id="{3BE9C8BB-AF53-0A6C-7526-F06D944FC03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387" t="11902" r="30162" b="12454"/>
          <a:stretch/>
        </p:blipFill>
        <p:spPr bwMode="auto">
          <a:xfrm>
            <a:off x="7501029" y="2031533"/>
            <a:ext cx="1174341" cy="115467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Salesforce - Wikipedia">
            <a:extLst>
              <a:ext uri="{FF2B5EF4-FFF2-40B4-BE49-F238E27FC236}">
                <a16:creationId xmlns:a16="http://schemas.microsoft.com/office/drawing/2014/main" id="{CED95FD8-B12D-DFC1-69C5-21D9F86059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6360" y="2743445"/>
            <a:ext cx="1489980" cy="104521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Slack has a new logo and it's ... fine | Mashable">
            <a:extLst>
              <a:ext uri="{FF2B5EF4-FFF2-40B4-BE49-F238E27FC236}">
                <a16:creationId xmlns:a16="http://schemas.microsoft.com/office/drawing/2014/main" id="{6FD7463F-E6F8-39BE-9804-C80C28DB61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2795" y="2743445"/>
            <a:ext cx="1944846" cy="1092756"/>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Top 10+ Best Alternatives To Trello | Salesdorado">
            <a:extLst>
              <a:ext uri="{FF2B5EF4-FFF2-40B4-BE49-F238E27FC236}">
                <a16:creationId xmlns:a16="http://schemas.microsoft.com/office/drawing/2014/main" id="{0265DFA4-472A-5F3C-427A-B3AB239FA3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71879" y="3729188"/>
            <a:ext cx="1423379" cy="797092"/>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Audible Plus launched, will give access to new titles for free to members |  Technology News,The Indian Express">
            <a:extLst>
              <a:ext uri="{FF2B5EF4-FFF2-40B4-BE49-F238E27FC236}">
                <a16:creationId xmlns:a16="http://schemas.microsoft.com/office/drawing/2014/main" id="{36E6BCC5-350B-E916-A835-287A87B22B1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9831" y="3788655"/>
            <a:ext cx="1436675" cy="797092"/>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Uber Blocked Data to Government After 2014 Delhi cab Rape | NewsClick">
            <a:extLst>
              <a:ext uri="{FF2B5EF4-FFF2-40B4-BE49-F238E27FC236}">
                <a16:creationId xmlns:a16="http://schemas.microsoft.com/office/drawing/2014/main" id="{B3AE9DE8-7C1A-D15C-05B4-D747E146028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07787" y="3898120"/>
            <a:ext cx="1499825" cy="798608"/>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75 Super-Useful Facebook Statistics for 2022">
            <a:extLst>
              <a:ext uri="{FF2B5EF4-FFF2-40B4-BE49-F238E27FC236}">
                <a16:creationId xmlns:a16="http://schemas.microsoft.com/office/drawing/2014/main" id="{FE0C7E73-E607-92C3-A140-E4AA5172B93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63520" y="5269230"/>
            <a:ext cx="1710260" cy="601758"/>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How To Record And Share Twitter Space, Know Step By Step Process – Punekar  News">
            <a:extLst>
              <a:ext uri="{FF2B5EF4-FFF2-40B4-BE49-F238E27FC236}">
                <a16:creationId xmlns:a16="http://schemas.microsoft.com/office/drawing/2014/main" id="{AF479152-F25F-3AD9-41A2-F593BF10F91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09841" y="4764921"/>
            <a:ext cx="968149" cy="504309"/>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Linkedin Logo, symbol, meaning, history, Vector, PNG">
            <a:extLst>
              <a:ext uri="{FF2B5EF4-FFF2-40B4-BE49-F238E27FC236}">
                <a16:creationId xmlns:a16="http://schemas.microsoft.com/office/drawing/2014/main" id="{695E1304-2113-C51F-5B40-A180103C439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9253" y="4593836"/>
            <a:ext cx="1310641" cy="733959"/>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Mac - Apple (IN)">
            <a:extLst>
              <a:ext uri="{FF2B5EF4-FFF2-40B4-BE49-F238E27FC236}">
                <a16:creationId xmlns:a16="http://schemas.microsoft.com/office/drawing/2014/main" id="{03652D63-C7C2-0638-BC3E-576F835118A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01029" y="4960815"/>
            <a:ext cx="738378" cy="738378"/>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descr="Instagram users irked with the new update - Telangana Today">
            <a:extLst>
              <a:ext uri="{FF2B5EF4-FFF2-40B4-BE49-F238E27FC236}">
                <a16:creationId xmlns:a16="http://schemas.microsoft.com/office/drawing/2014/main" id="{DC928F8C-1E8B-1A8D-E528-27BD158DB39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0591" y="5570109"/>
            <a:ext cx="1592580" cy="934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0925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7F276EA-B398-6113-A71E-3D9C9C0ECFF5}"/>
              </a:ext>
            </a:extLst>
          </p:cNvPr>
          <p:cNvSpPr>
            <a:spLocks noGrp="1"/>
          </p:cNvSpPr>
          <p:nvPr>
            <p:ph type="body" idx="2"/>
          </p:nvPr>
        </p:nvSpPr>
        <p:spPr/>
        <p:txBody>
          <a:bodyPr/>
          <a:lstStyle/>
          <a:p>
            <a:r>
              <a:rPr lang="en-US" dirty="0"/>
              <a:t>Exercise: </a:t>
            </a:r>
            <a:r>
              <a:rPr lang="en-US" sz="2800" dirty="0"/>
              <a:t>Choose your product!</a:t>
            </a:r>
            <a:endParaRPr lang="en-US" dirty="0"/>
          </a:p>
        </p:txBody>
      </p:sp>
      <p:pic>
        <p:nvPicPr>
          <p:cNvPr id="4" name="Picture 3">
            <a:extLst>
              <a:ext uri="{FF2B5EF4-FFF2-40B4-BE49-F238E27FC236}">
                <a16:creationId xmlns:a16="http://schemas.microsoft.com/office/drawing/2014/main" id="{3E413267-22C5-5823-E0FB-5C5E4DBE2CEF}"/>
              </a:ext>
            </a:extLst>
          </p:cNvPr>
          <p:cNvPicPr>
            <a:picLocks noChangeAspect="1"/>
          </p:cNvPicPr>
          <p:nvPr/>
        </p:nvPicPr>
        <p:blipFill>
          <a:blip r:embed="rId2"/>
          <a:stretch>
            <a:fillRect/>
          </a:stretch>
        </p:blipFill>
        <p:spPr>
          <a:xfrm>
            <a:off x="409575" y="1431753"/>
            <a:ext cx="8324850" cy="5061932"/>
          </a:xfrm>
          <a:prstGeom prst="rect">
            <a:avLst/>
          </a:prstGeom>
        </p:spPr>
      </p:pic>
    </p:spTree>
    <p:extLst>
      <p:ext uri="{BB962C8B-B14F-4D97-AF65-F5344CB8AC3E}">
        <p14:creationId xmlns:p14="http://schemas.microsoft.com/office/powerpoint/2010/main" val="294685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7F276EA-B398-6113-A71E-3D9C9C0ECFF5}"/>
              </a:ext>
            </a:extLst>
          </p:cNvPr>
          <p:cNvSpPr>
            <a:spLocks noGrp="1"/>
          </p:cNvSpPr>
          <p:nvPr>
            <p:ph type="body" idx="2"/>
          </p:nvPr>
        </p:nvSpPr>
        <p:spPr/>
        <p:txBody>
          <a:bodyPr/>
          <a:lstStyle/>
          <a:p>
            <a:r>
              <a:rPr lang="en-US" dirty="0"/>
              <a:t>Exercise: </a:t>
            </a:r>
            <a:r>
              <a:rPr lang="en-US" sz="2800" dirty="0"/>
              <a:t>Choose your product!</a:t>
            </a:r>
            <a:endParaRPr lang="en-US" dirty="0"/>
          </a:p>
        </p:txBody>
      </p:sp>
      <p:pic>
        <p:nvPicPr>
          <p:cNvPr id="6" name="Picture 5">
            <a:extLst>
              <a:ext uri="{FF2B5EF4-FFF2-40B4-BE49-F238E27FC236}">
                <a16:creationId xmlns:a16="http://schemas.microsoft.com/office/drawing/2014/main" id="{83A50D1A-06E9-2F7C-C489-D353DB0A2674}"/>
              </a:ext>
            </a:extLst>
          </p:cNvPr>
          <p:cNvPicPr>
            <a:picLocks noChangeAspect="1"/>
          </p:cNvPicPr>
          <p:nvPr/>
        </p:nvPicPr>
        <p:blipFill>
          <a:blip r:embed="rId2"/>
          <a:stretch>
            <a:fillRect/>
          </a:stretch>
        </p:blipFill>
        <p:spPr>
          <a:xfrm>
            <a:off x="304800" y="1498956"/>
            <a:ext cx="8492883" cy="2444394"/>
          </a:xfrm>
          <a:prstGeom prst="rect">
            <a:avLst/>
          </a:prstGeom>
        </p:spPr>
      </p:pic>
      <p:pic>
        <p:nvPicPr>
          <p:cNvPr id="7" name="Picture 6">
            <a:extLst>
              <a:ext uri="{FF2B5EF4-FFF2-40B4-BE49-F238E27FC236}">
                <a16:creationId xmlns:a16="http://schemas.microsoft.com/office/drawing/2014/main" id="{2060E635-B879-66EC-7EBB-033745D6AD29}"/>
              </a:ext>
            </a:extLst>
          </p:cNvPr>
          <p:cNvPicPr>
            <a:picLocks noChangeAspect="1"/>
          </p:cNvPicPr>
          <p:nvPr/>
        </p:nvPicPr>
        <p:blipFill>
          <a:blip r:embed="rId3"/>
          <a:stretch>
            <a:fillRect/>
          </a:stretch>
        </p:blipFill>
        <p:spPr>
          <a:xfrm>
            <a:off x="304800" y="3943350"/>
            <a:ext cx="8534400" cy="2526030"/>
          </a:xfrm>
          <a:prstGeom prst="rect">
            <a:avLst/>
          </a:prstGeom>
        </p:spPr>
      </p:pic>
      <p:pic>
        <p:nvPicPr>
          <p:cNvPr id="3076" name="Picture 4" descr="Now in the Uber app you can plan your trip by public transport | Uber Blog">
            <a:extLst>
              <a:ext uri="{FF2B5EF4-FFF2-40B4-BE49-F238E27FC236}">
                <a16:creationId xmlns:a16="http://schemas.microsoft.com/office/drawing/2014/main" id="{104E1DE4-00C3-F536-C75B-52AF65AE0C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3050" y="4002071"/>
            <a:ext cx="3517900" cy="231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1609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0"/>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480"/>
              </a:spcBef>
              <a:spcAft>
                <a:spcPts val="0"/>
              </a:spcAft>
              <a:buClr>
                <a:srgbClr val="101141"/>
              </a:buClr>
              <a:buSzPts val="2400"/>
              <a:buFont typeface="Arial"/>
              <a:buNone/>
            </a:pPr>
            <a:r>
              <a:rPr lang="en-IN" dirty="0"/>
              <a:t>Study the journey of </a:t>
            </a:r>
            <a:r>
              <a:rPr lang="en-IN" u="sng" dirty="0"/>
              <a:t>Netflix</a:t>
            </a:r>
            <a:r>
              <a:rPr lang="en-IN" dirty="0"/>
              <a:t> and identify:</a:t>
            </a:r>
            <a:endParaRPr dirty="0"/>
          </a:p>
          <a:p>
            <a:pPr marL="457200" marR="0" lvl="0" indent="-228600" algn="l" rtl="0">
              <a:lnSpc>
                <a:spcPct val="100000"/>
              </a:lnSpc>
              <a:spcBef>
                <a:spcPts val="480"/>
              </a:spcBef>
              <a:spcAft>
                <a:spcPts val="0"/>
              </a:spcAft>
              <a:buClr>
                <a:srgbClr val="101141"/>
              </a:buClr>
              <a:buSzPts val="2400"/>
              <a:buFont typeface="Arial"/>
              <a:buNone/>
            </a:pPr>
            <a:endParaRPr dirty="0"/>
          </a:p>
          <a:p>
            <a:pPr marL="571500" lvl="0" indent="-342900" algn="l" rtl="0">
              <a:lnSpc>
                <a:spcPct val="100000"/>
              </a:lnSpc>
              <a:spcBef>
                <a:spcPts val="480"/>
              </a:spcBef>
              <a:spcAft>
                <a:spcPts val="0"/>
              </a:spcAft>
              <a:buSzPts val="2400"/>
              <a:buFont typeface="Arial"/>
              <a:buChar char="•"/>
            </a:pPr>
            <a:r>
              <a:rPr lang="en-IN" dirty="0"/>
              <a:t>Key milestones</a:t>
            </a:r>
            <a:endParaRPr dirty="0"/>
          </a:p>
          <a:p>
            <a:pPr marL="571500" lvl="0" indent="-342900" algn="l" rtl="0">
              <a:lnSpc>
                <a:spcPct val="100000"/>
              </a:lnSpc>
              <a:spcBef>
                <a:spcPts val="480"/>
              </a:spcBef>
              <a:spcAft>
                <a:spcPts val="0"/>
              </a:spcAft>
              <a:buSzPts val="2400"/>
              <a:buFont typeface="Arial"/>
              <a:buChar char="•"/>
            </a:pPr>
            <a:r>
              <a:rPr lang="en-IN" dirty="0"/>
              <a:t>Challenges faced</a:t>
            </a:r>
            <a:endParaRPr dirty="0"/>
          </a:p>
          <a:p>
            <a:pPr marL="571500" lvl="0" indent="-342900" algn="l" rtl="0">
              <a:lnSpc>
                <a:spcPct val="100000"/>
              </a:lnSpc>
              <a:spcBef>
                <a:spcPts val="480"/>
              </a:spcBef>
              <a:spcAft>
                <a:spcPts val="0"/>
              </a:spcAft>
              <a:buSzPts val="2400"/>
              <a:buFont typeface="Arial"/>
              <a:buChar char="•"/>
            </a:pPr>
            <a:r>
              <a:rPr lang="en-IN" dirty="0"/>
              <a:t>What they did right and what they did wrong</a:t>
            </a:r>
            <a:endParaRPr dirty="0"/>
          </a:p>
          <a:p>
            <a:pPr marL="571500" lvl="0" indent="-342900" algn="l" rtl="0">
              <a:lnSpc>
                <a:spcPct val="100000"/>
              </a:lnSpc>
              <a:spcBef>
                <a:spcPts val="480"/>
              </a:spcBef>
              <a:spcAft>
                <a:spcPts val="0"/>
              </a:spcAft>
              <a:buSzPts val="2400"/>
              <a:buFont typeface="Arial"/>
              <a:buChar char="•"/>
            </a:pPr>
            <a:r>
              <a:rPr lang="en-IN" dirty="0"/>
              <a:t>Key Product management learnings</a:t>
            </a:r>
          </a:p>
          <a:p>
            <a:pPr marL="571500" lvl="0" indent="-342900" algn="l" rtl="0">
              <a:lnSpc>
                <a:spcPct val="100000"/>
              </a:lnSpc>
              <a:spcBef>
                <a:spcPts val="480"/>
              </a:spcBef>
              <a:spcAft>
                <a:spcPts val="0"/>
              </a:spcAft>
              <a:buSzPts val="2400"/>
              <a:buFont typeface="Arial"/>
              <a:buChar char="•"/>
            </a:pPr>
            <a:endParaRPr lang="en-IN" dirty="0"/>
          </a:p>
          <a:p>
            <a:pPr marL="571500" lvl="0" indent="-342900" algn="l" rtl="0">
              <a:lnSpc>
                <a:spcPct val="100000"/>
              </a:lnSpc>
              <a:spcBef>
                <a:spcPts val="480"/>
              </a:spcBef>
              <a:spcAft>
                <a:spcPts val="0"/>
              </a:spcAft>
              <a:buSzPts val="2400"/>
              <a:buFont typeface="Arial"/>
              <a:buChar char="•"/>
            </a:pPr>
            <a:endParaRPr lang="en-IN" dirty="0"/>
          </a:p>
          <a:p>
            <a:pPr marL="571500" lvl="0" indent="-342900">
              <a:buFont typeface="Arial"/>
              <a:buChar char="•"/>
            </a:pPr>
            <a:r>
              <a:rPr lang="en-IN" dirty="0"/>
              <a:t>Case Study: https://</a:t>
            </a:r>
            <a:r>
              <a:rPr lang="en-IN" dirty="0" err="1"/>
              <a:t>www.businessmodelsinc.com</a:t>
            </a:r>
            <a:r>
              <a:rPr lang="en-IN" dirty="0"/>
              <a:t>/</a:t>
            </a:r>
            <a:r>
              <a:rPr lang="en-IN" dirty="0" err="1"/>
              <a:t>en</a:t>
            </a:r>
            <a:r>
              <a:rPr lang="en-IN" dirty="0"/>
              <a:t>/inspiration/blogs/netflix-how-a-dvd-rental-company-changed-the-way-we-spend-our-free-time</a:t>
            </a:r>
            <a:endParaRPr dirty="0"/>
          </a:p>
        </p:txBody>
      </p:sp>
      <p:sp>
        <p:nvSpPr>
          <p:cNvPr id="203" name="Google Shape;203;p3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dirty="0"/>
              <a:t>Journey of some product companies: Case Study</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1"/>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ctr" anchorCtr="0">
            <a:noAutofit/>
          </a:bodyPr>
          <a:lstStyle/>
          <a:p>
            <a:pPr marL="457200" marR="0" lvl="0" indent="-228600" algn="ctr" rtl="0">
              <a:lnSpc>
                <a:spcPct val="100000"/>
              </a:lnSpc>
              <a:spcBef>
                <a:spcPts val="480"/>
              </a:spcBef>
              <a:spcAft>
                <a:spcPts val="0"/>
              </a:spcAft>
              <a:buClr>
                <a:srgbClr val="101141"/>
              </a:buClr>
              <a:buSzPts val="2400"/>
              <a:buFont typeface="Arial"/>
              <a:buNone/>
            </a:pPr>
            <a:r>
              <a:rPr lang="en-US" sz="3200" b="1" dirty="0"/>
              <a:t>Thank You!</a:t>
            </a:r>
            <a:endParaRPr sz="3200" b="1" dirty="0"/>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1301</TotalTime>
  <Words>1832</Words>
  <Application>Microsoft Macintosh PowerPoint</Application>
  <PresentationFormat>On-screen Show (4:3)</PresentationFormat>
  <Paragraphs>239</Paragraphs>
  <Slides>34</Slides>
  <Notes>27</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34</vt:i4>
      </vt:variant>
    </vt:vector>
  </HeadingPairs>
  <TitlesOfParts>
    <vt:vector size="38" baseType="lpstr">
      <vt:lpstr>Arial</vt:lpstr>
      <vt:lpstr>Wingdings</vt:lpstr>
      <vt:lpstr>2_Office Theme</vt:lpstr>
      <vt:lpstr>4_Office Theme</vt:lpstr>
      <vt:lpstr>Software product management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product management  Overview</dc:title>
  <cp:lastModifiedBy>Barman, Joydeep</cp:lastModifiedBy>
  <cp:revision>20</cp:revision>
  <dcterms:modified xsi:type="dcterms:W3CDTF">2025-11-01T07:23:14Z</dcterms:modified>
</cp:coreProperties>
</file>