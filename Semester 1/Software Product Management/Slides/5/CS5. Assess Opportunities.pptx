
<file path=[Content_Types].xml><?xml version="1.0" encoding="utf-8"?>
<Types xmlns="http://schemas.openxmlformats.org/package/2006/content-types">
  <Default Extension="bin" ContentType="application/vnd.openxmlformats-officedocument.oleObject"/>
  <Default Extension="gif" ContentType="image/gi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2.xml" ContentType="application/inkml+xml"/>
  <Override PartName="/ppt/notesSlides/notesSlide22.xml" ContentType="application/vnd.openxmlformats-officedocument.presentationml.notesSlide+xml"/>
  <Override PartName="/ppt/ink/ink3.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4.xml" ContentType="application/inkml+xml"/>
  <Override PartName="/ppt/notesSlides/notesSlide25.xml" ContentType="application/vnd.openxmlformats-officedocument.presentationml.notesSlide+xml"/>
  <Override PartName="/ppt/ink/ink5.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 id="2147483651" r:id="rId2"/>
  </p:sldMasterIdLst>
  <p:notesMasterIdLst>
    <p:notesMasterId r:id="rId32"/>
  </p:notesMasterIdLst>
  <p:sldIdLst>
    <p:sldId id="256" r:id="rId3"/>
    <p:sldId id="257" r:id="rId4"/>
    <p:sldId id="258" r:id="rId5"/>
    <p:sldId id="259" r:id="rId6"/>
    <p:sldId id="261" r:id="rId7"/>
    <p:sldId id="262" r:id="rId8"/>
    <p:sldId id="263" r:id="rId9"/>
    <p:sldId id="264" r:id="rId10"/>
    <p:sldId id="265" r:id="rId11"/>
    <p:sldId id="266" r:id="rId12"/>
    <p:sldId id="267" r:id="rId13"/>
    <p:sldId id="271" r:id="rId14"/>
    <p:sldId id="274" r:id="rId15"/>
    <p:sldId id="275" r:id="rId16"/>
    <p:sldId id="260" r:id="rId17"/>
    <p:sldId id="276" r:id="rId18"/>
    <p:sldId id="277" r:id="rId19"/>
    <p:sldId id="278" r:id="rId20"/>
    <p:sldId id="280" r:id="rId21"/>
    <p:sldId id="281" r:id="rId22"/>
    <p:sldId id="282" r:id="rId23"/>
    <p:sldId id="283" r:id="rId24"/>
    <p:sldId id="284" r:id="rId25"/>
    <p:sldId id="287" r:id="rId26"/>
    <p:sldId id="291" r:id="rId27"/>
    <p:sldId id="293" r:id="rId28"/>
    <p:sldId id="294" r:id="rId29"/>
    <p:sldId id="295" r:id="rId30"/>
    <p:sldId id="292" r:id="rId31"/>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581A1D-9FE5-4869-82F0-B1F523175E44}">
  <a:tblStyle styleId="{77581A1D-9FE5-4869-82F0-B1F523175E44}"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323" autoAdjust="0"/>
  </p:normalViewPr>
  <p:slideViewPr>
    <p:cSldViewPr snapToGrid="0">
      <p:cViewPr varScale="1">
        <p:scale>
          <a:sx n="112" d="100"/>
          <a:sy n="112" d="100"/>
        </p:scale>
        <p:origin x="164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ydeep Barman" userId="722ca666-2eac-4bf2-bd08-e14ba4314914" providerId="ADAL" clId="{28364243-3FF3-4C22-B7E5-3553BCB81D5A}"/>
    <pc:docChg chg="undo custSel addSld delSld modSld">
      <pc:chgData name="Joydeep Barman" userId="722ca666-2eac-4bf2-bd08-e14ba4314914" providerId="ADAL" clId="{28364243-3FF3-4C22-B7E5-3553BCB81D5A}" dt="2023-05-26T18:10:05.305" v="467" actId="47"/>
      <pc:docMkLst>
        <pc:docMk/>
      </pc:docMkLst>
      <pc:sldChg chg="modSp mod">
        <pc:chgData name="Joydeep Barman" userId="722ca666-2eac-4bf2-bd08-e14ba4314914" providerId="ADAL" clId="{28364243-3FF3-4C22-B7E5-3553BCB81D5A}" dt="2023-05-25T16:08:31.647" v="97" actId="20577"/>
        <pc:sldMkLst>
          <pc:docMk/>
          <pc:sldMk cId="0" sldId="256"/>
        </pc:sldMkLst>
        <pc:spChg chg="mod">
          <ac:chgData name="Joydeep Barman" userId="722ca666-2eac-4bf2-bd08-e14ba4314914" providerId="ADAL" clId="{28364243-3FF3-4C22-B7E5-3553BCB81D5A}" dt="2023-05-25T16:08:31.647" v="97" actId="20577"/>
          <ac:spMkLst>
            <pc:docMk/>
            <pc:sldMk cId="0" sldId="256"/>
            <ac:spMk id="44" creationId="{00000000-0000-0000-0000-000000000000}"/>
          </ac:spMkLst>
        </pc:spChg>
      </pc:sldChg>
      <pc:sldChg chg="modSp modAnim">
        <pc:chgData name="Joydeep Barman" userId="722ca666-2eac-4bf2-bd08-e14ba4314914" providerId="ADAL" clId="{28364243-3FF3-4C22-B7E5-3553BCB81D5A}" dt="2023-05-26T16:08:27.325" v="201" actId="20577"/>
        <pc:sldMkLst>
          <pc:docMk/>
          <pc:sldMk cId="0" sldId="257"/>
        </pc:sldMkLst>
        <pc:spChg chg="mod">
          <ac:chgData name="Joydeep Barman" userId="722ca666-2eac-4bf2-bd08-e14ba4314914" providerId="ADAL" clId="{28364243-3FF3-4C22-B7E5-3553BCB81D5A}" dt="2023-05-26T16:08:27.325" v="201" actId="20577"/>
          <ac:spMkLst>
            <pc:docMk/>
            <pc:sldMk cId="0" sldId="257"/>
            <ac:spMk id="50" creationId="{00000000-0000-0000-0000-000000000000}"/>
          </ac:spMkLst>
        </pc:spChg>
      </pc:sldChg>
      <pc:sldChg chg="modSp modAnim">
        <pc:chgData name="Joydeep Barman" userId="722ca666-2eac-4bf2-bd08-e14ba4314914" providerId="ADAL" clId="{28364243-3FF3-4C22-B7E5-3553BCB81D5A}" dt="2023-05-25T13:52:49.947" v="10" actId="20577"/>
        <pc:sldMkLst>
          <pc:docMk/>
          <pc:sldMk cId="0" sldId="258"/>
        </pc:sldMkLst>
        <pc:spChg chg="mod">
          <ac:chgData name="Joydeep Barman" userId="722ca666-2eac-4bf2-bd08-e14ba4314914" providerId="ADAL" clId="{28364243-3FF3-4C22-B7E5-3553BCB81D5A}" dt="2023-05-25T13:52:49.947" v="10" actId="20577"/>
          <ac:spMkLst>
            <pc:docMk/>
            <pc:sldMk cId="0" sldId="258"/>
            <ac:spMk id="56" creationId="{00000000-0000-0000-0000-000000000000}"/>
          </ac:spMkLst>
        </pc:spChg>
      </pc:sldChg>
      <pc:sldChg chg="modSp mod">
        <pc:chgData name="Joydeep Barman" userId="722ca666-2eac-4bf2-bd08-e14ba4314914" providerId="ADAL" clId="{28364243-3FF3-4C22-B7E5-3553BCB81D5A}" dt="2023-05-25T13:53:43.073" v="49" actId="20577"/>
        <pc:sldMkLst>
          <pc:docMk/>
          <pc:sldMk cId="0" sldId="259"/>
        </pc:sldMkLst>
        <pc:graphicFrameChg chg="modGraphic">
          <ac:chgData name="Joydeep Barman" userId="722ca666-2eac-4bf2-bd08-e14ba4314914" providerId="ADAL" clId="{28364243-3FF3-4C22-B7E5-3553BCB81D5A}" dt="2023-05-25T13:53:43.073" v="49" actId="20577"/>
          <ac:graphicFrameMkLst>
            <pc:docMk/>
            <pc:sldMk cId="0" sldId="259"/>
            <ac:graphicFrameMk id="63" creationId="{00000000-0000-0000-0000-000000000000}"/>
          </ac:graphicFrameMkLst>
        </pc:graphicFrameChg>
      </pc:sldChg>
      <pc:sldChg chg="modSp add del mod">
        <pc:chgData name="Joydeep Barman" userId="722ca666-2eac-4bf2-bd08-e14ba4314914" providerId="ADAL" clId="{28364243-3FF3-4C22-B7E5-3553BCB81D5A}" dt="2023-05-26T16:04:22.110" v="147" actId="20577"/>
        <pc:sldMkLst>
          <pc:docMk/>
          <pc:sldMk cId="0" sldId="260"/>
        </pc:sldMkLst>
        <pc:spChg chg="mod">
          <ac:chgData name="Joydeep Barman" userId="722ca666-2eac-4bf2-bd08-e14ba4314914" providerId="ADAL" clId="{28364243-3FF3-4C22-B7E5-3553BCB81D5A}" dt="2023-05-26T16:04:22.110" v="147" actId="20577"/>
          <ac:spMkLst>
            <pc:docMk/>
            <pc:sldMk cId="0" sldId="260"/>
            <ac:spMk id="213" creationId="{00000000-0000-0000-0000-000000000000}"/>
          </ac:spMkLst>
        </pc:spChg>
      </pc:sldChg>
      <pc:sldChg chg="addSp delSp modSp mod">
        <pc:chgData name="Joydeep Barman" userId="722ca666-2eac-4bf2-bd08-e14ba4314914" providerId="ADAL" clId="{28364243-3FF3-4C22-B7E5-3553BCB81D5A}" dt="2023-05-26T15:20:57.693" v="98"/>
        <pc:sldMkLst>
          <pc:docMk/>
          <pc:sldMk cId="0" sldId="262"/>
        </pc:sldMkLst>
        <pc:graphicFrameChg chg="add mod">
          <ac:chgData name="Joydeep Barman" userId="722ca666-2eac-4bf2-bd08-e14ba4314914" providerId="ADAL" clId="{28364243-3FF3-4C22-B7E5-3553BCB81D5A}" dt="2023-05-26T15:20:57.693" v="98"/>
          <ac:graphicFrameMkLst>
            <pc:docMk/>
            <pc:sldMk cId="0" sldId="262"/>
            <ac:graphicFrameMk id="2" creationId="{0C0AC714-C460-3902-47CB-FD9F318900AD}"/>
          </ac:graphicFrameMkLst>
        </pc:graphicFrameChg>
        <pc:picChg chg="del">
          <ac:chgData name="Joydeep Barman" userId="722ca666-2eac-4bf2-bd08-e14ba4314914" providerId="ADAL" clId="{28364243-3FF3-4C22-B7E5-3553BCB81D5A}" dt="2023-05-25T14:12:17.298" v="51" actId="478"/>
          <ac:picMkLst>
            <pc:docMk/>
            <pc:sldMk cId="0" sldId="262"/>
            <ac:picMk id="82" creationId="{00000000-0000-0000-0000-000000000000}"/>
          </ac:picMkLst>
        </pc:picChg>
        <pc:picChg chg="mod">
          <ac:chgData name="Joydeep Barman" userId="722ca666-2eac-4bf2-bd08-e14ba4314914" providerId="ADAL" clId="{28364243-3FF3-4C22-B7E5-3553BCB81D5A}" dt="2023-05-25T14:16:06.163" v="54" actId="1076"/>
          <ac:picMkLst>
            <pc:docMk/>
            <pc:sldMk cId="0" sldId="262"/>
            <ac:picMk id="83" creationId="{00000000-0000-0000-0000-000000000000}"/>
          </ac:picMkLst>
        </pc:picChg>
      </pc:sldChg>
      <pc:sldChg chg="modSp modAnim">
        <pc:chgData name="Joydeep Barman" userId="722ca666-2eac-4bf2-bd08-e14ba4314914" providerId="ADAL" clId="{28364243-3FF3-4C22-B7E5-3553BCB81D5A}" dt="2023-05-26T15:28:43.250" v="99" actId="20577"/>
        <pc:sldMkLst>
          <pc:docMk/>
          <pc:sldMk cId="0" sldId="264"/>
        </pc:sldMkLst>
        <pc:spChg chg="mod">
          <ac:chgData name="Joydeep Barman" userId="722ca666-2eac-4bf2-bd08-e14ba4314914" providerId="ADAL" clId="{28364243-3FF3-4C22-B7E5-3553BCB81D5A}" dt="2023-05-26T15:28:43.250" v="99" actId="20577"/>
          <ac:spMkLst>
            <pc:docMk/>
            <pc:sldMk cId="0" sldId="264"/>
            <ac:spMk id="95" creationId="{00000000-0000-0000-0000-000000000000}"/>
          </ac:spMkLst>
        </pc:spChg>
      </pc:sldChg>
      <pc:sldChg chg="modSp modAnim">
        <pc:chgData name="Joydeep Barman" userId="722ca666-2eac-4bf2-bd08-e14ba4314914" providerId="ADAL" clId="{28364243-3FF3-4C22-B7E5-3553BCB81D5A}" dt="2023-05-26T15:30:51.450" v="100" actId="20577"/>
        <pc:sldMkLst>
          <pc:docMk/>
          <pc:sldMk cId="0" sldId="267"/>
        </pc:sldMkLst>
        <pc:spChg chg="mod">
          <ac:chgData name="Joydeep Barman" userId="722ca666-2eac-4bf2-bd08-e14ba4314914" providerId="ADAL" clId="{28364243-3FF3-4C22-B7E5-3553BCB81D5A}" dt="2023-05-26T15:30:51.450" v="100" actId="20577"/>
          <ac:spMkLst>
            <pc:docMk/>
            <pc:sldMk cId="0" sldId="267"/>
            <ac:spMk id="113" creationId="{00000000-0000-0000-0000-000000000000}"/>
          </ac:spMkLst>
        </pc:spChg>
      </pc:sldChg>
      <pc:sldChg chg="del">
        <pc:chgData name="Joydeep Barman" userId="722ca666-2eac-4bf2-bd08-e14ba4314914" providerId="ADAL" clId="{28364243-3FF3-4C22-B7E5-3553BCB81D5A}" dt="2023-05-26T15:59:01.023" v="101" actId="47"/>
        <pc:sldMkLst>
          <pc:docMk/>
          <pc:sldMk cId="0" sldId="268"/>
        </pc:sldMkLst>
      </pc:sldChg>
      <pc:sldChg chg="del">
        <pc:chgData name="Joydeep Barman" userId="722ca666-2eac-4bf2-bd08-e14ba4314914" providerId="ADAL" clId="{28364243-3FF3-4C22-B7E5-3553BCB81D5A}" dt="2023-05-26T15:59:03.568" v="102" actId="47"/>
        <pc:sldMkLst>
          <pc:docMk/>
          <pc:sldMk cId="0" sldId="269"/>
        </pc:sldMkLst>
      </pc:sldChg>
      <pc:sldChg chg="del">
        <pc:chgData name="Joydeep Barman" userId="722ca666-2eac-4bf2-bd08-e14ba4314914" providerId="ADAL" clId="{28364243-3FF3-4C22-B7E5-3553BCB81D5A}" dt="2023-05-26T15:59:06.951" v="103" actId="47"/>
        <pc:sldMkLst>
          <pc:docMk/>
          <pc:sldMk cId="0" sldId="270"/>
        </pc:sldMkLst>
      </pc:sldChg>
      <pc:sldChg chg="modSp mod">
        <pc:chgData name="Joydeep Barman" userId="722ca666-2eac-4bf2-bd08-e14ba4314914" providerId="ADAL" clId="{28364243-3FF3-4C22-B7E5-3553BCB81D5A}" dt="2023-05-26T15:59:38.943" v="111" actId="20577"/>
        <pc:sldMkLst>
          <pc:docMk/>
          <pc:sldMk cId="0" sldId="271"/>
        </pc:sldMkLst>
        <pc:spChg chg="mod">
          <ac:chgData name="Joydeep Barman" userId="722ca666-2eac-4bf2-bd08-e14ba4314914" providerId="ADAL" clId="{28364243-3FF3-4C22-B7E5-3553BCB81D5A}" dt="2023-05-26T15:59:38.943" v="111" actId="20577"/>
          <ac:spMkLst>
            <pc:docMk/>
            <pc:sldMk cId="0" sldId="271"/>
            <ac:spMk id="138" creationId="{00000000-0000-0000-0000-000000000000}"/>
          </ac:spMkLst>
        </pc:spChg>
      </pc:sldChg>
      <pc:sldChg chg="add del">
        <pc:chgData name="Joydeep Barman" userId="722ca666-2eac-4bf2-bd08-e14ba4314914" providerId="ADAL" clId="{28364243-3FF3-4C22-B7E5-3553BCB81D5A}" dt="2023-05-25T15:48:45.583" v="58"/>
        <pc:sldMkLst>
          <pc:docMk/>
          <pc:sldMk cId="0" sldId="272"/>
        </pc:sldMkLst>
      </pc:sldChg>
      <pc:sldChg chg="add del">
        <pc:chgData name="Joydeep Barman" userId="722ca666-2eac-4bf2-bd08-e14ba4314914" providerId="ADAL" clId="{28364243-3FF3-4C22-B7E5-3553BCB81D5A}" dt="2023-05-26T15:59:52.383" v="112" actId="47"/>
        <pc:sldMkLst>
          <pc:docMk/>
          <pc:sldMk cId="0" sldId="273"/>
        </pc:sldMkLst>
      </pc:sldChg>
      <pc:sldChg chg="modSp add mod modAnim">
        <pc:chgData name="Joydeep Barman" userId="722ca666-2eac-4bf2-bd08-e14ba4314914" providerId="ADAL" clId="{28364243-3FF3-4C22-B7E5-3553BCB81D5A}" dt="2023-05-26T16:03:45.032" v="145" actId="20577"/>
        <pc:sldMkLst>
          <pc:docMk/>
          <pc:sldMk cId="0" sldId="274"/>
        </pc:sldMkLst>
        <pc:spChg chg="mod">
          <ac:chgData name="Joydeep Barman" userId="722ca666-2eac-4bf2-bd08-e14ba4314914" providerId="ADAL" clId="{28364243-3FF3-4C22-B7E5-3553BCB81D5A}" dt="2023-05-26T16:03:45.032" v="145" actId="20577"/>
          <ac:spMkLst>
            <pc:docMk/>
            <pc:sldMk cId="0" sldId="274"/>
            <ac:spMk id="200" creationId="{00000000-0000-0000-0000-000000000000}"/>
          </ac:spMkLst>
        </pc:spChg>
        <pc:spChg chg="mod">
          <ac:chgData name="Joydeep Barman" userId="722ca666-2eac-4bf2-bd08-e14ba4314914" providerId="ADAL" clId="{28364243-3FF3-4C22-B7E5-3553BCB81D5A}" dt="2023-05-26T16:00:07.002" v="127" actId="20577"/>
          <ac:spMkLst>
            <pc:docMk/>
            <pc:sldMk cId="0" sldId="274"/>
            <ac:spMk id="201" creationId="{00000000-0000-0000-0000-000000000000}"/>
          </ac:spMkLst>
        </pc:spChg>
      </pc:sldChg>
      <pc:sldChg chg="add">
        <pc:chgData name="Joydeep Barman" userId="722ca666-2eac-4bf2-bd08-e14ba4314914" providerId="ADAL" clId="{28364243-3FF3-4C22-B7E5-3553BCB81D5A}" dt="2023-05-25T15:48:45.583" v="58"/>
        <pc:sldMkLst>
          <pc:docMk/>
          <pc:sldMk cId="0" sldId="275"/>
        </pc:sldMkLst>
      </pc:sldChg>
      <pc:sldChg chg="add">
        <pc:chgData name="Joydeep Barman" userId="722ca666-2eac-4bf2-bd08-e14ba4314914" providerId="ADAL" clId="{28364243-3FF3-4C22-B7E5-3553BCB81D5A}" dt="2023-05-25T15:48:45.583" v="58"/>
        <pc:sldMkLst>
          <pc:docMk/>
          <pc:sldMk cId="0" sldId="276"/>
        </pc:sldMkLst>
      </pc:sldChg>
      <pc:sldChg chg="add">
        <pc:chgData name="Joydeep Barman" userId="722ca666-2eac-4bf2-bd08-e14ba4314914" providerId="ADAL" clId="{28364243-3FF3-4C22-B7E5-3553BCB81D5A}" dt="2023-05-25T15:48:45.583" v="58"/>
        <pc:sldMkLst>
          <pc:docMk/>
          <pc:sldMk cId="0" sldId="277"/>
        </pc:sldMkLst>
      </pc:sldChg>
      <pc:sldChg chg="addSp delSp add mod">
        <pc:chgData name="Joydeep Barman" userId="722ca666-2eac-4bf2-bd08-e14ba4314914" providerId="ADAL" clId="{28364243-3FF3-4C22-B7E5-3553BCB81D5A}" dt="2023-05-25T15:52:47.147" v="65" actId="22"/>
        <pc:sldMkLst>
          <pc:docMk/>
          <pc:sldMk cId="0" sldId="278"/>
        </pc:sldMkLst>
        <pc:spChg chg="del">
          <ac:chgData name="Joydeep Barman" userId="722ca666-2eac-4bf2-bd08-e14ba4314914" providerId="ADAL" clId="{28364243-3FF3-4C22-B7E5-3553BCB81D5A}" dt="2023-05-25T15:51:58.534" v="63" actId="478"/>
          <ac:spMkLst>
            <pc:docMk/>
            <pc:sldMk cId="0" sldId="278"/>
            <ac:spMk id="232" creationId="{00000000-0000-0000-0000-000000000000}"/>
          </ac:spMkLst>
        </pc:spChg>
        <pc:picChg chg="add">
          <ac:chgData name="Joydeep Barman" userId="722ca666-2eac-4bf2-bd08-e14ba4314914" providerId="ADAL" clId="{28364243-3FF3-4C22-B7E5-3553BCB81D5A}" dt="2023-05-25T15:52:47.147" v="65" actId="22"/>
          <ac:picMkLst>
            <pc:docMk/>
            <pc:sldMk cId="0" sldId="278"/>
            <ac:picMk id="3" creationId="{46AD65DA-73C0-1CAC-289A-9493F35816F7}"/>
          </ac:picMkLst>
        </pc:picChg>
        <pc:picChg chg="del">
          <ac:chgData name="Joydeep Barman" userId="722ca666-2eac-4bf2-bd08-e14ba4314914" providerId="ADAL" clId="{28364243-3FF3-4C22-B7E5-3553BCB81D5A}" dt="2023-05-25T15:51:55.254" v="62" actId="478"/>
          <ac:picMkLst>
            <pc:docMk/>
            <pc:sldMk cId="0" sldId="278"/>
            <ac:picMk id="233" creationId="{00000000-0000-0000-0000-000000000000}"/>
          </ac:picMkLst>
        </pc:picChg>
      </pc:sldChg>
      <pc:sldChg chg="delSp add del mod">
        <pc:chgData name="Joydeep Barman" userId="722ca666-2eac-4bf2-bd08-e14ba4314914" providerId="ADAL" clId="{28364243-3FF3-4C22-B7E5-3553BCB81D5A}" dt="2023-05-25T15:52:53.566" v="66" actId="47"/>
        <pc:sldMkLst>
          <pc:docMk/>
          <pc:sldMk cId="0" sldId="279"/>
        </pc:sldMkLst>
        <pc:picChg chg="del">
          <ac:chgData name="Joydeep Barman" userId="722ca666-2eac-4bf2-bd08-e14ba4314914" providerId="ADAL" clId="{28364243-3FF3-4C22-B7E5-3553BCB81D5A}" dt="2023-05-25T15:52:03.335" v="64" actId="478"/>
          <ac:picMkLst>
            <pc:docMk/>
            <pc:sldMk cId="0" sldId="279"/>
            <ac:picMk id="239" creationId="{00000000-0000-0000-0000-000000000000}"/>
          </ac:picMkLst>
        </pc:picChg>
      </pc:sldChg>
      <pc:sldChg chg="addSp delSp modSp add mod">
        <pc:chgData name="Joydeep Barman" userId="722ca666-2eac-4bf2-bd08-e14ba4314914" providerId="ADAL" clId="{28364243-3FF3-4C22-B7E5-3553BCB81D5A}" dt="2023-05-25T15:54:03.256" v="78" actId="14100"/>
        <pc:sldMkLst>
          <pc:docMk/>
          <pc:sldMk cId="0" sldId="280"/>
        </pc:sldMkLst>
        <pc:spChg chg="add mod">
          <ac:chgData name="Joydeep Barman" userId="722ca666-2eac-4bf2-bd08-e14ba4314914" providerId="ADAL" clId="{28364243-3FF3-4C22-B7E5-3553BCB81D5A}" dt="2023-05-25T15:54:03.256" v="78" actId="14100"/>
          <ac:spMkLst>
            <pc:docMk/>
            <pc:sldMk cId="0" sldId="280"/>
            <ac:spMk id="4" creationId="{A232F222-5F0B-054B-B61D-384BCE65406B}"/>
          </ac:spMkLst>
        </pc:spChg>
        <pc:spChg chg="del">
          <ac:chgData name="Joydeep Barman" userId="722ca666-2eac-4bf2-bd08-e14ba4314914" providerId="ADAL" clId="{28364243-3FF3-4C22-B7E5-3553BCB81D5A}" dt="2023-05-25T15:53:05.577" v="69" actId="478"/>
          <ac:spMkLst>
            <pc:docMk/>
            <pc:sldMk cId="0" sldId="280"/>
            <ac:spMk id="245" creationId="{00000000-0000-0000-0000-000000000000}"/>
          </ac:spMkLst>
        </pc:spChg>
        <pc:spChg chg="del">
          <ac:chgData name="Joydeep Barman" userId="722ca666-2eac-4bf2-bd08-e14ba4314914" providerId="ADAL" clId="{28364243-3FF3-4C22-B7E5-3553BCB81D5A}" dt="2023-05-25T15:53:02.878" v="68" actId="478"/>
          <ac:spMkLst>
            <pc:docMk/>
            <pc:sldMk cId="0" sldId="280"/>
            <ac:spMk id="246" creationId="{00000000-0000-0000-0000-000000000000}"/>
          </ac:spMkLst>
        </pc:spChg>
        <pc:picChg chg="add mod">
          <ac:chgData name="Joydeep Barman" userId="722ca666-2eac-4bf2-bd08-e14ba4314914" providerId="ADAL" clId="{28364243-3FF3-4C22-B7E5-3553BCB81D5A}" dt="2023-05-25T15:53:45.781" v="74" actId="14100"/>
          <ac:picMkLst>
            <pc:docMk/>
            <pc:sldMk cId="0" sldId="280"/>
            <ac:picMk id="3" creationId="{0A114B41-CD83-D5A7-4569-054662C88D73}"/>
          </ac:picMkLst>
        </pc:picChg>
        <pc:picChg chg="del">
          <ac:chgData name="Joydeep Barman" userId="722ca666-2eac-4bf2-bd08-e14ba4314914" providerId="ADAL" clId="{28364243-3FF3-4C22-B7E5-3553BCB81D5A}" dt="2023-05-25T15:52:59.671" v="67" actId="478"/>
          <ac:picMkLst>
            <pc:docMk/>
            <pc:sldMk cId="0" sldId="280"/>
            <ac:picMk id="247" creationId="{00000000-0000-0000-0000-000000000000}"/>
          </ac:picMkLst>
        </pc:picChg>
      </pc:sldChg>
      <pc:sldChg chg="delSp modSp add del mod">
        <pc:chgData name="Joydeep Barman" userId="722ca666-2eac-4bf2-bd08-e14ba4314914" providerId="ADAL" clId="{28364243-3FF3-4C22-B7E5-3553BCB81D5A}" dt="2023-05-26T16:08:10.089" v="158" actId="20577"/>
        <pc:sldMkLst>
          <pc:docMk/>
          <pc:sldMk cId="0" sldId="281"/>
        </pc:sldMkLst>
        <pc:spChg chg="mod">
          <ac:chgData name="Joydeep Barman" userId="722ca666-2eac-4bf2-bd08-e14ba4314914" providerId="ADAL" clId="{28364243-3FF3-4C22-B7E5-3553BCB81D5A}" dt="2023-05-26T16:08:10.089" v="158" actId="20577"/>
          <ac:spMkLst>
            <pc:docMk/>
            <pc:sldMk cId="0" sldId="281"/>
            <ac:spMk id="201" creationId="{00000000-0000-0000-0000-000000000000}"/>
          </ac:spMkLst>
        </pc:spChg>
        <pc:picChg chg="del">
          <ac:chgData name="Joydeep Barman" userId="722ca666-2eac-4bf2-bd08-e14ba4314914" providerId="ADAL" clId="{28364243-3FF3-4C22-B7E5-3553BCB81D5A}" dt="2023-05-25T15:53:31.911" v="71" actId="478"/>
          <ac:picMkLst>
            <pc:docMk/>
            <pc:sldMk cId="0" sldId="281"/>
            <ac:picMk id="253" creationId="{00000000-0000-0000-0000-000000000000}"/>
          </ac:picMkLst>
        </pc:picChg>
      </pc:sldChg>
      <pc:sldChg chg="add del">
        <pc:chgData name="Joydeep Barman" userId="722ca666-2eac-4bf2-bd08-e14ba4314914" providerId="ADAL" clId="{28364243-3FF3-4C22-B7E5-3553BCB81D5A}" dt="2023-05-25T16:08:10.211" v="81"/>
        <pc:sldMkLst>
          <pc:docMk/>
          <pc:sldMk cId="0" sldId="282"/>
        </pc:sldMkLst>
      </pc:sldChg>
      <pc:sldChg chg="add del">
        <pc:chgData name="Joydeep Barman" userId="722ca666-2eac-4bf2-bd08-e14ba4314914" providerId="ADAL" clId="{28364243-3FF3-4C22-B7E5-3553BCB81D5A}" dt="2023-05-25T16:08:10.211" v="81"/>
        <pc:sldMkLst>
          <pc:docMk/>
          <pc:sldMk cId="0" sldId="283"/>
        </pc:sldMkLst>
      </pc:sldChg>
      <pc:sldChg chg="add del">
        <pc:chgData name="Joydeep Barman" userId="722ca666-2eac-4bf2-bd08-e14ba4314914" providerId="ADAL" clId="{28364243-3FF3-4C22-B7E5-3553BCB81D5A}" dt="2023-05-25T16:08:10.211" v="81"/>
        <pc:sldMkLst>
          <pc:docMk/>
          <pc:sldMk cId="0" sldId="284"/>
        </pc:sldMkLst>
      </pc:sldChg>
      <pc:sldChg chg="add del">
        <pc:chgData name="Joydeep Barman" userId="722ca666-2eac-4bf2-bd08-e14ba4314914" providerId="ADAL" clId="{28364243-3FF3-4C22-B7E5-3553BCB81D5A}" dt="2023-05-26T16:11:33.810" v="236" actId="2696"/>
        <pc:sldMkLst>
          <pc:docMk/>
          <pc:sldMk cId="0" sldId="285"/>
        </pc:sldMkLst>
      </pc:sldChg>
      <pc:sldChg chg="modSp add del mod">
        <pc:chgData name="Joydeep Barman" userId="722ca666-2eac-4bf2-bd08-e14ba4314914" providerId="ADAL" clId="{28364243-3FF3-4C22-B7E5-3553BCB81D5A}" dt="2023-05-26T16:11:33.810" v="236" actId="2696"/>
        <pc:sldMkLst>
          <pc:docMk/>
          <pc:sldMk cId="0" sldId="286"/>
        </pc:sldMkLst>
        <pc:spChg chg="mod">
          <ac:chgData name="Joydeep Barman" userId="722ca666-2eac-4bf2-bd08-e14ba4314914" providerId="ADAL" clId="{28364243-3FF3-4C22-B7E5-3553BCB81D5A}" dt="2023-05-26T16:09:45.905" v="235" actId="14100"/>
          <ac:spMkLst>
            <pc:docMk/>
            <pc:sldMk cId="0" sldId="286"/>
            <ac:spMk id="299" creationId="{00000000-0000-0000-0000-000000000000}"/>
          </ac:spMkLst>
        </pc:spChg>
      </pc:sldChg>
      <pc:sldChg chg="add">
        <pc:chgData name="Joydeep Barman" userId="722ca666-2eac-4bf2-bd08-e14ba4314914" providerId="ADAL" clId="{28364243-3FF3-4C22-B7E5-3553BCB81D5A}" dt="2023-05-25T16:08:10.211" v="81"/>
        <pc:sldMkLst>
          <pc:docMk/>
          <pc:sldMk cId="0" sldId="287"/>
        </pc:sldMkLst>
      </pc:sldChg>
      <pc:sldChg chg="add del">
        <pc:chgData name="Joydeep Barman" userId="722ca666-2eac-4bf2-bd08-e14ba4314914" providerId="ADAL" clId="{28364243-3FF3-4C22-B7E5-3553BCB81D5A}" dt="2023-05-26T16:29:06.972" v="237" actId="47"/>
        <pc:sldMkLst>
          <pc:docMk/>
          <pc:sldMk cId="0" sldId="288"/>
        </pc:sldMkLst>
      </pc:sldChg>
      <pc:sldChg chg="add del">
        <pc:chgData name="Joydeep Barman" userId="722ca666-2eac-4bf2-bd08-e14ba4314914" providerId="ADAL" clId="{28364243-3FF3-4C22-B7E5-3553BCB81D5A}" dt="2023-05-26T16:29:18.793" v="238" actId="2696"/>
        <pc:sldMkLst>
          <pc:docMk/>
          <pc:sldMk cId="0" sldId="289"/>
        </pc:sldMkLst>
      </pc:sldChg>
      <pc:sldChg chg="add del">
        <pc:chgData name="Joydeep Barman" userId="722ca666-2eac-4bf2-bd08-e14ba4314914" providerId="ADAL" clId="{28364243-3FF3-4C22-B7E5-3553BCB81D5A}" dt="2023-05-26T16:31:13.182" v="241" actId="47"/>
        <pc:sldMkLst>
          <pc:docMk/>
          <pc:sldMk cId="0" sldId="290"/>
        </pc:sldMkLst>
      </pc:sldChg>
      <pc:sldChg chg="add">
        <pc:chgData name="Joydeep Barman" userId="722ca666-2eac-4bf2-bd08-e14ba4314914" providerId="ADAL" clId="{28364243-3FF3-4C22-B7E5-3553BCB81D5A}" dt="2023-05-25T16:08:10.211" v="81"/>
        <pc:sldMkLst>
          <pc:docMk/>
          <pc:sldMk cId="0" sldId="291"/>
        </pc:sldMkLst>
      </pc:sldChg>
      <pc:sldChg chg="add del">
        <pc:chgData name="Joydeep Barman" userId="722ca666-2eac-4bf2-bd08-e14ba4314914" providerId="ADAL" clId="{28364243-3FF3-4C22-B7E5-3553BCB81D5A}" dt="2023-05-26T16:31:15.199" v="242" actId="47"/>
        <pc:sldMkLst>
          <pc:docMk/>
          <pc:sldMk cId="0" sldId="292"/>
        </pc:sldMkLst>
      </pc:sldChg>
      <pc:sldChg chg="addSp delSp modSp add mod">
        <pc:chgData name="Joydeep Barman" userId="722ca666-2eac-4bf2-bd08-e14ba4314914" providerId="ADAL" clId="{28364243-3FF3-4C22-B7E5-3553BCB81D5A}" dt="2023-05-26T16:32:20.013" v="258" actId="20577"/>
        <pc:sldMkLst>
          <pc:docMk/>
          <pc:sldMk cId="484498915" sldId="292"/>
        </pc:sldMkLst>
        <pc:spChg chg="add del mod">
          <ac:chgData name="Joydeep Barman" userId="722ca666-2eac-4bf2-bd08-e14ba4314914" providerId="ADAL" clId="{28364243-3FF3-4C22-B7E5-3553BCB81D5A}" dt="2023-05-26T16:32:08.006" v="246" actId="478"/>
          <ac:spMkLst>
            <pc:docMk/>
            <pc:sldMk cId="484498915" sldId="292"/>
            <ac:spMk id="3" creationId="{30BDCF4E-A74F-ABDA-E724-BC639F04430A}"/>
          </ac:spMkLst>
        </pc:spChg>
        <pc:spChg chg="del">
          <ac:chgData name="Joydeep Barman" userId="722ca666-2eac-4bf2-bd08-e14ba4314914" providerId="ADAL" clId="{28364243-3FF3-4C22-B7E5-3553BCB81D5A}" dt="2023-05-26T16:32:06.209" v="245" actId="478"/>
          <ac:spMkLst>
            <pc:docMk/>
            <pc:sldMk cId="484498915" sldId="292"/>
            <ac:spMk id="305" creationId="{00000000-0000-0000-0000-000000000000}"/>
          </ac:spMkLst>
        </pc:spChg>
        <pc:spChg chg="mod">
          <ac:chgData name="Joydeep Barman" userId="722ca666-2eac-4bf2-bd08-e14ba4314914" providerId="ADAL" clId="{28364243-3FF3-4C22-B7E5-3553BCB81D5A}" dt="2023-05-26T16:32:20.013" v="258" actId="20577"/>
          <ac:spMkLst>
            <pc:docMk/>
            <pc:sldMk cId="484498915" sldId="292"/>
            <ac:spMk id="306" creationId="{00000000-0000-0000-0000-000000000000}"/>
          </ac:spMkLst>
        </pc:spChg>
      </pc:sldChg>
      <pc:sldChg chg="add del">
        <pc:chgData name="Joydeep Barman" userId="722ca666-2eac-4bf2-bd08-e14ba4314914" providerId="ADAL" clId="{28364243-3FF3-4C22-B7E5-3553BCB81D5A}" dt="2023-05-26T16:31:22.522" v="243" actId="2696"/>
        <pc:sldMkLst>
          <pc:docMk/>
          <pc:sldMk cId="0" sldId="293"/>
        </pc:sldMkLst>
      </pc:sldChg>
      <pc:sldChg chg="addSp delSp modSp add mod">
        <pc:chgData name="Joydeep Barman" userId="722ca666-2eac-4bf2-bd08-e14ba4314914" providerId="ADAL" clId="{28364243-3FF3-4C22-B7E5-3553BCB81D5A}" dt="2023-05-26T18:05:24.893" v="320" actId="207"/>
        <pc:sldMkLst>
          <pc:docMk/>
          <pc:sldMk cId="2807900084" sldId="293"/>
        </pc:sldMkLst>
        <pc:spChg chg="mod">
          <ac:chgData name="Joydeep Barman" userId="722ca666-2eac-4bf2-bd08-e14ba4314914" providerId="ADAL" clId="{28364243-3FF3-4C22-B7E5-3553BCB81D5A}" dt="2023-05-26T18:03:53.391" v="306" actId="20577"/>
          <ac:spMkLst>
            <pc:docMk/>
            <pc:sldMk cId="2807900084" sldId="293"/>
            <ac:spMk id="331" creationId="{00000000-0000-0000-0000-000000000000}"/>
          </ac:spMkLst>
        </pc:spChg>
        <pc:spChg chg="del">
          <ac:chgData name="Joydeep Barman" userId="722ca666-2eac-4bf2-bd08-e14ba4314914" providerId="ADAL" clId="{28364243-3FF3-4C22-B7E5-3553BCB81D5A}" dt="2023-05-26T18:03:36.254" v="261" actId="478"/>
          <ac:spMkLst>
            <pc:docMk/>
            <pc:sldMk cId="2807900084" sldId="293"/>
            <ac:spMk id="333" creationId="{00000000-0000-0000-0000-000000000000}"/>
          </ac:spMkLst>
        </pc:spChg>
        <pc:graphicFrameChg chg="add mod modGraphic">
          <ac:chgData name="Joydeep Barman" userId="722ca666-2eac-4bf2-bd08-e14ba4314914" providerId="ADAL" clId="{28364243-3FF3-4C22-B7E5-3553BCB81D5A}" dt="2023-05-26T18:05:24.893" v="320" actId="207"/>
          <ac:graphicFrameMkLst>
            <pc:docMk/>
            <pc:sldMk cId="2807900084" sldId="293"/>
            <ac:graphicFrameMk id="2" creationId="{25224C76-4449-9B9E-34F0-78C0F0115DCE}"/>
          </ac:graphicFrameMkLst>
        </pc:graphicFrameChg>
        <pc:picChg chg="del">
          <ac:chgData name="Joydeep Barman" userId="722ca666-2eac-4bf2-bd08-e14ba4314914" providerId="ADAL" clId="{28364243-3FF3-4C22-B7E5-3553BCB81D5A}" dt="2023-05-26T18:03:34.084" v="260" actId="478"/>
          <ac:picMkLst>
            <pc:docMk/>
            <pc:sldMk cId="2807900084" sldId="293"/>
            <ac:picMk id="332" creationId="{00000000-0000-0000-0000-000000000000}"/>
          </ac:picMkLst>
        </pc:picChg>
      </pc:sldChg>
      <pc:sldChg chg="modSp add mod">
        <pc:chgData name="Joydeep Barman" userId="722ca666-2eac-4bf2-bd08-e14ba4314914" providerId="ADAL" clId="{28364243-3FF3-4C22-B7E5-3553BCB81D5A}" dt="2023-05-26T18:06:31.863" v="331" actId="6549"/>
        <pc:sldMkLst>
          <pc:docMk/>
          <pc:sldMk cId="39758940" sldId="294"/>
        </pc:sldMkLst>
        <pc:graphicFrameChg chg="modGraphic">
          <ac:chgData name="Joydeep Barman" userId="722ca666-2eac-4bf2-bd08-e14ba4314914" providerId="ADAL" clId="{28364243-3FF3-4C22-B7E5-3553BCB81D5A}" dt="2023-05-26T18:06:31.863" v="331" actId="6549"/>
          <ac:graphicFrameMkLst>
            <pc:docMk/>
            <pc:sldMk cId="39758940" sldId="294"/>
            <ac:graphicFrameMk id="2" creationId="{25224C76-4449-9B9E-34F0-78C0F0115DCE}"/>
          </ac:graphicFrameMkLst>
        </pc:graphicFrameChg>
      </pc:sldChg>
      <pc:sldChg chg="addSp delSp modSp add mod">
        <pc:chgData name="Joydeep Barman" userId="722ca666-2eac-4bf2-bd08-e14ba4314914" providerId="ADAL" clId="{28364243-3FF3-4C22-B7E5-3553BCB81D5A}" dt="2023-05-26T18:09:55.093" v="466" actId="14734"/>
        <pc:sldMkLst>
          <pc:docMk/>
          <pc:sldMk cId="1916684293" sldId="295"/>
        </pc:sldMkLst>
        <pc:spChg chg="mod">
          <ac:chgData name="Joydeep Barman" userId="722ca666-2eac-4bf2-bd08-e14ba4314914" providerId="ADAL" clId="{28364243-3FF3-4C22-B7E5-3553BCB81D5A}" dt="2023-05-26T18:07:51.574" v="403" actId="20577"/>
          <ac:spMkLst>
            <pc:docMk/>
            <pc:sldMk cId="1916684293" sldId="295"/>
            <ac:spMk id="331" creationId="{00000000-0000-0000-0000-000000000000}"/>
          </ac:spMkLst>
        </pc:spChg>
        <pc:graphicFrameChg chg="del modGraphic">
          <ac:chgData name="Joydeep Barman" userId="722ca666-2eac-4bf2-bd08-e14ba4314914" providerId="ADAL" clId="{28364243-3FF3-4C22-B7E5-3553BCB81D5A}" dt="2023-05-26T18:08:31.874" v="414" actId="478"/>
          <ac:graphicFrameMkLst>
            <pc:docMk/>
            <pc:sldMk cId="1916684293" sldId="295"/>
            <ac:graphicFrameMk id="2" creationId="{25224C76-4449-9B9E-34F0-78C0F0115DCE}"/>
          </ac:graphicFrameMkLst>
        </pc:graphicFrameChg>
        <pc:graphicFrameChg chg="add mod modGraphic">
          <ac:chgData name="Joydeep Barman" userId="722ca666-2eac-4bf2-bd08-e14ba4314914" providerId="ADAL" clId="{28364243-3FF3-4C22-B7E5-3553BCB81D5A}" dt="2023-05-26T18:09:55.093" v="466" actId="14734"/>
          <ac:graphicFrameMkLst>
            <pc:docMk/>
            <pc:sldMk cId="1916684293" sldId="295"/>
            <ac:graphicFrameMk id="3" creationId="{F611AE73-D97E-D35D-C59C-140BEE86BA53}"/>
          </ac:graphicFrameMkLst>
        </pc:graphicFrameChg>
      </pc:sldChg>
      <pc:sldChg chg="add del">
        <pc:chgData name="Joydeep Barman" userId="722ca666-2eac-4bf2-bd08-e14ba4314914" providerId="ADAL" clId="{28364243-3FF3-4C22-B7E5-3553BCB81D5A}" dt="2023-05-26T18:10:05.305" v="467" actId="47"/>
        <pc:sldMkLst>
          <pc:docMk/>
          <pc:sldMk cId="2910294071" sldId="29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6:04:16.197"/>
    </inkml:context>
    <inkml:brush xml:id="br0">
      <inkml:brushProperty name="width" value="0.09071" units="cm"/>
      <inkml:brushProperty name="height" value="0.09071" units="cm"/>
      <inkml:brushProperty name="color" value="#FF0000"/>
    </inkml:brush>
  </inkml:definitions>
  <inkml:trace contextRef="#ctx0" brushRef="#br0">1858 12591 12792,'0'-3'348,"0"0"22,0 3 257,-4 53 101,2 2-1347,0-1 0,0 5 753,2-3 1,-1 0-948,1-16 0,0 2 0,0-1 816,1 2 1,-1 1 0,-1-1 29,1-2 1,-1 0 0,0 0 389,-1 15 1,0-3-419,0-6 1,-2-3 106,1-8 0,0-2-112,-1 16 45,1-17 313,2-12 341,1-7-610,0-6 3902,0-4-3700,0-5 383,-1-23-674,-3-22 0,0 7 0,0-4-588,-1-9 1,0-4 587,1 15 0,0-1 0,-1-1 0,0-1 0,0-1 0,0 0 33,1-1 1,-1 0 0,1 1-1041,0 0 0,0 1 0,0 0 1104,1 3 0,0-1 0,1 2 20,0-16 1,0 1-370,1 7 1,0 2 519,1 7 1,0 2-245,3-21-24,-1 18 641,3 15-730,-2 11 2995,4 8-3052,5 14 146,13 22 168,-7-2 0,1 4-207,4 12 0,1 4 39,-6-12 0,-1 2 0,1 1 26,0 2 0,-1 0 0,0 1-455,-1-2 1,0 1 0,-1-1 484,5 17 0,0-2-56,-3-5 0,-1-3-411,-1-6 0,-1-2 226,-1-8 1,-1-1-2450,8 18-1736,-3-13 4370,-7-13 0,-4-9 0,-6-10 0</inkml:trace>
  <inkml:trace contextRef="#ctx0" brushRef="#br0" timeOffset="936">1821 13461 18073,'41'-34'22,"-1"-1"1,0 0-1,-1 2 1,-1 1-1,-3 2-22,2 0 0,-3 3 0,-1-2 0,-1 1 0,-4 2 0,-3 1 0,16-18-313,-16 10 1432,-13 9-1119,-6 7 414,-15 5-403,-8 4 186,-12 4-219,-23 6-280,13 7 954,-7 7-954,27 4 122,10 3 46,21-1 134,21 3 0,-4-11 0,5-2 67,7 1 0,4 0-60,0-1 1,5 2 0,-3-1-719,4 2 0,-1 2 677,-10-4 1,2 2 0,-7 1 55,11 21-22,-22-1 213,-14 4 56,-26 0 795,-11 2-946,3-20 0,-2-1 134,0-3 0,-1-1 297,-23 10-280,12-12-67,14-8-68,14-5-280,24-33 1,14-13 128,-10 14 0,2-1 265,4-8 0,4-4 0,0-3-251,-3 6 0,1-2 0,0 0 1,-3 3-433,0 0 0,-2 1 1,0 0 434,5-8 0,0-2 0,-5 7 191,0-14-68,-19 35 370,-2 9-34,-4 4-392,-3 3 924,-4 1-1171,-1 1 1451,5 10-1338,2 19 0,2 9 67,2-2 0,1 3-302,-1 3 1,0 3 0,1-1 284,2 14 0,1-2 17,1-2 0,2 0 0,1-6 0,2-2-39,1-7 0,0-2 39,10 19-123,-6-18-45,-4-13 11,-4-13 157,1-8 22,3-19 28,3-12 1,1-6-51,-2 1 0,1-2-441,6-16 0,0-2 424,-5 10 0,0 2 17,0 2 0,1 2 0,-2 2 0,1 2 0,1 4 0,0 2-11,2-5 751,-3 9-751,-12 21-281,-2 13 292,-11 18 0,-6 8 22,5-3 1,-1 3-449,-3 2 1,-3 2 0,2 0 425,-3 7 0,1-2-6,2-5 1,1-1 422,4-9 0,3-3-629,-2 11 212,10-16 123,44-10-224,-5-15 0,5-6-2409,2-4 0,3-3 0,0-1 2284,-5-1 0,0-2 0,-3 0 0,9-6 1,-8 1-1,-3-4 0</inkml:trace>
  <inkml:trace contextRef="#ctx0" brushRef="#br0" timeOffset="1913">4019 12711 19841,'12'29'504,"0"5"-465,1 17 0,-1 8-277,0-12 1,0 0-193,0-6 0,0 1 1,-1-3-764,1 5 0,0-2 246,3 6 0,-1-2-2696,-5 6 3643,-3-26 45,-12-5 3855,-16-46-2589,-2-5-594,5 1 0,0-3-179,2 3 0,1 0-118,-1-2 1,0 1 183,0 2 1,0 2 45,-11-20-101,5 15-17,9 10-823,12 11 291,18 3-34,16 3-33,5 0 0,3-1-34,-10 1 0,0-2-56,22-10 0,-3-4 157,-10-6 90,-14 4 0,-5-3-90,-13-10 0,-3-6-3157,-4-4 3280,-3 11 0,-1-1-1100,-3-1 0,-2-1 1033,-3-8 0,0 3 179,-9-8-403,6 15-45,12 48 79,7 15 117,7 20 0,4 10 76,-2-9 1,0 2 0,0 1 246,2 2 1,0 0 0,0 1-300,0 1 1,0 1-1,-3-4 15,0 1 1,-1-2 722,-4-11 0,-1 2 1,0-4-746,0 1 0,-1-3 0,0 4 0,-1-7 56,0-13-56,-1-14 180,7-16-124,0-20-56,9-24 0,-9 18 0,0-3 50,3-14 1,-2-2-35,-2 8 1,-1 3 911,0 1 0,-2 4-1164,1 1 493,9 43-257,3 19 78,16 22-61,-17-20 0,-1 0-34,2 2 0,0-1-56,-1-2 1,1-2-869,18 17 851,-1-18-168,12-15 426,-12-24-22,-3-26 0,-5-10-146,-14 16 0,-2-3-198,0-2 0,0-4 0,-4 1 382,-3-8 1,-4 4 185,-1 15 0,-1 3-124,0-5 1,-4 6 246,-7 14-952,-1 40 470,2 17-17,5-4 1,6 7-1441,12 4 1,8 6-1,0-6-784,0-3 1,4-3 2181,4 1 0,4 0 0,-3-11 0,9-12 1,-10-13-1</inkml:trace>
  <inkml:trace contextRef="#ctx0" brushRef="#br0" timeOffset="2405">6095 12633 13936,'30'37'153,"0"1"0,-5-7 0,-3 0-153,-3 6 0,-3-1 33,-4-7 1,-3 2 44,1 26 1,-4 2-57,-1-22 0,-1 0-426,-1 19 1,-2-4 403,-1-9 201,-2-14-89,1-12 359,-1-9 986,1-5-740,1-3-393,0-11 1012,0-9-1028,6-12 0,2-3-95,-3 6 0,3-2-45,3-6 0,4-5 0,0 4-51,7-6 1,0 3-433,1 0 1,0 3 314,0 10 0,0 7-168,9 9 101,3 12 33,2 23 12,2 18-528,-19-12 1,-2 5 549,4 17 0,-3-1 0,2 0 0,-12-19 0,0-1 0</inkml:trace>
  <inkml:trace contextRef="#ctx0" brushRef="#br0" timeOffset="2541">6760 12601 10305,'0'0'0</inkml:trace>
  <inkml:trace contextRef="#ctx0" brushRef="#br0" timeOffset="3729">7145 12621 22059,'-27'-25'157,"2"15"-12,6 59-122,7 7 3,6-16 0,2 8 0,2 1-1253,4 3 0,4 1 1,0 1 1196,-1 1 0,0 1 0,1 0-367,3 4 0,1-1 1,0-3 56,-2-14 0,0-2 1,-1-1-26,1 16 1,-1-1 655,-2-7 0,-1-2-291,-2-8 0,-1-2-159,-6 19 462,-9-13 1923,-8-13-1251,-10-10 1824,-1-9-1925,-7-7-796,14-18-78,3-14-100,18-25 77,7 19 1,4-4-31,2-6 1,4-4-24,0 10 0,2-4 0,3-1 1,-1 0-570,4-2 1,0-2-1,1 1 1,0-1 604,-1 1 1,0-1 0,0 1 0,0 1 39,4-10 0,1 1 0,-4 6-133,-5 3 0,-3 5 138,-5 4 1,-1 3 5,-1-24 67,-12 12 90,-9 10 169,-24 4-337,4 16 527,-23 4-594,28 23-34,-6 13 101,19 19-28,11-12 0,2 1-17,0 4 0,2 3 48,4 0 1,2 3 0,2 0-4,1-1 0,2 0 0,0 0 944,4 19 1,2-2-945,1-10 0,2-4 170,1-11 1,0-5-205,3-1 34,10-9 101,-18-40-101,3-31 90,-4 14-90,1-12-11,-8 28 903,-1 7-903,-1 6-23,2 6-246,4 2 280,6 5-90,8 10 90,1 4 0,1 3-246,14 12-79,-9-8 0,1-1 89,0-8 315,-2-7 45,-15-24-124,-6-15 67,-2-22-11,-4 20 0,0-2-961,0-9 0,0-2 916,-1-5 0,0-6 202,0 13 0,0-3 0,0-3 0,1 1-334,0-2 1,1 0 0,-1 0 0,0 2 198,1-8 1,-1 3-1,1 3-78,2-17 0,-1 21-78,-3 41 67,8 27-180,6 26 198,-1-5 1,4 9 0,1 4 24,-2-3 0,3 3 0,-1 1 0,1-1-1265,0-3 0,-1 0 1,1-1-1,-1-2 1004,-1-2 0,-1 0 1,0-3-1,-2-8-1883,2 2 0,-3-17 454,-7-27 1658,-7-14 1837,-11-26 371,-7 2 33,-8 3 2274,-13 2-1624,5 11-1191,4 3-1700,21 6-191,31-10 191,18-7 0,9-3-1478,-5 6 1,3 0-104,0 2 1,4-2 0,-1 3-1697,-7 7 0,-1 3 0,1 0 3197,5-1 1,2 1 0,-6 2 0,-2 2 0,-4 1 0,-4 2 0,-1 0 0</inkml:trace>
  <inkml:trace contextRef="#ctx0" brushRef="#br0" timeOffset="4435">9425 12463 19090,'-53'-9'343,"-1"1"1,5 4 0,5 8-288,-1 22-213,9 19-2078,11 9 2179,11 3-45,8 1 550,7-4-1043,10-7-201,4-10 615,11-12 487,2-13-274,3-7-33,3-14 123,-1-8 17,-7-6 0,-2-5 96,11-18 615,-9 4 1,-1-1 380,-5-5 847,2-8-1384,-16 31-6,-3 11-464,-3 8-225,0 4 11,0 34 0,2 18 50,0-4 1,0 6-621,2 4 0,0 2 566,0-17 0,1 1 1,0 0-1,1 0 1,0 0-1,0-1-970,5 16 0,2-1 688,-2-5 1,2-1-1693,2 1 1,0-5-1218,5 9-918,4-11 4102,-11-48 0,-5 1 0,-2-8 0</inkml:trace>
  <inkml:trace contextRef="#ctx0" brushRef="#br0" timeOffset="5734">9816 12751 17128,'-3'-33'2129,"-1"0"0,0-18-1235,0 48-928,3 3 241,1 9-207,7 13 22,7 17 1,9 14-7,-9-24 1,0-1-17,13 23-33,-3-8 196,-4-11-129,-3-9 473,-4-9-552,0-8-78,-1-2 112,4-8-146,5-14 146,5-13 11,2-21 28,-13 21 0,-2-1-12,1-2 1,-2-3 28,1-15 0,-2 1-514,-4 15 1,-1 1 501,0-7 1,-2 4 157,-3 6 234,-1 14-111,0 10-302,0 6-170,0 2 91,0 18-11,0 11 78,6 26 28,-2-25 0,2 2-28,9 11 0,3 0-12,-5-12 1,3-2-23,5 6 1,2-5-79,9-1 915,1-12-893,-1-8 90,0-6 22,1-15 79,-2-7-79,-12-9 1,-2-5 55,5-22-500,-10 15 1,-2-2 421,-7 10 0,-1 1 89,-1-1 1,-1 1 11,-5-24 285,-12 1-173,0 24-123,-6 6-90,11 20-79,1 7 12,2 15 849,1 13-793,3 23-1635,3-23 1,1 2 1645,4 0 0,2-1-309,2 0 1,3-2 263,18 22 45,8-13-135,1-12-10,2-13-35,2-8-89,2-15-27,2-12 285,0-18-23,-22 13 0,-1-3 1186,1-4 0,-3-2-1219,1-6 0,-3-2 50,0-5 0,-2-1-45,-3-3 1,-2-1-33,-2 2 0,-2 1 94,-2 5 0,-2 3 56,-2 9 0,0 3-45,-3-9 34,-2 21 129,-1 11-286,-1 6 746,1 9-813,1 11 112,2 19 11,9 16 221,1-21 0,4 1-165,4 4 0,3-1-691,5 2 1,2 0 718,-1 1 0,0 1-28,4 11 0,-2 1 56,-11-16 0,-1-1 22,0 7 1,-4-1 21,-11 0 1,-15-9 403,-10-9-414,-12-9 201,0-8-178,4-4-80,9-17-78,16-13 0,7-7 45,5-3 0,6-3-179,-1-1 0,2-5 0,2 1 186,4 1 1,3 0-1,0-2-224,1-3 0,1-2 0,-1 0 224,1 0 1,0 0-1,0-3 43,-3 7 1,0-2 0,-1 0 0,-1 4 31,-1 2 0,-1 3 0,-1 0-15,2-4 0,0 1 1,-3 7 514,0-5-515,-5 23 135,-5 10-202,-2 6-45,-1 9 45,0 24-23,0-2 1,0 6 107,0 5 1,-1 7-1,1 3 1,-1-3-53,0 4 1,0-1 0,0 3-48,0 0 0,1 3 0,-1 0 0,1-2 14,-2 7 0,0-2 0,3-3-307,2-10 1,2-1 0,0-1 150,-1-1 1,0 0 0,3-5-1868,4-5 1,2-7-163,5-5-1837,1-42 4022,-12 0 1041,2-17 483,-8 10 1057,-4 6-1180,-2 5-169,-2 5 1,0 4 100,2 2-481,3 3-504,1 0 178,1 1-515,0-1 45,0-2-45,7-2 90,8-4-22,14 1-79,9 1 0,8 5-112,3 7 112,1 13-1211,-20 6 1,-3 5-3014,6 18 50,-15-14 0,-5 0 4174,-14 2 0,-1-15 0,-3-9 0</inkml:trace>
  <inkml:trace contextRef="#ctx0" brushRef="#br0" timeOffset="5855">11882 12360 19493,'3'-40'-112,"0"0"0,0 4 0,2 8-2521,5 20-2387,4 4 5020,4 4 0,-8 0 0,0 0 0</inkml:trace>
  <inkml:trace contextRef="#ctx0" brushRef="#br0" timeOffset="7009">12132 12294 23258,'-7'6'-190,"0"9"89,8 20 78,6 8-683,4-1-403,8-6-224,4-11 313,2-12 382,1-6 66,2-10 370,0-10 202,-1-9 190,-5-12 90,-6-3 998,-9-4-113,-4-1 650,-6 1-1187,-11 2-90,-8 4-168,-12 7-124,-5 8-44,-4 11-202,-2 5 0,3 7-124,4 11 80,8 10-80,8 16 57,10 11 67,8-12 0,7 1-73,9-5 1,5 0 72,-4-1 0,4-4-185,9-10 0,2-6 6,15-6 44,3-8 23,-1-11 112,2-7-22,-5-11 44,-2-4-55,-5-2 33,-5-4 0,-5-2 134,-2-3-123,-3 1 90,-4 3-78,-1 7 21,-6 9-44,-2 11-44,-3 7-158,-2 4 112,1 4 90,1 15-11,2 12 33,0 7 1,2 4-57,-1-1 1,2-1 33,-1 1 0,1-2 33,6 14-10,-7-33-12,-3-9 23,-2-5-1,0-4-22,2 0-11,2-7 0,6-7 112,8-17-100,7-12-18,-13 18 0,1-3 6,5-8 0,0 1 112,6-13-100,3 0 32,-21 33 169,-4 9-179,-3 4-57,-2 1 57,7 11 22,1 7-56,7 14 0,2 4-22,4 0 145,0-3-202,1-6 102,-1-8-23,1-6 56,-1-7-56,3-6 0,2-13 213,3-11-124,4-16-267,-16 16 0,-1-1 206,2-4 0,-1-2-528,-1-2 1,0-1 561,-2-3 0,0-1-62,-1-1 0,-2-1-10,-2 2 1,-2 1 183,-2 4 0,-1 2-84,0-17 145,-4 19-190,0 13 279,0 12-324,0 4 1005,-1 1-1117,1 20 100,1 0 17,9 8 1,3 2 28,10 8-34,-3-12 0,3-1-657,15 7 568,4 1 145,-18-16 0,1 1-287,1 1 1,0-1 274,2 3 1,-1-1-45,-1-1 0,-2-1 0,17 13-33,-16-8 33,-13-5 78,-14-1-44,-20 5-68,-15 11-2639,-9-4 1,-4 1 2570,5-7 1,1 0 0,2 1-1,3-3 1,-5-3 0</inkml:trace>
  <inkml:trace contextRef="#ctx0" brushRef="#br0" timeOffset="14189">1910 15886 12383,'-3'45'676,"1"1"0,0-6 0,0-4-328,1 0-156,0-13-192,0-11 243,1-7 1292,0-4-1088,-1-22-379,0-12 49,0 3 1,0-4-118,0-5 0,0-2-228,-1-7 1,1-2 580,-1-6 0,0-2-632,0 16 0,1-1 0,-1 0 559,1-3 0,0 0 1,-1 0 25,2 0 0,-1 0 0,0 1-123,1 3 0,0-1 1,0 3 342,0-13 0,0 3-453,0 9 1,0 4 4,0-14 236,0 20-314,0 18-79,4 8 770,8 24-691,14 17 44,-5-1 1,4 9 0,-1-1 15,-3-7 1,-1 0 0,1 1-50,1 2 0,1 2 1,0 1-1,-1-3-648,-1 0 1,-2-3 0,0 0 619,7 14 0,-2-2-151,-3-6 0,-1-2-564,-4-9 1,-2-2-479,7 15-723,-8-18 331,-7-10 2314,-3-10-1082,-6-4 2385,-11-2-2015,-11 0 442,-6 0 1,-3 0 689,-20 0-550,15 0 1,0 0 963,-12 0-325,3 0-447,10 0 561,9 0-1066,12 0-33,8 0-292,7-1 0,10-10 29,16-9 1,12-8 0,-1 1 26,2-2 0,1-2-456,-4 5 0,4-2 0,1-1 0,-4 3 439,11-9 1,-3 2-26,-9 7 1,0 0 0,-3 1-375,1 0 0,-3 1 416,2-2 0,-5 2 0,-12 9-11,-11 8 22,-21 4-134,-12 5 45,-19 9 117,5 9 0,1 3-95,-4 7 28,14-6 0,7 2 1736,21-4-1686,22 1-22,13 3 0,23-1 0,-20-13 0,2 0-196,4-1 1,1 0 195,1-1 0,0 1 0,-2-1 0,-2 0 17,-4-1 0,-3 2-163,15 16 146,-23-4 168,-20 8 0,-20-3-168,-13 2 314,-6-3-246,2-7 223,8-9 948,10-6-1239,9-4-269,6-8 179,11-17 56,13-20 0,-2 8 1,6-6-1,2-2-22,3-5 0,2-1 0,0-1-281,-9 12 0,1 0 0,0 0 0,-1 0 314,7-9 1,0 0 0,-6 4-937,-5 3 1,-4 3 958,-3 4 0,-4 3 224,0-21-180,-6 13 383,-11 10-405,-3 8 23,-7 8 448,0 5 601,5 5-1094,4 2 2272,5 1-2261,3 0-123,1 10 45,0 13 67,0 22-79,3-13 1,2 2-493,1 7 0,1 0 571,3 4 0,2 1 39,0-1 1,0 0-396,0-1 0,0 0 384,0-5 0,0 0-28,-2-4 0,1-2 0,0-4 0,-1-2-168,7 17 168,1-3 67,-7-18-56,-1-1 1072,-5-15-1083,-3-3 827,1-3-962,-3 0 113,2-1 89,2-3-67,2-8 0,5-10-123,3-13 123,4-12 0,3-9-251,-10 24 1,0-1 295,1 0 0,0-2-40,3-10 1,-1 1 28,5-13-141,-9 24 1,-1 4 140,-4 9-1,-5 11-33,-12 12 0,-9 15-22,-11 16 22,14-10 0,2 2 5,1 1 1,2 0-6,3 2 0,2-1 0,0 21-11,12-7-123,17-11-270,17-13-649,-9-12 0,4-4-1838,6-6 1,2-5-1872,4-2 0,2-4 4762,4-7 0,-3-1 0,-18 8 0,-3 0 0,18-11 0</inkml:trace>
  <inkml:trace contextRef="#ctx0" brushRef="#br0" timeOffset="15154">4336 14799 21544,'24'36'31,"-1"1"0,1 0 1,-2-1-1,0 1 0,-3-1-20,1 8 1,-2 2-1137,-4-5 0,-1 2 1,0-2 362,0 4 0,-1-1-6,2 8 1,-3-4-242,-2-1 203,-5-16 727,-2-15-145,-15-8 555,-2-16 443,-15-10 1696,-1-15 1,0-6-1810,11 15 0,0 0 56,-12-15 1,1 0 144,-4-2-402,15 15 610,4-1-1126,18 7 45,19-7 22,18-8-611,-10 14 1,3 0 599,4-4 0,1 0-208,2-2 0,0 0 197,-1 0 0,-1-2-96,6-10 1,-3-1 78,-13 11 0,-3 0 56,3-6 0,-6 0 118,-8-6-146,-8-6 449,-12 16-24,-4-1-111,-4 19-68,0 6-235,4 4-22,4 2 1077,3 3-1122,3 16 11,2 19 56,3-6 0,2 7-690,3 6 1,2 5 0,0-1 689,5 8 1,3 1-12,-3-7 0,1 2 0,1-5 0,3-2 0,0-4 0,0-4 0,1-2-68,-3-4 0,0-3 68,16 19 0,-8-14 0,-6-11 0,-7-10 12,-6-7-12,-4-4 0,-2-1 2110,0 0-2076,-1-6 93,2-8-127,1-14 67,3-11-67,4-10-79,3-2 79,4 1-67,2 7 67,1 8-33,-1 9 10,2 7 23,2 6-33,4 7-147,5 2 124,3 15-179,4 11 78,-1 15-34,-19-14 1,-1 2-404,17 20-190,-13-20 0,-1-2 212,10 3 572,7-5 34,-14-19 56,-2-14-68,-1-10 79,-3-18-79,-2-11 129,-10 22 1,-2-1-113,0-1 0,-1-1-247,0-27 1216,-2 6-448,-2 14 68,-4 12-180,-4 15-235,-6 7-90,-4 6-123,-2 11 0,2 11-33,7 16 33,5 5-17,19-14 0,8-3-185,19 7-892,-2-16 0,6-5-1086,-2-8 1,1-5 2179,7-7 0,-2 0 0,9 3 0,-9-10 0</inkml:trace>
  <inkml:trace contextRef="#ctx0" brushRef="#br0" timeOffset="15782">7426 14570 20457,'-55'-14'911,"0"-1"0,9 6 1,4 8-912,13 11 0,4 6 0,-7 26-1067,8 6 1067,11 3-22,6-4-104,6-5-411,9-9 794,6-9-727,10-10 470,7-8 0,3-8 67,3-11 56,1-6-123,-2-12 603,-4 2-166,-7 3 119,-9 8-86,-7 8 56,-5 5-66,-3 5-202,-1 0-236,3 17 90,5 24-112,0-5 0,1 4-799,4 13 0,1 2 806,-3-15 1,0 0-1,1 1 11,1-1 1,-1 0 0,2 1-116,4 8 0,0 1 0,0-3-682,2 2 1,-1-2-942,4 9 0,-1-5-6034,0-5 7754,-5-20 0,-8-14 0,-4-11 0</inkml:trace>
  <inkml:trace contextRef="#ctx0" brushRef="#br0" timeOffset="16915">7805 14863 21958,'-4'28'22,"9"12"-28,9-8 1,4 2-795,-1 0 0,0-1 794,0-1 0,-1-2 6,12 20 515,-6-13-526,-3-9 11,-7-16 84,-1-3-208,-5-10 124,2-12 112,4-10 0,5-21-78,-9 15 0,1-1-368,-1-3 1,0-1 350,-1-2 0,-2 1 201,-1 2 0,-1 1 586,0-20-702,-2 14 279,-1 14-101,0 12-258,0 7-100,0 4 797,0 6-842,0 14 67,7 17 56,4 19-255,-2-23 1,2 0 254,0 1 0,2 0-6,0-2 1,2-2-354,15 21-168,4-13-201,2-14 358,2-13 370,1-7 0,-1-16 135,-2-9-74,-15-6 1,-2-6 72,-5 6 1,-2-1-447,2-10 1,-3-1 317,-6 9 0,-2 1 397,1-28-45,-3 5 79,-1 8 337,-9 6-416,4 18-358,-6 4 0,6 16 596,3 1-607,-1 16 233,3 12-222,-1 21 0,3 11-182,2-30 0,3 1 148,12 24 34,12-11-168,5-13 168,4-12-213,1-10-190,-1-13 167,-3-14 149,-8-14-182,-5-14-22,-8-9 33,-6-2-34,-7 27 1,-1 0 280,-1-1 0,0 1 33,-1-28-11,-3 5 281,-2 9-180,-3 12 258,-1 11 396,0 12-766,3 5 43,1 3-43,3 9-112,1 7 112,3 12 0,10 7 68,8 4-57,15 4-17,-16-20 1,2 3 5,5 15 0,-1 2 0,-8-8 0,-2 0 0,2 11 0,-5 1 0,-9-8 0,-5-2 201,-6 9-201,-3-1 303,-1-34-146,7-5-157,1-37-11,6-4-109,2 1 1,1-4 96,2 0 1,2 0-725,3-6 0,1 0 747,1-2 0,0-1 106,1-1 1,0-1-626,0 2 0,0 0 535,-2 1 1,1 1 364,-2 2 0,0 2-297,-2 5 0,-1 1 521,4-22-258,-5 19 23,-5 15 303,-2 13-673,-1 7 1203,0 3-1293,0 12 90,1 18 11,0 28 261,0-16 1,0 2-229,0 6 1,0 3-146,1-6 0,1 3 0,0-2 95,1 4 1,1 1-933,2-6 1,1 2 0,3-5-2187,2-8 0,2-5-1515,13 23 4639,-5-33 0,-15-20 0,-4 0 0</inkml:trace>
  <inkml:trace contextRef="#ctx0" brushRef="#br0" timeOffset="17150">9201 14707 19101,'13'-13'404,"9"1"-102,23 2-44,2 0-46,-2 2-212,-5 4 202,2 7-202,-16 13-11,-1 38-2634,-18-4-946,-6-14 0,-3-2 3591,-4 4 0,1-18 0,0-10 0</inkml:trace>
  <inkml:trace contextRef="#ctx0" brushRef="#br0" timeOffset="17273">9604 14534 12490,'0'0'0</inkml:trace>
  <inkml:trace contextRef="#ctx0" brushRef="#br0" timeOffset="18438">9867 14470 23068,'-4'29'-23,"2"7"46,2 15 66,0 3-89,4-5-33,18 0-46,1-22-134,16-5-123,-6-18 112,1-16 89,0-7 124,-4-13 11,-6-8 162,-12 9 1,-4-1-141,2-18-1236,-7 9 0,-5 2 1808,-11-2-213,-10-3-235,-7 27-1,-1 8 35,-2 6-180,3 3-135,1 14 146,-3 36-11,15 0 1497,7-12 0,3 0-1497,9 17-123,9-24 0,3-1 22,11 9 45,19-1 0,-8-28-45,2-5-202,2-13 259,0-7-12,0-12-68,-5-5 124,-5-4 135,-6-2-124,-5-2 23,-3-2 10,-3 0-44,0 2 0,-1 7 305,-2 9-349,0 10 36,-1 7 53,1 7-101,1 14 78,1 11-22,-1 20 34,-1 11-34,-2 3 0,-1-2 11,-1-8 34,-1-9-90,0-11 22,-1-10 1,0-9 0,0-6 22,0-5 123,3-11-123,2-11-11,6-14 11,2-8 78,3-4-61,-8 19 0,0 1-17,3-7-79,1 0 169,-11 29-169,-1 4 135,2 3-56,2 10 90,4 6-90,3 13 0,1 4 0,3 1 79,1-1-158,3-9 90,2-6-11,5-10 124,4-4-124,6-16 17,-7-6 0,0-4 22,-6 2 0,-2-3-296,9-10 1,-3-2 261,-10 7 1,-4-1 5,-1 0 1,-3-2 44,0-1 0,-3 0-56,-2 0 0,-2-1 0,-2 1 0,-1 0 67,-1-25-28,-9 27 0,-2 2-16,-2-4 21,-12 6-44,12 22-22,3 6 22,-4 15-134,-2 13 313,-5 18-258,5 7 90,9-18 1,3-1 33,11 17-45,0-24 0,3-2 498,22 1-666,4-8 291,1-4-119,-3-5 63,-2-1-67,-8-2 78,-8-2-78,-8 0 0,-6-3 45,-2 0 78,-3 0-168,-10 1 45,-4 1-604,-11 2-3934,3-2 4538,5-1 0,9-2 0,6-2 0</inkml:trace>
  <inkml:trace contextRef="#ctx0" brushRef="#br0" timeOffset="19406">12295 13923 21857,'-16'-14'863,"4"3"-818,18 19 280,33 28-325,-18-17 0,3 3 30,11 9 0,7 4 0,-3-1-797,3 2 1,-1 1 736,-4-5 0,1 2 1,-2-2 34,-2 1 1,-4-2 130,-2 2 1,-3-1-148,0 7 11,-8-3 269,-35-22-303,0-7 68,-18-2 156,-7-23-190,11-1 1236,-7-20-1168,18-1 77,7-3-223,7-7 111,5-3-33,8-3 23,8 2-23,12 1 0,11 7-146,8 7 326,5 10-281,4 7 79,0 11 22,-4 4 0,-7 12-146,-6 13 146,-8 14-101,-8 18-78,-8 9-810,-10-28 0,-1 0-2720,-2 29-2722,-8-13 6431,-3-14 0,1-18 0,2-10 0</inkml:trace>
  <inkml:trace contextRef="#ctx0" brushRef="#br0" timeOffset="19542">12947 13572 13622,'0'0'0</inkml:trace>
  <inkml:trace contextRef="#ctx0" brushRef="#br0" timeOffset="20524">13438 13714 21465,'-20'-33'123,"15"28"207,12 30 1,8 18-152,4 4 1,2 3-1161,-5-12 1,1 2-1,0 0 1029,1 3 1,2 0 0,-1 0-8,0 1 0,1 0 0,0 0-41,-1-1 0,1-1 0,-1-1-8,-2-1 1,0-1 0,-2-1 203,6 13 1,-2-2-186,-6-7 1,-1-3-1,-5-8 0,-3-1 364,-3 11-308,-14-17 247,-11-12-247,-10-8 1422,-5-19-1422,-1-9 78,3-21-225,20 18 1,3-3 79,0-4 0,4-2 0,2-4 0,3-1 39,1-4 0,2-1-39,7-2 0,4-1-450,2-4 0,3 0 450,0 16 0,3 0 0,0 0 4,1-1 0,1 0 0,0 0-440,2 0 0,1 1 1,-1 0 435,9-16 0,-1 1 11,-3 5 0,0 2 6,-6 6 0,-1 2-17,-4 7 0,-2 1 0,3-13 0,-8 17 883,-6 13-883,-2 7 916,0 5-916,0 18-157,-3 16 168,0-4 0,1 3 295,0 8 1,-1 1-313,1 3 1,0 1 5,1 0 0,2 0 17,2-3 0,2-2-17,1-4 0,0-2 0,3-3 0,0-2-56,9 17 56,-3-12-101,-3-14 101,-3-11 112,-3-6 79,-3-4 818,1-4-987,4-11 34,4-11-56,7-15-22,2-5 22,0-2 101,-4 7-101,-3 9-45,-3 11-22,-2 10 44,3 6-201,3 4 179,7 13 45,8 7-11,3 14-23,3 7-392,-1-4-268,-3-3 335,-5-10-44,-6-10 403,-7-7 145,-5-6-111,-2-14 145,-2-36-45,-2-4 23,-1 12 1,-1-1-601,-1 6 0,0 0 633,0-3 1,0-2 117,0-1 0,0-2-117,0-2 0,0 1-51,0-1 0,0 2-167,0 3 1,0 1 233,0 6 0,0 4 264,0-14-471,0 22-67,0 13 67,2 18 34,7 23 55,6 24-83,-3-15 0,1 3 21,2 5 1,0 0-28,1 1 0,1 1-19,-2-9 1,2 0-1,-1-1-15,6 9 1,0-2-259,-1-4 1,-1-5-728,8 7-362,-20-37-1946,-3-3-3957,-5-20 7284,-6-10 0,5 6 0,-6-3 0</inkml:trace>
  <inkml:trace contextRef="#ctx0" brushRef="#br0" timeOffset="20644">14420 13568 21008,'51'-15'132,"0"1"0,0-1 0,3 0 1,1-1-1,-1-1-1301,0-1 1,0 0-1,-1-2 1169,1-2 0,0-1 0,-5 1 0,-1 2 0,-5 1 0,-12 1 0,0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6:37:37.499"/>
    </inkml:context>
    <inkml:brush xml:id="br0">
      <inkml:brushProperty name="width" value="0.09071" units="cm"/>
      <inkml:brushProperty name="height" value="0.09071" units="cm"/>
      <inkml:brushProperty name="color" value="#FF0000"/>
    </inkml:brush>
  </inkml:definitions>
  <inkml:trace contextRef="#ctx0" brushRef="#br0">9439 4177 12848,'-31'-27'3911,"2"6"-3866,26 20-67,-4 0-449,6 1-829,-2 0-167,1 4-2097,-2 29 3564,-7 23 0,4-13 0,-1 1 0</inkml:trace>
  <inkml:trace contextRef="#ctx0" brushRef="#br0" timeOffset="148">9419 4626 10496,'9'40'138,"0"0"0,-1-2 0,-2-1-979,-5 0 1,-3-2 840,-7 19 0,5 0 0,-4-34 0</inkml:trace>
  <inkml:trace contextRef="#ctx0" brushRef="#br0" timeOffset="330">9409 5577 13611,'-2'38'-1009,"0"1"1,-1-2-1,-1-2-1008,-7 9 2017,-1-1 0,6-19 0,0-6 0</inkml:trace>
  <inkml:trace contextRef="#ctx0" brushRef="#br0" timeOffset="497">9482 6274 14820,'-13'42'-4,"0"0"1,1-2-1,1-3-869,3 13-1262,3-9 0,0 1 2135,0-6 0,1-2 0,1-1 0,0-2 0,-2 1 0</inkml:trace>
  <inkml:trace contextRef="#ctx0" brushRef="#br0" timeOffset="703">9496 7694 11839,'-8'46'142,"0"0"0,1-4 0,-1 0-97,-6 4 1,0-3-1401,-2 14-57,4-11 1,2-2 1597,6 3 1,2-21 0,2-5 0</inkml:trace>
  <inkml:trace contextRef="#ctx0" brushRef="#br0" timeOffset="896">9516 8705 17095,'-4'47'317,"0"0"1,0-2 0,0-3-318,0-11 0,0-1-765,1 3 0,0 0 720,-1 4 0,0 0-67,-1 4 0,1 1-331,-3 3 1,0 1-427,-1 1 1,-1 3-1754,0 1 0,-1 4 0,1-2 2622,2-11 0,0-1 0,1-1 0,-4 20 0,1-5 0,3-4 0</inkml:trace>
  <inkml:trace contextRef="#ctx0" brushRef="#br0" timeOffset="1087">9407 10696 15639,'-2'49'108,"-1"1"0,0-8 0,-2-3-125,-1-5 1,-2 0-819,-2 7 0,0 0-2004,2-8 1,0 0 2838,-2 12 0,1-3 0,2-6 0,2-8 0</inkml:trace>
  <inkml:trace contextRef="#ctx0" brushRef="#br0" timeOffset="1265">9325 12015 16602,'-3'56'829,"0"-1"0,-1-4 1,1-5-730,0 4-77,-1-2-23,1 0-224,1 0-863,-3 1-706,2 2-929,-3 4 2722,4-9 0,0-1 0,-1-3 0,2-12 0,0 0 0</inkml:trace>
  <inkml:trace contextRef="#ctx0" brushRef="#br0" timeOffset="1445">9353 13519 12200,'3'41'1095,"-1"0"0,1-1 1,0 18-1,-1-3-558,-1-17 1,-1-2-325,0 1 1,0 0-203,0-2 0,0-1-258,0-2 0,-2-1 247,-1 26-348,-2-8-1019,0-6-1423,1-5-2909,-1-3 5699,2 0 0,0-16 0,1-3 0</inkml:trace>
  <inkml:trace contextRef="#ctx0" brushRef="#br0" timeOffset="1599">9492 15228 13375,'6'49'-282,"0"0"0,0-1 0,0 1 0,0 0 0,0 2 0,0-1 0,0-3 0,-1-8 0,2 0 0,-2-10 0,0-3 0</inkml:trace>
  <inkml:trace contextRef="#ctx0" brushRef="#br0" timeOffset="1792">9851 16337 20154,'0'44'3,"0"1"1,3-3 0,2-4-384,10 12-5406,11 1 3534,-11-25 0,1 1 2252,-1 1 0,-1-1 0,3 3 0,-5-5 0</inkml:trace>
  <inkml:trace contextRef="#ctx0" brushRef="#br0" timeOffset="5587">4509 4939 18854,'35'-42'12,"1"0"1,-1 0 0,1 0 0,-3 5 0,1 1 0,-1 2 0,-1 4-80,17-8 0,-2 8-740,-9 10 0,-6 6-2084,-6 8 1356,-14 20-795,-7 10 88,-14 17 763,-5 3 3356,-2-18 0,-2-2-1070,-1 3 246,-4 10 471,29 8-1042,9 7-342,-3-14 0,3 4-45,8 13 0,2-1-345,-8-13 1,0 1 249,5 12 0,-4-2 0,-10-19 0,-2-2 179,0 25-105,-10-20 0,-4-1 418,-11 13-271,4-17 1,-5-2 456,-7-9 0,-2-4-163,-15 5-11,9-10 1,1-5-393,-2-11-112,-4-11-23,14-25-302,13 6-823,1-7-1025,10 23-1767,2 7 3940,5 7 0,-3 3 0,3 2 0</inkml:trace>
  <inkml:trace contextRef="#ctx0" brushRef="#br0" timeOffset="6468">5230 5135 16625,'1'18'-79,"2"6"102,5 11-186,5-5 0,4-1-1024,15 9 537,0-14 0,2-6 594,4-12 56,6-16 2824,-31-22-1581,-15 1 203,-13-7-594,-10 13-68,-5 5-22,-1 5-505,1 3 191,6 5-470,3 1-437,12 3-572,2-11 516,28-20 257,-2-5 258,-2 12 0,0 0 0,5-19 0,-5 1 168,-8-13-168,-4 17 504,-5-5 381,-12 15-369,4 12 190,-11 1-706,11 13-202,1 3 146,6 2-773,2 21 829,11 9 22,-3-2 1,3 4-7,15 18 1,5 4-1178,-11-17 1,0-1 0,1 1 1104,0-2 0,0 1 0,0-3-185,9 12 0,-2-7 61,-1-13 158,-5-6 22,-12-17 11,-7-2-11,0-1 0,1-10 3291,0-10-3241,-2-19 1,0-7-107,2 8 0,0-1 56,1-11 0,0 3-62,1 15 1,2 5-6,7-1-258,17 10 146,-3 9 67,12 16-45,-21 14 0,-4 8 168,-4 6 0,-5 5 123,0 10 1,-8 1-135,-12-1 0,-6-4 78,3-12 1,-4-2-79,-9 0 0,-1-4-78,1 0 33,-1 1-1524,21-21-1579,6-5 3148,3-21 0,0 14 0,1-14 0</inkml:trace>
  <inkml:trace contextRef="#ctx0" brushRef="#br0" timeOffset="6923">6440 4454 14103,'7'-49'762,"1"-1"0,0 12 0,-3 3-56,-12-6-168,-3 22 179,-8 7-638,-3 5 33,2 4-191,3 2 79,4 1-89,4 0-90,3 2 100,3 1-22,1 5 0,33 14 101,0 2 39,11-1 1,3 1-35,-16-8 1,-1 0 5,13 7 1,-3 0 10,-8-1 325,-5 1-168,-23-11 68,-3 4 223,-9 4-268,-4 10-123,-19 16-79,11-14-214,-3 3-1220,18-25-1871,3-6 3305,4-23 0,-1 14 0,1-16 0</inkml:trace>
  <inkml:trace contextRef="#ctx0" brushRef="#br0" timeOffset="7263">6784 4428 15896,'5'1'34,"-2"0"27,14-21 1,4-9 5,11-18-67,-6 11 0,-1 0 95,-9 8 1,-5 2-7,-3-19 57,-9-1 352,-8 16 1,-3 1-152,-4-5-189,-13 5-1,12 25-213,-9 14-180,5 10 236,-4 18-56,14 11-263,4 10 319,5-28 0,2 0-17,5 0 0,1 0-151,11 26 168,13-23 0,2-3 0,-5 0 0,21 3 0</inkml:trace>
  <inkml:trace contextRef="#ctx0" brushRef="#br0" timeOffset="7854">7043 4412 15934,'31'-41'51,"-1"1"1,1 0 0,-4 3 0,-1 1-1,-6 3 89,-9 1 0,-4 2 214,2-15 61,-12 6-110,-5 12 805,-14-6-783,1 15-14,-9-2-318,0 18-28,8 13-102,-4 10 23,17 7 0,4 4-45,-2 18 112,4-14 1,4-1-273,11 9 48,9-10 34,33-12 150,-12-27 1,2-7-341,0 0 1,1-4 351,7-13 0,-4-5-797,-14 4 1,-3-2 869,-3-1 0,-5-1 6,-5 0 0,-4 0-213,-4 0 1,-4 0 463,-3 1 1,-5 0-197,-4 1 0,-4 1 95,-2 1 1,-2 1 241,-4 1 0,-4 1 369,-7-5 1,-1 1-163,-12-10-460,17 19 1,2 3 526,2 5-270,8 7-458,7 4 1280,4 3-1448,2 13 795,8 15-381,8 27-173,-3-18 0,2 5-431,2 2 1,3 3 0,-2-1 407,4 6 1,0 0-421,-4-9 0,2 1 0,0-2-1972,2 7 1,-1-4-370,-7-15 0,-1-2 2767,0 4 0,-3-4 0,-4-11 0,-5-9 0</inkml:trace>
  <inkml:trace contextRef="#ctx0" brushRef="#br0" timeOffset="8752">7538 3762 16658,'17'-31'67,"-1"-1"1,10-17-68,-24 50 45,-1 15 167,0 14 158,-1 25-585,0-22 1,0 3 320,-3 2 0,0 1-452,1-1 1,-1-1 345,-1-5 0,0 0-469,0 25 469,6-26 0,10-7 33,9-20-33,11-9 0,8-10-1418,-9-5 0,-2-4 1384,-7 3 1,-2-3 173,10-19 0,-5-2-140,-7-10 196,-9 19 0,-2 1-151,-6-8 975,-11-3-246,-2 17 387,-14-3-1027,9 21 382,-1 3-516,11 7 3053,2 1-3087,2 0 77,2 17-87,0 9 88,5 23-144,7 3-204,6 2 181,6-7 22,6-9 101,6-10-22,5-12-12,6-7-134,-4-7 146,-4-14-146,-17-10 0,-3-6 151,-4 0 0,-3-3 17,3-12 0,-3-5-15,-5 8 0,-3-3 0,-1 2-264,1-6 1,-1 0 319,0 5 0,-1-1 1,-2 3-42,-1 1 0,-2 5 0,-6-24 593,-6 18-167,0 16-90,0 11 124,-2 8-348,7 3-112,1 2 232,7 0-703,2 0 1044,3 4-529,8 9-32,26 28-12,0-2-12,-9-12 1,0 0 11,14 11 0,-6-5 101,-2 13 11,-15-13-112,-4 9-90,-12-4 90,-2-13-33,0 4-135,0-19-124,6-5 292,6-3-370,28-31 17,-12 7 1,1-1-679,0-3 0,-1 0-1104,-1-1 0,-3 3 2135,-6 1 0,-10 11 0,-7 5 0</inkml:trace>
  <inkml:trace contextRef="#ctx0" brushRef="#br0" timeOffset="9564">12772 4432 9823,'-4'0'6286,"0"0"-3496,4 0-1826,-4-24 235,3 16-281,-4-18 226,5 24-988,11 36-21,4 11-98,0 3 0,3 12 1,-1-5-564,-1-5 0,-1 1-233,-3-7 0,1 5 0,0-1 0,-4-7-4157,-2-4 1,-2-5 4644,0 26 0,-6-37 1,-2-21-1</inkml:trace>
  <inkml:trace contextRef="#ctx0" brushRef="#br0" timeOffset="9778">12620 4377 19489,'7'-43'115,"0"-1"0,1 0 0,2-11 0,6 2-115,4 14 0,5 1 0,0 2 0,5-7 0,2 3-56,-5 9 0,2 0 0,-2 2-2678,5 0 0,-1 2-1793,-2 1 0,-3 6 4698,-2 14 1,-20 7 0,-4 5 0</inkml:trace>
  <inkml:trace contextRef="#ctx0" brushRef="#br0" timeOffset="9958">12852 4426 18832,'-1'7'829,"0"0"-817,1-7 324,0 0-292,78-70 6,-50 43 1,2-2-512,8-7 1,7-4 0,-5 3 460,0-1 0,-4 3-740,-3 5 0,-2 2-3943,13-7 4764,-21 18 1,-13 11 0,-10 6 0</inkml:trace>
  <inkml:trace contextRef="#ctx0" brushRef="#br0" timeOffset="10136">12904 5021 17790,'47'-37'224,"0"0"0,-2 0 0,0-4-276,-11 7 0,0-3 0,-1-2-91,-3-1 0,-1-1 0,-1 2 0,9-7 1,-3 2-1,-15 11 0,1-1 0</inkml:trace>
  <inkml:trace contextRef="#ctx0" brushRef="#br0" timeOffset="10938">13472 3996 20602,'9'41'78,"0"-1"1,3-3-1,3 0-179,3 4 1,2-2-35,-2-12 1,1-4-236,5 1-66,-6-16 177,-8-8 170,1-10 89,5-24 112,-5-4-112,1-21 359,-8 6-555,-3-2 442,-1 25 1,0-1 123,0-27-56,0 26 0,0 3-314,0-8-11,0 6-12,0 25-44,0 4-79,1 10 577,6 11-633,5 15-112,7 10-772,0 1-517,7-1 1110,-8-19 358,7-6 315,-11-48 21,-8-3 1,-1-4-45,-3-2 0,0-2-136,-1-9 0,-2 2 405,-2-10 459,-1 15-627,-3 15 436,0 11-683,3 10-11,1 2-268,3 8 371,3 8-103,10 8-168,9 9 101,9 1-415,7-6 191,-1-6-247,11-10 471,-16-9 67,2-13 280,-16-28-11,-10 3 207,-3 0 0,-2-1-117,-2-8 100,-1 17 1,0 1 77,0-11-43,0 20-259,0 4-235,0 15-22,0 2-12,4 16-89,8 17 134,0 2 0,3 11 0,2 4 1,0-2-922,-3-5 0,1 0 0,-1 1 0,1 1 689,4 9 0,1 3 0,-1-1 0,-1-2-1273,0 5 0,-1-3 0,-3-8-3422,-5-15 1,-2-5 4594,-6 20 0,-4-38 0,-7-10 0</inkml:trace>
  <inkml:trace contextRef="#ctx0" brushRef="#br0" timeOffset="11148">14238 3437 16737,'43'23'171,"0"0"1,-4-1 0,-6 2 119,-3 21-291,-18-14 0,-6 1-22,-7 17-595,-7-18 1,-4-3-4717,-24 6 5333,-10-16 0,20-7 0,5-11 0</inkml:trace>
  <inkml:trace contextRef="#ctx0" brushRef="#br0" timeOffset="11407">14286 2603 20898,'23'44'54,"-1"1"1,1 0-1,-1 0 1,1-1 0,-1 3-1,-2-2 1,-1 0-1,-1 0-876,-1 1 1,0 1 0,-2-2-1,-2-3-270,0 14 0,-1-7-1852,0-19 1,1-4-2626,10 1 5662,9-12 0,-17-17 0,-4-4 0</inkml:trace>
  <inkml:trace contextRef="#ctx0" brushRef="#br0" timeOffset="11729">14816 2978 21824,'-6'-1'-392,"1"16"291,3 19 0,0 8-359,1-11 1,0 1-102,1 14 1,5-2-376,6-12 1,5-6 532,23 5 549,5-10 649,-9-30 3284,-18-20-2712,-9 1-247,-14-11-772,-29-6-124,1 14-208,9 11 1,-2 2 6,-14-4-1166,8 8-5300,5 2 627,14 6 5816,12 3 0,2 3 0,2-1 0</inkml:trace>
  <inkml:trace contextRef="#ctx0" brushRef="#br0" timeOffset="12191">14816 2978 21405,'54'12'-284,"0"1"0,-4-2 0,-6-2-52,-9 3 394,3-7-103,4-14 55,-14-5 0,-3-7 225,-4-8 0,-4-6 611,2-11 0,-5-3-96,-7-2 1,-5 1-527,-4 6 1,-2 4 234,0-13-449,-3 29-144,6 20 55,10 55 79,-1-22 0,2 2-201,0 4 1,1 5 0,2 1 207,8 13 1,4 2-1,-2-2-1068,-4-12 0,0-1 0,0 1 1046,6 10 0,2 2 0,-2-5-136,-2-1 0,-3-5 112,-4-4 0,-3-1-74,-3 1 1,-8-2-22,-30 15-292,0-10-1009,-28-26-672,15-13-1030,14-22 0,2-8 3137,8 1 0,2-1 0,-2-2 0,4 1 0,5-14 0</inkml:trace>
  <inkml:trace contextRef="#ctx0" brushRef="#br0" timeOffset="12964">15481 2902 15437,'4'2'470,"-2"0"-257,-2-2-101,30-49-101,-18 19-244,7-5 1,-2-2 658,-10-5 425,-3 11 1,-3-1-314,-6-3 0,-1 1-342,1 1 0,-3 0 330,-6 0 1,-5 5-168,-8 5-359,0 4-280,8 15 577,7 38-348,8-3 1,1 3-6,2 3 0,1 1 45,5 7 0,6-3-567,13-6 1,7-7 353,-7-9 0,3-3-381,10 2 0,1-5-235,12-9-34,-7-16-505,-4-28 1357,-20-3-255,-9 10 0,-4-1 1006,-6-22-600,-3 23 0,-1-1-40,-2-5 1,0-2 173,-2-4 0,0-2-749,0-3 0,0 0 743,0-1 1,2 2-23,1 6 1,0 2-18,-1 6 1,1 3 845,-3-10-626,-1 19 200,2 13 327,0 7-965,-5 5 1155,0 5-1267,-4 8-101,5 4 79,4 1 33,5-4 101,3-3-168,4-5 112,4-3-45,16-3 90,-1-2 11,13-5 0,-8-4 101,9-12-101,-14 6 0,2-1-101,-10 12 146,5 39 235,-3 4-280,-6-3 0,-1 2 67,-4-5 0,-1-1-67,1 7 0,0-3-212,4 8 212,3-4 0,2-34 78,12-23 34,17-24-28,-14 6 0,4-7-312,-7 7 1,3-3 0,2-1-1,-2 2 246,5-6 1,0 1 0,-1 0-19,0 0 0,0 0 0,-4 5 0,-2 4 0,-9 8-1557,-19 15-6477,-22 8 8034,-17 12 0,10-7 0,-1 6 0</inkml:trace>
  <inkml:trace contextRef="#ctx0" brushRef="#br0" timeOffset="34601">191 7490 15471,'-13'0'1423,"1"0"-1031,12 0 22,-1 0-324,33-5-90,6-6-170,-1 2 1,4-3 169,0-2 0,2-3 0,2-1-573,4-2 1,2-2 0,-1 1 587,0-1 0,-1 1 0,-1-1-12,-3 2 1,-1-1 0,-5 2-124,-6 2 0,-5 2 120,15-8-123,-20 10 123,-12 7-42,-11 4-1638,-28 1 2476,2 2-3009,-6 3 0,-2-1-2425,-8 0 4638,-9 4 0,32-7 0,5 0 0</inkml:trace>
  <inkml:trace contextRef="#ctx0" brushRef="#br0" timeOffset="34860">578 7097 15515,'-7'-2'-123,"11"2"157,35 4 55,13 2 1,-23-2 0,2 2-90,3-1 0,1 0 11,16 3 0,1 0 11,-14-2 1,0 0-289,9 3 0,-4 0 266,1 3 0,-18 0 191,-24 30-191,-12-13 0,-6 3-430,0 2 0,-3 4 0,-4 3-308,-1-1 1,-3 5 0,-3 1 0,0 0 0,2-2 583,-3-1 1,1-1-1,1-1 1,0 1-1,-1 3 1,0 2-1,1-2 1,3-8-1,0-6 1,-1 1-1</inkml:trace>
  <inkml:trace contextRef="#ctx0" brushRef="#br0" timeOffset="49940">20294 6832 6350,'-2'-3'-179,"0"0"-258,2 3 437,19-8 0,-15 6 0,15-6 0</inkml:trace>
  <inkml:trace contextRef="#ctx0" brushRef="#br0" timeOffset="118790">392 5350 12669,'-44'-6'844,"0"0"0,6 1 1,6 0-420,10-1-357,7 2 480,-1 0-548,5 2 146,2-1-135,6 2-11,2-1-235,1-1 269,20-13-34,7-2 0,8-3 14,14-5 1,7-3 0,-1 2-847,-11 5 0,-1 1 0,1 0 644,-1 1 1,2 0-1,0 2 1,-4 2-553,16-2 1,-6 4 189,-16 6 0,-2 1 219,5-2 1,-5 3-1619,-12 4 1735,-18 6-4289,-39 17 4503,-3-6 0,-3 6 0,21-17 0</inkml:trace>
  <inkml:trace contextRef="#ctx0" brushRef="#br0" timeOffset="119068">612 4953 14283,'-43'-25'-807,"36"6"863,44 19 22,9 1 1,6 3-34,-1 5 0,0 1-12,0-1 1,-1 5-34,0 8 0,-10 9 101,-26 8 0,-12 7-72,-10 0 1,-7 4 0,-4 1-751,-1-7 0,-3 2 0,-3-1 0,1-2 721,0-3 0,0-2 0,-1-1 0,0 0 7,-10 11 1,0 0 0,5-6-354,7-9 0,3-3 133,2-2 0,4-2-2801,3 4-403,16-20 3417,5-4 0,-3-7 0,3-1 0</inkml:trace>
  <inkml:trace contextRef="#ctx0" brushRef="#br0" timeOffset="119498">1324 8813 8557,'0'0'0</inkml:trace>
  <inkml:trace contextRef="#ctx0" brushRef="#br0" timeOffset="126340">360 10654 7089,'-9'3'1816,"2"0"-1402,7-3-44,-50 11 134,18-7-218,0 2 0,0-1 5,-6-1 22,10 0 360,-17 6 223,8 0-482,1 1 58,21-5-222</inkml:trace>
  <inkml:trace contextRef="#ctx0" brushRef="#br0" timeOffset="126340">-1 10718 14534,'33'-24'17,"6"-5"-17,2-2 0,3-1-96,-7 6 1,1-2 0,0 0 91,1 1 0,0 1 1,-3 1-42,4-2 0,-2 1 45,12-9 0,-6 3 0,-12 10 0,-7 2 90,-22 17-348,-2-3-1378,-6-2 819,-4-1-662,-18-9 1585,-10 5-106,-5 0 297,11 8 1,-2 3 1293,-26 0-650,22 2 0,1 0-415,-16 0 427,11 0-931,29 0 46,3 0-270,8 0 224,23-5-16,8-7 0,6-5 61,2-2 0,6-3 0,-1 0-688,0 0 0,1-1 0,0-1 621,5-3 0,1-1 0,0 1 0,-3 4 0,0 1 0,-3 3-67,3-2 0,-1 4-17,10-7 0,-8 17 112,-31 30 0,-9 11-12,-5 2 1,-6 10-330,-3-8 0,-3 11 0,-3 8 0,-2 5 0,-1 4 0,-1-1 0,1-1 0,2-4 0,2-7 313,0 8 0,3-5 0,-1-2 0,1 1 0,-3 5 0,-1-6 0,-1 7 0,-2 3 0,-1 1 0,1-1 0,2-5 0,2-6 0,4-10 0,5 13 0,1 0 0</inkml:trace>
  <inkml:trace contextRef="#ctx0" brushRef="#br0" timeOffset="138622">3640 15206 14462,'0'7'347,"47"-6"-291,-6-15 90,-5 1 0,6-3 0,-3 0-113,-2-4 1,0-3-12,4-2 0,4-4 1,-6 4-1357,12-5 718,-19 9 0,-7 6-1266,-20 14 1344,-25 7 2443,4-4 234,-12 3-883,13-5 727,1 0-1771,9 0-188,-1 7 43,21 42-51,-5-22 1,4 4-111,10 14 0,5 7 0,0-3-41,-6-14 1,0-3-1,1 3-2323,6 6 0,3 4 1,-1-1-1,-4-4 2051,1 6 1,-3-5-1,3 1 1,-5-5 0,-15-9-1</inkml:trace>
  <inkml:trace contextRef="#ctx0" brushRef="#br0" timeOffset="140221">4077 15990 19246,'31'-37'11,"-1"0"0,0 0 1,5-6-1,2 0-19,1 5 1,3 0 0,-3 2 18,-3-1 0,-3 2 112,-2-2 1,-4 4 593,-3-5 448,-28 24-1142,0 12-158,-4 8-33,4 25 101,3 2 56,4 2 0,2 4-40,6-7 0,2-1 29,-2 0 0,3-1-46,6-1 1,2-5-258,4-3 57,-1-4 324,-13-14 11,-7-14 78,-3-28-563,30 16 1,23 0 0,4 0 0,-11 0 490,-12-11 0,1 1-59,11 10 0,11 0 0,-1 4 0,-15 4 109,-6-2 348,-1 63-320,-14-2 0,-1 4-129,1 5 1,0 4 126,-2 1 1,0 4-1,-2-13 636,0-11-102,-27-67 0,-11-31 1,2 4-880,8 20 0,2-2 83,-7-25 1,0-9 0,13 35 11,22 55 62,8 9 0,0-3-174,-8-16-11,0-5 381,-7-28-90,-6-19 0,-3-7-190,-3 7 0,0 0-140,-2-8 0,3 7 240,7 16 46,23 69-40,-5-7 0,2 1-56,-6-7 0,1 0-224,4 4 0,-3-6 264,-12-15-12,4-8 134,-6-32-89,1 2 34,-3-1 0,-1 0-12,2-2 0,3-24-22,-5 30-11,1-15 11,-2 19 45,2-13-45,-2 7 101,3-31 33,-6 20 1,0-1-118,-1 8 0,3 1-230,2-6 0,4 13 201,9 37 74,9 25 0,2 11-62,-8-7 0,0 3-1454,3 2 0,4 5 0,-2-5-2502,-2-5 1,-2-5 3955,0-2 0,-3-6 0,0-5 0,-20-23 0</inkml:trace>
  <inkml:trace contextRef="#ctx0" brushRef="#br0" timeOffset="140281">5984 15469 12647,'31'-49'0,"0"1"0,0 0 0,0-1 0,-1 1 0,1 0 0,-1 2 0,-1-1 0,1 1 0,0 0 0,-1-1 0</inkml:trace>
  <inkml:trace contextRef="#ctx0" brushRef="#br0" timeOffset="141049">3550 17558 16647,'4'-49'646,"0"0"0,5-4 1,5 8-647,15 11-34,0 18 0,3 8 34,11 25 0,-12 0 0,-1 6 22,-7 3 1,-2 4 27,10 21 1,-2 0-46,-13-22 1,0-2 89,5 14 1,-3-8 722,-13-22-359,0-7 482,-5-33-891,1-9 1,-1-8-182,0 4 0,-1-3 1,0 0-1707,0-3 1,0-1 0,0 3 66,0-6 0,0 7 1770,-4 0 0,5 42 0,-2 3 0</inkml:trace>
  <inkml:trace contextRef="#ctx0" brushRef="#br0" timeOffset="141624">4158 17590 12860,'18'-43'732,"1"0"1,-1 0 0,1-5 0,-1-1 0,-4 6-414,-5 12 0,-3 1 936,3-21 1,-6 2 178,-19 2-796,-3 19 1,-3 6-651,-9 7 1,-9 12-493,35 28 437,9-3 0,7 24 0,10-9-90,9-2 11,3-5-1030,15-8 548,-13-11 12,14-24 728,-29-32-56,-3-9 5,-17 10 1,-6-1-28,-8-7-12,3 19 0,-3 3 326,-20-8 11,9 16-359,3 4-314,14 19 224,14 11 12,13 9-23,15 8 101,-9-12 0,2-1-147,2-1 0,2 0 164,1 0 0,0-1-45,-3-2 0,-1 1 45,2 3 0,-4 2-3076,4 19 3227,-7 0-514,-27 14 268,-7-23-6372,-16 4 6450,5-22 0,3-6 0,10-5 0</inkml:trace>
  <inkml:trace contextRef="#ctx0" brushRef="#br0" timeOffset="142832">4627 16848 16748,'1'-6'2745,"0"0"-2050,-1 6-426,0 0-314,13 36 45,0-10 5,1 2 1,1 0-17,11 9-202,2-15 0,2-2-437,8 0-22,-2-7 0,0-9 391,-6-19 236,3-9 45,-20-10 213,-7 0 180,-4 5 245,-6 3 203,-3 6 1265,-11 1-1490,5 8-234,-2 3-136,10 6-257,3 2-135,2 0-314,5 15 449,28 25-6,-6-13 1,2 1-40,1 0 0,1-3-28,1-2 0,-1-5-544,6-4-268,-1-5 851,-14-6 0,-3-15 56,-14-5-11,-4-37 0,-5 7 28,1 14 0,-1-1 17,-4-2 0,-1 0 89,-5-21-33,1 6-101,7 28-33,5 21-427,1 2 539,22 31-23,-4-8 0,3 3-51,1 3 1,1 1-147,2 1 1,0-1 151,4 4 34,-1-4-45,-11-12-112,-1-5 112,-12-12 78,-3-32 0,-6-15-33,-1 13 0,-1-2-34,1-18 0,-1 0-11,-1 16 0,0 6-89,3 7-314,1 6 403,14 27 196,17 16 1,6 6-180,-4-4 0,1 1-17,10 8 0,-2 0 5,-14-14 1,-3-3 27,-1-2-33,-8-6 56,-4-7 224,-5-2-100,-2-12-101,-3-39-57,-4-3 17,1 12 0,0-2 56,-4-1 1,1 3 61,-4-12-45,1-1-90,8 38-22,2 8-101,1 5-280,2 9 381,9 9 90,24 33-90,-12-23 0,2 0-219,5 1 1,0-2-163,14 6 179,-12-26 84,-17-30 1,-6-11 139,-2 0 1,-2-2-12,1-13 0,-4-1 185,-11-4 0,-6 4 437,1 21 0,-2 3-342,1-1 1,-2 5 459,-7 4-818,17 17-280,3 8 167,37 41-2123,8-23 0,6-1-1193,-7 5 1,1-2 3394,16-7 1,-6-9 0,-18-9-1,-11-2 1</inkml:trace>
  <inkml:trace contextRef="#ctx0" brushRef="#br0" timeOffset="144169">6285 15479 17729,'16'52'35,"1"1"1,-1 0 0,3-2-1,1 2 1,2 1 0,1-3-532,0-5 0,1-1 0,0-1 0,1 1-9,2 5 1,1 2 0,0-1 0,-2-4 149,1 0 0,-1-2 1,-3-4-184,0 9 1,-5-9 2468,-8-13-1931,-17-5 11,-8-26 57,-13-15 100,-3-17 174,14 10 0,0-3 207,-1-5 0,1-2-185,-2-3 0,1-2-185,0-1 0,1-2 90,-1-1 1,2 0-46,2 3 0,2-2 26,3 2 0,1-3 0,10 4-407,18-2 1,10 6 111,2-4 0,5 13 6,21 30 0,1 18 33,-13 10 1,-6 8 680,-10-5 1,-7 3-632,-9-2 1,-4-3 302,-6-5-67,-1-4 23,-3-36-179,0-11 507,-4-23-273,-1-6 1,0-3-1843,2 11 1,0 1 1511,-2-11 0,0 3-39,5-8-403,1 39 302,7 6 100,7 13-21,8 2-1099,18 6-1400,-1 2 1535,-3 0 4198,-14-1-2809,-16-6 326,-8-8 424,-10-6-324,-8-7-314,-6-4 1514,-16-3-1111,4 8-683,1 4-112,11 9-168,19 6-146,2 3 34,8 18 146,9 1-135,23 22 0,-1-20-33,-6-11 0,1-4 66,4-3 90,5-15-22,-18-5 134,2-25-21,-11 4 44,1-13-34,-9 8-17,-2 10 1,-2-3 27,1-1 1,-1 1-51,0 0 0,0 3-39,0-20-213,0 36-124,5 6 202,5 12 146,10 8 50,3 4 1,4 3-12,-1 2 0,1 1-22,8 4 1,-1-2-18,11 11 22,-11-15-56,-21-14 11,-4-3 102,-6-27-23,-3-4-56,0-26 45,0 2 28,-4 13 0,0 1-308,1-2-181,-5-5 304,25 68 140,1 0 0,2 1-28,1 1 0,1 1-11,5 1 0,-2-3-381,5 0-1098,-3-8 1176,-12-8 269,-3-21 101,-10-16 101,-4-11 0,0-5 375,1 2 1,-1-1-360,0-1 1,0 2-79,0 10 0,3 4-95,8 4-78,6 7-79,13 9 157,8 5-34,6 3-958,-9 7 1,1 6 991,-5 5 0,-1 1 0,21 8 0,-24 5 0</inkml:trace>
  <inkml:trace contextRef="#ctx0" brushRef="#br0" timeOffset="144887">7023 16999 13622,'-16'-50'2341,"-1"0"1,2 2 0,3 3-1367,6 13 0,2 3-359,-1-12 213,4 18-582,1 18-247,0 5-11,6 36 246,6 6-207,-2-4 0,2 6-688,-1-5 1,1 3 0,-1-3 664,2 8 1,0 0-6,-4-8 0,1 2 0,0-3-255,2 3 1,0-5 220,8 13-71,-2-22 1,1-5 104,5-6 33,9-5 46,-9-10 1975,22-31-2049,-17 4 1,0-3-421,8-12 1,-2-1-89,-7 5 0,-2 1-1463,-5 2 0,-4 3 431,-7 4 617,-5-5 906,-12 17 438,-4-12 1950,-2-1-1065,2 1-45,6 2-236,3 13-323,2 3-707,0 5-191,0 1 35,4 3 156,15 13-2634,-3 1-3517,10 10 6151,-16-5 0,-5-8 0,-5-6 0</inkml:trace>
  <inkml:trace contextRef="#ctx0" brushRef="#br0" timeOffset="145035">7310 16579 13510,'-23'-5'0,"6"0"0</inkml:trace>
  <inkml:trace contextRef="#ctx0" brushRef="#br0" timeOffset="146461">7514 16567 19168,'0'-7'2230,"0"0"-1939,0 7-627,0 0 437,25 38-90,2 0 0,2 4-611,3 3 1,0 0-40,1 3 1,0-5-247,-11-14 0,-2-12 1377,-5-28 103,-2-12 542,-10-17 0,-4-8-157,0-5 1,-1 0-785,2 9 0,-1 2-134,-1-2 0,0 8-62,1 22-482,0 4 414,22 20 203,21 16-236,8-2-1244,-13-7 1,0-3-2062,11-11 1097,-4-14-1052,-21-31 4011,-35-12 1002,-4 16 1,-4 0-1082,-1 7 1,-1 2-172,-6-2 1,1 1 260,6 6 0,1 1 599,-6-10 1,1 0-208,-9-13-666,15 19 0,2 2 61,3 2 56,6 10-504,4 7-12,2 3-301,13 16 346,7 9 1,3 3-17,-2 0 0,1 2-6,5 5 0,1 3 0,-1-2-151,-4-3 0,-2-2-185,6 8 1,-2-4-237,-1 1 203,-4-11 10,-5-9 881,-6-8-656,-2-3 0,-2-10 156,-1-6-10,2-15 111,2-26-123,-3 8 17,0 17 0,-1-1-17,0-9 12,1 0-1,-2 16 169,1 5-57,-2 15-134,0 10-67,0 30 156,0-6 1,0 2-90,0 1 0,0 0-28,0 6 0,3-3-95,9-5-34,1-8 123,11-17-89,-3-13-134,4-10-573,2-15 202,-7-2 1,-2-3 509,-5 9 1,-1-2 117,2-9 0,-2-1 179,-6 5 0,-6 0 1026,-11-1 0,-3 1-662,3 5 1,-2 3-219,-24-14-146,15 34-347,16 6-79,2 6 203,4 11 21,7 12 12,3 2 0,3 2 11,10 15-410,1-9 1,2-4-173,0-10 257,11 1 145,-21-25 169,4-26 67,-6 0 0,1-24 11,-10 13 1,-1-1-12,-2 7 0,0 0-76,0-11 0,0 0 277,-1-15 393,-1-1-471,0 22-44,0 6-259,0 25-234,12 46-3458,18-6 1,7-3 3451,-9-11 0,2-5 733,15-3 1,-4-14 672,-20-20 1,-8-8 268,-3-4-1,-7 0 1066,-20-13-1087,-10 2-754,6 22 1,-5 1-183,-17-5 0,-2 4-320,9 6 1,-3 2-45,-3 3 0,-5 1 0,2 5-314,-8 9 0,2 7-2028,-4 5 0,5 4-125,16-1 1,8 3 2477,2 19 0,25-27 0,2-8 0</inkml:trace>
  <inkml:trace contextRef="#ctx0" brushRef="#br0" timeOffset="147335">8623 15045 24513,'24'-38'7,"0"0"1,0 0-1,0-1 1,5-8-1,0 1 1,-1 7-42,0 9 1,-2 3-1374,2 0 1,-2 1-4533,4-4 1088,-8 8 1310,-31 27 8673,-33 30-1457,10-7-2392,7-1 0,6 2-1081,13-3-34,15 10-79,16-6 12,8 3-101,5 1-1210,-12-5 0,0 2-157,-8-7 0,-2 3-1625,4 25 0,-4 2 2992,-9-21 0,-5 2 2275,-9 20 1,-6 1 99,-1-18 1,-3-3-589,-4 3 0,-1-3-543,-9 7-549,16-21-650,11-19-45,7-16 28,9-12 0,3-6-12,-2 3 1,0-3-745,6-9 0,3-5 0,-1 3 739,-2 3 0,-1-1 15,-2-1 0,0-3 0,-2 5-152,-3 8 0,-2 2 126,-1-6 0,-1 2 34,-2-3-12,-4 16-22,1 5-157,-1 13 3222,3 2-3245,4 1 672,21 16-526,14 17-11,-21-14 1,1 3-343,6 10 1,2 0-175,-2-5 1,-1-3 336,14 14 470,1-37-134,-31-34 353,-6-9 1,-1-8 195,2 1 0,0 0-538,-2 7 0,1 2-112,2 2 1,3 10-23,8 19-1,37 6 51,-23 11 1,1 3-96,11-4 0,1-2-79,-10 3 1,-2-8-886,5-23 0,-6-11-218,-12 6 0,-5-6-2039,0-11 0,-2-7 0,-4 4 3141,-2 0 0,-3 4 0,-1-2 0,-1 6 0,-3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6:40:31.846"/>
    </inkml:context>
    <inkml:brush xml:id="br0">
      <inkml:brushProperty name="width" value="0.09071" units="cm"/>
      <inkml:brushProperty name="height" value="0.09071" units="cm"/>
      <inkml:brushProperty name="color" value="#FF0000"/>
    </inkml:brush>
  </inkml:definitions>
  <inkml:trace contextRef="#ctx0" brushRef="#br0">620 11486 13521,'49'-3'690,"-1"0"1,1 0 0,-1 1 0,3 0 0,-1 1 0,-4 1-691,-4 2 0,-3 0 0,2 1 0,11-1 0,3 0 0,0-1-56,-8-1 0,1 0 0,-2 0 0,-6 0 50,0 0 1,-2 0-460,32 0 1,-21 0-1408,-47 0-2385,-2 5 4257,0 4 0,0-2 0,0 0 0</inkml:trace>
  <inkml:trace contextRef="#ctx0" brushRef="#br0" timeOffset="1436">699 15533 16176,'-45'-19'2701,"-4"4"-2600,30 15 201,-3 0-302,14 0 90,6 0-471,2 0 325,17-2 48,13-8 1,11-5-1,4 0 53,-2 3 0,3-1 0,3 0 0,0-1-493,-5 0 0,1 0 1,1-1-1,1 0 0,2 0 448,2 1 0,3-1 0,1 0 0,0 1 0,-1 0 0,-3 1 19,9-2 1,-2 1 0,-2 0 0,-1 1-20,0 0 0,0-1 0,-2 2 0,-4 1-30,-1 0 0,-4 2 0,-7 1 176,1 1-57,-20 5-89,-12 2 202,-5 0-1098,-1 0-8935,-4 7 10128,-14 6 0,10-3 1,-8 2-1</inkml:trace>
  <inkml:trace contextRef="#ctx0" brushRef="#br0" timeOffset="37858">1110 9563 14843,'0'-4'146,"0"0"-12,0 4-44,69 65-90,-36-31-131,-2-4 1,5 6 0,-7-6 130,0 1 307,0 0-61,-18-22 90,-4-5 662,6-18-494,4-20-387,0-7 1,5-13 0,3-7 0,-2 2-345,-5 14 0,-1-1 1,0 0-1,1-2 1,1-3 232,0 0 0,2-5 1,0-3-1,1 0 1,-1 1-1,-1 3 0,-1 4-6,2-8 0,-2 5 0,0 2 0,-2 1 17,0 3 0,-1 0 0,-1 4 0,-5 13 543,-3 6-560,-5 16-325,-2 7-101,0 2-4202,0 7 1873,0 5 3092,0 6 1,0-5 0,0-4 0</inkml:trace>
  <inkml:trace contextRef="#ctx0" brushRef="#br0" timeOffset="41340">699 14099 15930,'3'-30'1042,"1"6"-1008,7 36 257,4 8-179,10 15 0,4 4-62,-7-13 1,2-1-46,5 9 1,0-4-6,10-10 393,-12-20-192,-2-20 1,2-12-128,-1-4 1,1-6 0,0-2-305,2-2 1,-1-1 0,2-6 229,-3 4 0,1-6 0,1-1 0,-2 1 0,-1 5-322,2-6 0,-3 5 0,2-3 322,-5 11 0,2-4 0,-1-1 0,-1 4 0,-3 6-11,3-7 0,-3 5-1,0 0 1,-5 8-145,-9 20-113,-5 12-1827,6 35-2094,4-1 4190,-4-3 0,0-1 0,3-1 0,-4-8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6:41:52.400"/>
    </inkml:context>
    <inkml:brush xml:id="br0">
      <inkml:brushProperty name="width" value="0.09071" units="cm"/>
      <inkml:brushProperty name="height" value="0.09071" units="cm"/>
      <inkml:brushProperty name="color" value="#FF0000"/>
    </inkml:brush>
  </inkml:definitions>
  <inkml:trace contextRef="#ctx0" brushRef="#br0">6030 6613 12098,'-6'1'4302,"0"0"-3708,6-1 56,0 0-89,-9 0 88,6 0-290,-7 0-214,10 0 360,0 0-483,1-9-22,9-8-22,11-17-1,-5 10 1,4-1-228,4-4 0,1-1 244,3-2 1,0-1 5,0 2 0,2-1-11,6-5 0,0 2-87,-8 9 1,-2 1 91,-1 2 0,-4 3-150,-1 5 100,-17 13-5458,-3 2 2478,0 7 3036,0 5 0,0-3 0,0 1 0</inkml:trace>
  <inkml:trace contextRef="#ctx0" brushRef="#br0" timeOffset="597">5100 7802 17174,'-4'4'739,"20"-27"-694,8-6-45,-1 2 0,3-2-444,-2 3 0,0 0-503,4-1 0,-1 1-1042,1-1 1,-1 0 1988,0 0 0,-2 2 0,4-4 0,-8 6 0</inkml:trace>
  <inkml:trace contextRef="#ctx0" brushRef="#br0" timeOffset="1011">6335 8468 21230,'14'-3'-314,"5"-9"-1093,3-15 880,-4 6 1,3-3-1054,7-6 0,1-1-3336,2-5 1,0-1 4875,-2-2 1,-3 2-1,6-7 1,-19 12-1</inkml:trace>
  <inkml:trace contextRef="#ctx0" brushRef="#br0" timeOffset="3186">7232 5837 15101,'-15'0'1210,"4"0"-1154,11 0-90,0-2 45,7-4-11,8-3 180,15-2-180,14 5-22,11 0-659,-23 11 1,1 4 685,2 3 1,-1 4 55,3 8 1,-1 5-6,0 7 0,-1 4-6,-1 5 1,-2 4-413,-11-14 1,-1 1 0,-1 1 376,0 2 0,0 1 0,-2 1 29,0 0 1,0 0 0,-1 0-45,1 0 0,0 1 0,1-2 11,0 0 0,0-2 1,1 0-57,1-2 0,1-1 1,0-1 44,13 14 0,2-3-162,-1-4 0,5-3 31,-5-10 0,4 0 1,-2-4-128,6-2 0,0-3-168,11 4 1,1-10-404,-6-24 0,-3-13 604,-7-6 1,-5-5 280,0-2 1,-6-3 111,-8-1 0,-13 2 1400,-43-3-1299,1 21-90,-1 21 0,-2 10-179,3 8 0,2 10-97,7 4 0,0 8 1,2 5-1,1 2 117,4 0 0,3 3 0,1 3 1,1 0-1,0 1-306,-1 0 1,0 0 0,1 1 0,1 1 0,3 0 287,2-5 0,2 0 0,1 2 0,1-2 0,1-1 0,2-2-242,2 7 0,3-4 1,1 0-1,0-1 240,-1 0 0,1-1 0,0-1 0,1 0 0,4 11 0,0-1 0,0-1-15,-2-4 0,0 0 0,-1-2 45,-1-4 0,-1-2 0,-2 2-272,-1 5 1,-3 0 0,-1-3 246,-5 2 1,-3-3 371,-5 7 0,-6-6-372,-3-23 1,-4-7 78,-4-3 0,-3-4 28,-5-3 0,-3-4-15,-2-3 0,-4-4 1,-1 0-35,-1-1 1,-1 0-1,-2 0-273,4 1 0,-2-1 0,0 1 0,4 0-971,4 0 1,4-1 0,1 1 1594,-13-1 0,12 1 0,26 0 1,9-3-1</inkml:trace>
  <inkml:trace contextRef="#ctx0" brushRef="#br0" timeOffset="5457">9830 5769 17745,'-35'26'114,"0"-1"0,0 1 1,-1 6-1,1 3 1,4 5-82,7 8 1,4 4 0,0 3-1354,4-10 0,0 1 0,1 1 0,1 0 1320,0 2 0,1 1 0,1 1 0,1-1 0,2-2 0,1 1 0,0 0 0,2-2 100,-1 13 1,2-2 0,2 0-101,3-6 0,2-1 0,3-2-4,1-6 1,2-1-1,4-3-24,10 11 0,5-6 28,6-8 0,4-6-51,4-9 1,4-6 50,4-3 0,2-7 216,3-10 0,0-8-257,-16 2 0,1-3 0,-2-4-8,2-5 0,0-5 1,-2-2-370,1-3 1,-1-3-1,-1-1 414,-1-3 1,0 0-1,-2-2 4,-3 1 0,0-2 0,-3 1 67,-3 1 0,-1 1 1,-3 1-63,5-14 1,-5 1 66,-6 9 1,-5 1 193,-7 3 0,-6 3 294,-17-5 295,-21 9-720,-12 28-29,23 11 0,-1 6 276,-1 3 1,0 5-389,0 8 1,2 5-46,2 3 1,3 3 39,4 1 0,2 1 828,6 1 1,3 0-852,3-1 1,4 1 33,1-1 0,5-1 697,3-1 1,4-1-698,1-2 0,3-2-101,4-4 1,3-2 94,0-5 1,2-2-231,23 9-60,-13-21 1,0-4 194,13-10 22,-15-5 0,-3-6 19,5-35 60,-16 14 0,-2-3 62,-1-7 0,-2-3-40,-2-5 1,-2-1 7,-2 0 0,-1 0-2,-2 1 0,-2 2-28,-2 5 0,-1 1 189,-1 8 0,-2 2-121,-6-18 254,-1 22-31,6 17 346,3 10-816,3 5 1048,2 16-869,12 14-34,-3-4 0,3 3-98,6 4 0,4-1 132,2 2 0,3-3-56,1-3 0,1-3 50,-1-4 0,1-5-173,25 7 176,-7-13 3,-12-5 56,-9-15-56,-10-15 0,-8-23 89,-6 13 1,-2-6-599,-3-8 1,-2-5 0,-2 1 575,0 10 0,0 1 1,-3-4 89,-4-8 0,-3-7 0,0 2 0,-1 6 19,2 12 0,1 4 0,-2 0 238,-5-11 1,-1-1 0,2 15-164,-1 17-251,21 36 45,10 18 0,6 8-489,-1-9 1,2 2-1,1 1 440,2 3 1,1 2-1,1 0-15,0 1 1,2 1-1,-1-1-504,1-1 0,0-1 0,0-1-374,-2-1 1,-1-1 0,0-1-191,-1-3 0,0 1 0,-2-2-1530,5 13 1,-2-2 2858,-4-6 1,-3-3 0,1 4 0,-9-16 0</inkml:trace>
  <inkml:trace contextRef="#ctx0" brushRef="#br0" timeOffset="6763">10855 6766 14178,'-47'-15'1624,"-1"1"1,7 2 0,7 1-502,14 3-1123,11 2 96,8-2-141,10-9 45,15-9 0,-2 7 0,4-2-38,7-3 1,5-1 0,-1 0-653,7-2 0,1-1 641,-6 5 1,1-2 0,-3 3 25,-3 3 1,-2 2-4,-1 0 0,-3 1 26,3-4 11,-7 2 235,-25 12-212,-16-1-12,-11 2 1541,-17 2-1529,-4 1 33,17 2 0,2 0-12,-9 5-133,5 9-23,26 13 22,13 17 35,13 12 38,-3-25 0,4-1-1696,5 1 1,3-3 1639,3-3 1,3-4-242,1-3 1,2-5-365,-1-3 0,1-4 56,-1-2 0,0-4 197,-4-6 1,-1-4 144,21-20 263,-29 8 1,-4-4 5,-2-5 0,-4-1-131,-1-5 0,-3-1 131,-1-2 0,-2-2 162,-2-1 1,-1-1 290,0-8 1,-2 3 179,-2 17 1,0 3 105,-2-27 2416,-7 70-3155,4 33 11,2-4 0,2 7-127,1-10 1,1 2 0,1 4 115,2 6 0,3 5 0,0 1 0,1-3-542,-1 5 0,2-2 1,0 2 541,1-5 0,1 3 0,1 1 0,0-3 0,0-6 0,1-1 0,-1-2 0,0-2-293,0-1 1,-2-2 0,0 0 310,1 7 1,0 0 0,-2-6-19,-4-8 0,-1-4 56,-1 15-45,-1-17 236,-1-15 522,-2-8-781,-4-29 1,0-17 11,0 5 0,1-5-345,-1-7 1,0-5-1,0 0 341,2 1 0,0 0 1,1 0 6,0-3 1,-1-2 0,2 2-9,0 1 1,1 1 0,0 1 4,0 3 0,1 2 0,0 1-313,0-16 1,1 4 345,2 10 1,1 2-29,0 9 1,1 2-6,7-11 0,-1 18-156,-2 16 2489,-1 7-2422,15 19 178,3 3-89,3 4 0,5 3 901,-3-4 1,3-2-1154,9 1 0,1-2-90,-10-6 0,-1-5 141,28-16 895,-26-16-694,-8-20 168,-13-10 45,-6-4 326,-19 2 374,-10 21 0,-6 4-454,4 9 1,-4 3-259,-12-4 1,-2 5-23,10 11 1,1 4-108,0 1 1,0 4-39,-27 13-34,7 10-12,23 5 1,5 5-190,-2 17 184,12-16 0,5-1-117,19 7-57,9-8-111,19-12 122,10-10-706,4-19 1,3-8 655,-14-2 1,0-2 229,11-4 0,-5-3 0,-19 2 0,-7-1 157,-1-9-157,-6-3 323,-2 0-167,-2 1-100,0 1-56,-3 7 34,1-1-146,-1 12-78,-2 4 33,-2 10 818,1 4-661,6 10 149,9 7-81,7 12-23,3 6-45,0 1 78,-3 1-100,-2-1 22,6 9-56,-10-16 56,3 2-34,-11-22-90,-4-6 35,-1-3 178,1-15 35,4-14 89,5-21-163,-5 2 1,-2-3-438,-2 11 1,-1-1 442,0-12 0,0 1-79,-4 19 1,-1 4-426,4-17 426,0 15-236,-3 16-112,4 9 336,4 9-55,12 15-34,12 13-264,-14-7 1,1 1-1409,2 2 0,-1 0-2671,-2-2 1,-3-1 4577,6 13 0,-13-18 0,-12-11 0</inkml:trace>
  <inkml:trace contextRef="#ctx0" brushRef="#br0" timeOffset="6895">12447 5294 9442,'0'0'0</inkml:trace>
  <inkml:trace contextRef="#ctx0" brushRef="#br0" timeOffset="7338">12981 5563 16243,'17'-38'498,"0"0"1,0-1 0,6-12 0,-2 8-230,2 18 45,-8 10-303,-6 9 11,-6 4 1,-2 14-23,-3 19 168,-8 25-168,3-19 0,-2 2-79,-3 13 1,-1-1-410,5-14 1,1-2 246,3 4 0,6-4-95,22-7 336,18-9 0,13-7 11,2-2-11,-3-2 45,-8 5 0,-7 4 269,-9 6 22,-5 29 482,-13-1-353,-7-13 0,-5 4-567,-9-4 1,-5 3-1,-1-2 102,-2 10 0,-2-1-369,-2-4 0,-2 1 0,1-4 369,-3 3 0,1-3-39,2-4 0,1-2 33,3-5 1,3-2-398,-6 15-2074,11-17-2419,12-13 4896,12-22 0,-6 6 0,5-11 0</inkml:trace>
  <inkml:trace contextRef="#ctx0" brushRef="#br0" timeOffset="7645">13534 5751 19617,'0'-7'-79,"0"2"79,12-47-1339,1 17 829,-1-5 0,1-1-16,10-12 436,-5-1 90,-6 2 0,-6 1 381,-5 3-258,-5 4 203,-6 7 771,-7 10-839,-5 12 209,-5 7-299,-7 25-157,-6 15 101,19-3 0,2 3-861,1 3 0,3 3 693,4 1 0,4 0 45,3-2 0,10-3-1406,28 2 0,12-6 671,-5-10 1,5-7-1003,2-7 0,6-4 0,-2-7 1682,-5-6 1,-2-6 0,-4 1 0,1 0 0,-5 0 0,-6-4 0,-1 0 0</inkml:trace>
  <inkml:trace contextRef="#ctx0" brushRef="#br0" timeOffset="9176">15018 4654 22911,'-26'-35'-583,"21"2"605,27 27-22,20-5-34,7-3-22,7-5-39,-27 8 0,-1-3 78,0-1 0,0-4-22,7-11 0,-2-3 140,-9 8 0,-1-2 16,6-15 1,-3 1 611,-4-4-214,-6 6-470,-12 25-34,-3 12-22,2 2-213,6 15 224,10 17 16,-2-2 1,2 3-596,6 9 0,2 2 579,2 4 0,1 1-11,1 1 0,-1 0-225,-2-4 1,-4 2-195,-10-10 1,-1 2 0,-3-2 339,3 3 1,-8-1-243,-16 19 1,-11-4 426,6-28 0,-5-4-90,-14 5 1,-2-5 84,-17-9 246,8-8-582,7-11 269,7-14-275,7-20 252,14 11 0,2-5-625,3-5 1,1-4 0,2 1 624,-2-9 0,3 0 22,2 6 1,3-2 0,1 4 84,3-2 0,4 2-96,11-9 1,5 1-7,-8 16 1,2 1-1,5-6 1,3 4 65,-4 14 1,0 3-151,15-2 1,11 3 78,-14 13 241,0 4-229,0 4-203,13 11-727,-13-3 35,10 7-305,-16-11 191,-3-5 522,-2-2 475,-5-8 101,-6-5 1523,-7-18 3909,-8 6-4256,-14-9-369,-10 13-427,-11 2-144,-3 4 44,-4 6-359,-9 5 34,15 2-56,-1 6-246,22 17 156,8 2 34,12 15-124,14-9-257,15-1 269,10-8-604,7-10 155,2-6-11,2-15 381,-2-8 247,-27 3 0,-1-2-28,-1-1 0,-2-4 241,4-9 0,-2-4-107,-7-1 1,-3-3 291,1-6 0,-3 0-102,-7 13 1,-1 1 84,-4-13-280,-3 27 191,1 8-292,-1 5-180,3 3 68,0 1 202,0 6-101,2 10-45,9 13-157,6 10 191,10 1-740,3-4 45,0-11 302,-4-9 124,-2-9 246,-3-4 23,-2-11 22,2-8 213,-1-14-146,3-15-67,-11 18 0,-2-2 95,2-3 0,-2-3 174,0-14 0,-2-1-118,-3 13 0,-1 0-22,0-8 1,-2 2 654,-5-6-717,-6 9 11,-5 9 113,-3 9-135,3 10-34,4 7-22,4 3-101,3 2-593,2 0 537,7 0 146,3-2 22,10-3 56,19-11-67,-7 2-44,12-5 44,-18 10 67,1 5 0,-9 9 90,1 13-96,-12 14 1,-3 5-12,0-6 1,-1 3-51,0 5 0,-2 4 0,2-2-68,0-1 1,2-3-28,4-2 0,6-6-73,29-1-711,-8-35 0,4-9-348,9-4 0,2-4-757,-12 1 1,1-3 0,0-1 1983,2-3 0,0-1 0,-4 2 0,-1 1 0,-3 3 0,-8 3 0,1 0 0</inkml:trace>
  <inkml:trace contextRef="#ctx0" brushRef="#br0" timeOffset="9819">11401 7979 21790,'16'42'262,"0"-1"0,1 1 0,1 5 1,0 2-1,0 1-1354,-2-9 0,0 1 0,0 1 0,1 0 1094,0 2 1,-1 0 0,1 0 0,0 0-3,0-2 0,0 0 0,0-1 0,0 0 0,5 10 0,0-2 0,-1 0-661,-2-6 0,0-1 0,-1-1-1082,5 13 1,-3-3-1525,-6-9 1,-4-2 3509,-4-7 1,-2-4 0,-3 3-1,-2-15 1</inkml:trace>
  <inkml:trace contextRef="#ctx0" brushRef="#br0" timeOffset="10748">11391 8883 22126,'28'-48'48,"1"0"1,1-1 0,4 5-711,2 11 1,2 3 666,0-1 1,0 0-6,-4 3 0,0 1 0,-4 3 0,-3 2-33,17-15 449,-15 12-405,-13 11 367,-9 6-164,-4 3-13,-3 0 147,-11-2 561,-23-5-517,1 6-112,-16-1-56,22 7-78,4 0-146,12 2-280,6 12 167,18 3 113,13 11 0,22-3 0,-16-15 0,2-2-383,6-1 1,1-3 298,4-4 0,1-5-342,2-4 1,0-3-804,0-5 0,-1-3 1223,-2-4 1,-1-3-107,-5 1 0,-2-4-501,1-8 0,-4-2 691,-13 11 1,-2 0 78,-1-5 0,-5 2 179,-9-6 112,-13 7 508,-10 4-788,-13 6-66,-11 6-13,-1 7 1522,1 4-1532,8 4-259,3 21 136,13 6 1655,4 27-1634,19-10 1,6 0-215,0-9 1,3 0 219,5 10 0,7-3-22,6-10 0,3-7-62,13 8 0,-17-18 0,-2-3-22,3-7 56,-5-8 44,8-29 96,-12-12 0,-3-8-28,-2-3 0,-2-1-618,-5 15 0,0-1 1,-3 3 594,-4-4 0,-1 7 523,-2 2-545,0 13 45,0 11-45,0 7-359,3 10 359,6 10-67,9 13 45,9 12 22,7 1-79,1-3 1939,2-9-2252,-2-11 12,-4-10 76,13-15 170,-10-16 134,-10 4 0,-1-4-116,-6-4 0,-2-3 138,1-1 0,-2-2-472,-2 0 1,-1 0 510,-3 2 1,-1-1 95,0-21 169,-4 10 189,-2 8-235,-1 16-68,0 4-280,0 10 876,4 2-1076,5 1 189,11 7 46,14 9-1693,10 12 227,-18-11 0,0 1-238,1 0 0,-1 0 1737,3-2 0,-2-1 0,1 2 0,-3-6 0</inkml:trace>
  <inkml:trace contextRef="#ctx0" brushRef="#br0" timeOffset="10964">13095 7111 23124,'-2'30'41,"0"0"0,4 4 0,5 4-38,12 7 1,7 4 0,0-1-890,-7-11 1,0-1-1,0 2 505,6 8 0,1 3 0,-2-5-1401,0 0 1,-2-3-1127,-2-3 1,-3-3 3066,-3-5 1,-1-3 0,1 3 0,-9-13-1</inkml:trace>
  <inkml:trace contextRef="#ctx0" brushRef="#br0" timeOffset="12216">13129 7772 23336,'3'-30'135,"13"-5"-135,7 12 0,3 0 0,0 0 0,1-1-12,-3 0 1,0 1 23,18-16-1,-4 5 22,-18 16 79,-4 4-112,-14 14 34,-2 0-157,0 8 145,0 12-17,4 11 1,1 4 11,-1-5 0,1 0-6,3 12 0,2 0-11,8 11-95,-6-23 0,2-2-555,7 8-134,5 3 11,-9-26-381,7-6 997,1-29 336,-3-5-168,-4-29 224,-11 1-169,-4 23 0,-1-1 57,1-1 1,-1 0 55,0 1 1,0 0 604,2-23-583,-1 16 774,-2 16-975,0 14-235,1 6 22,5 9 213,24 32-11,2 0 32,-7-5 0,3 0-21,-5-8 0,0-1 0,-1-3 0,1-1-11,4-1 0,-1-3-101,7 2 179,-1-4-67,-25-12 157,-5-1 173,-3-8-229,0-19 0,0-7 235,0-12-589,0 0 0,0 0 421,0-12-78,0 0-79,0 4-22,0 11-1,0 12-133,0 14 33,1 10-23,7 5 135,7 5 23,13 10 505,8 8-853,-5 2 0,0 1-1300,15 9-381,-8-12 1,0-3 347,4-7 626,12-18 1010,-21-13 22,-7-18 729,-8-10-107,-9-10 274,-7 24 1,0 0-765,-2-3 0,0 0 540,-3-1 0,-1 0 163,0 2 0,-2 1-374,-2 4 0,-2 2 222,-10-13-190,3 14-258,3 16 113,4 8 10,0 7-594,0 17 214,2 18-6,4-7 0,2 3 65,0 6 0,1 2-37,5 2 0,3 1 0,1-2 0,3-1-67,4-5 0,4-2 58,0-6 1,3-2-54,0-5 0,1-4-72,19 8-68,-1-14 34,-4-7 100,-3-15 68,-2-12-56,-2-18 56,-15 13 0,-2-2-125,-1-5 1,-2-2 185,-1-6 1,-1-2 66,-2-5 1,-2-2-101,-1-3 0,-1-2-22,-1 0 0,-1 0 5,1 4 0,-2 2 189,2 7 0,-2 2-178,1 9 1,-1 3 145,-2-11 134,-1 19-134,0 11 169,-2 7-337,-3 2 607,-4 8-707,-1 4 100,2 8-90,4 2 34,3 2 45,4 4-12,4 4-10,9 3 33,9 3-23,15-2 23,8-3-78,8-5 61,-9-13 0,0-3 17,-10-4 0,0 0-28,9-1 0,-2-1 84,4 0-190,-14-1 134,-16 6 0,-8 8-90,-14 11-269,-8 13-4557,-7-6 1,-4-1 4467,1-8 1,0-2 0,2 2-1,2-4 1,-7-6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6:42:37.949"/>
    </inkml:context>
    <inkml:brush xml:id="br0">
      <inkml:brushProperty name="width" value="0.09071" units="cm"/>
      <inkml:brushProperty name="height" value="0.09071" units="cm"/>
      <inkml:brushProperty name="color" value="#FF0000"/>
    </inkml:brush>
  </inkml:definitions>
  <inkml:trace contextRef="#ctx0" brushRef="#br0">13861 13830 10910,'-8'5'896,"2"-2"-436,6-3 55,0 0-190,-21 0-135,13 0 136,-15 0-192,19 1 1,2 0 189,-1 1-144,2-1 1702,0 0-1512,1 1-101,5-1 78,6 3-33,5-2 426,13 1-740,-8-1 0,7 0 89,-14 0-77,-1 1-1,-1 0-22,2 1 55,5 0 1,5 0-45,4 0 0,6-2 34,1-2 89,3 0-45,0-1-44,-1-4-34,-2-1 56,-3 1 11,8 2-33,-9 3-1,5 3 57,-8 2-90,1 4 0,2 1 67,3-1-67,23-3 45,-9-3-45,-15-2 0,1-2-400,21-10 400,1-3 0,-27 2 0,1 0 44,-1 1 1,2-1-82,9-2 1,1 1 24,-10 4 1,-2 2 22,9-3 1,-2 3-12,6 4 0,-4 1 33,-5 2-33,-2 0 0,0 0 12,19-1-1,9-6-45,-28 4 1,0 0 33,0-3 0,0-1 33,17-2 1,-1 0-34,-16 3 0,0 1 0,8-2 0,5-1 0,-5 2-11,19-2 11,-20 3 0,-1 0 508,11-1-508,8-3 11,-9 3 124,-6 0 10,-18 3 79,-17 2 257,-3 1-951,-3 0-1143,0-3-2724,0-4 4337,-3-10 0,3 8 0,-3-3 0</inkml:trace>
  <inkml:trace contextRef="#ctx0" brushRef="#br0" timeOffset="287195">5276 8029 15437,'8'-2'392,"-1"0"269,-7 2 23,0 0-236,8-5-11,-6 3-34,7-3 45,-8 5-33,0 0 291,3 0-639,-3 0-33,3 0 167,-1-13 438,-1 7 493,2-8-835,-22 37 0,-10 16-1976,8-8 0,-3 3 1716,-4 7 0,-4 4 1,-3 5-32,3-5 1,-3 3 0,-1 2-1,0 0 1,2-3-555,0-2 1,2-1 0,0-1-1,-1 1 543,0-1 1,-1 3-1,0-1 1,2-3 0,4-5-19,-12 14 1,11-14-1951,15-22 573,18-20-639,13-17 2039,3-3 0,0 0 0,-1 2 0,8-11 0</inkml:trace>
  <inkml:trace contextRef="#ctx0" brushRef="#br0" timeOffset="288693">12445 16409 17756,'-14'16'1457,"14"-13"-1312,43-20-66,-18 1 0,2-5-38,4-8 0,3-6 0,-2 0-1450,-5 5 1,-1 0 0,1-2 1410,0-2 1,2-2 0,0-1 0,-2 2-3,2-3 0,-1 1 0,0 0-102,1 0 1,1 0 0,-1 2 71,-1 2 0,-1 0 0,3 1-203,3-3 0,3 0 0,-5 4 255,-5 6 1,-1 1 39,5-4 0,-7 8 150,-20 18 665,-3 1-2850,0-2 546,-2-4 1427,-4-5 0,3 4 0,-3 0 0</inkml:trace>
  <inkml:trace contextRef="#ctx0" brushRef="#br0" timeOffset="295638">5122 2132 11302,'8'-36'706,"-1"1"0,4-18 135,-8 41-595,-3 10-358,1-1 45,3 3 56,-1 0 22,8 6 23,11 4 33,1 0-11,14 2 78,-1-7 34,9-2-78,7-2-415,-22 0 1,1-1 346,1 0 1,2 0-7,16 0 1,6 0 13,-2 0 0,4 0 0,-2 0-27,-9 0 1,-2 0 0,3 0 12,4 0 1,5 0 0,0 0 0,-3 0-10,0 0 1,-1 0 0,1 0-6,-1 0 1,2 0 0,1 0 0,-3 0 0,6 0 1,-3 0 0,5 0-386,-8 0 1,4 0 0,2 0 0,-1 0 0,-3 0 392,0 0 0,-2 0 0,0 0 1,1 0-407,-4 0 1,2 0-1,1 0 1,-2 0-1,-2 0 395,2 0 0,-2 0 0,-3-1 0,-2 1 0,-2-1 0,-3 0 0,1 0-245,9 1 0,1-1 0,-3 0 245,5 0 0,-2 0 0,11 1 0,-4 0 5,-23 0 1,-1 0 22,10 1 0,-1-1-22,-10 0 0,0 0 65,9 1 0,-1-1-38,11 0 1274,-2 0-1229,3-4-78,-20 1 2174,-2-3-2130,-22 3-4705,-19 2 4661,-14 0 0,6 1 0,-3 0 0</inkml:trace>
  <inkml:trace contextRef="#ctx0" brushRef="#br0" timeOffset="296662">5347 3393 13364,'-4'4'135,"2"0"-135,2-4 0,-4 0 101,3 0 67,-2 0 627,28 0-257,1 1-314,31-1-30,-12 0 0,7 1 0,-1-1-116,3 0 1,2 0-526,-11 0 0,5-1 0,1 1 1,-5-1 457,0 0 0,-2-1 0,0 0 15,2 0 0,1 0 1,3-1-332,5 0 1,3 0-1,2-1 1,1 1 315,-9 0 0,0 0 0,0 1 1,2-1-1,-1 0-252,0 0 0,1 1 0,0-1 1,1 1-1,2-2 257,-1 1 1,3-1 0,1 0 0,0-1 0,-1 0 0,-2 0-339,-5 0 0,-2 0 1,0 0-1,-1-1 0,0 1 1,1-1 309,9 0 1,0-1 0,0 0 0,-1 0 0,0 0 20,-5 0 1,0 0 0,0 0 0,-3 0-1,-5 0-9,5 0 0,-5 0 0,-1 1 216,2 1 0,-1 0 0,-3 1-216,0 0 0,-4 1 17,-4 1 0,-6 0 1110,-10 2-1071,-17 0 2712,-1 0-2869,-4 10 1078,-8 8-977,-14-2 0,-2 0 0,6 4 0,-24-1 0</inkml:trace>
  <inkml:trace contextRef="#ctx0" brushRef="#br0" timeOffset="384399">5146 8599 10025,'2'8'224,"0"0"224,-2-8 1591,0 0-1299,-3 0 78,3 0-348,-4 0 80,2 0-393,0 0-1,0 0 248,0 0 67,0 0-460,0 0 347,-3 0-358,-1 0 101,-11 0-67,1 0 89,-7 2 34,5 1-113,1 2 483,2-3-392,2 1 22,3-3 291,2 1-157,4-1 56,2 0-313,1 0-45,6 8 11,29 24 44,4 4-423,-5-9 1,1 1 378,-4-4 0,3-1 3,3-2 1,4 0 0,-1 0 7,8 5 0,3 0 22,-5-5 1,4 0 0,-2-1-656,-9-4 0,-1-1 0,0-1 633,2 2 0,0-1 1,0 1-50,-1-1 1,1 0 0,-1 0 37,16 9 0,-2-1 0,-5-2 0,-2-1 0,-6-2 0,-1 1-414,6 1 1,-3-1 413,-13-5 0,-1-2 0,7 4 0,-3-3 56,-8-2 507,-3-2-450,-16-7 1757,-1-1-1064,-2-1 178,-20-6-1567,-8-1 269,-29-4-97,24 6 1,-1 1 354,-6 1 0,-2 1-344,-2 0 0,-1 1 383,-2 1 0,0 0 62,1 0 0,0 0-45,3 0 0,2 0 151,5 0 0,1 0 376,2 0 0,3 0 11,-6 0-370,10 0-415,19 1 124,6 5 619,11 5-473,12 8-23,22 7 0,-16-12 0,5-2-27,2-1 1,5-1 0,-1-1-404,6-2 0,0-1 426,-5-1 0,2 0 1,-4-2-20,-1-3 1,-2-1-152,-5-2 1,-1-1 105,15-3 68,-16-5-100,-15-1-102,-11-4-56,-17-9 202,-10-11 5,6 13 1,0-1 33,-3-3 0,1-2 287,0-1 1,1 0-271,1 0 0,0 1-12,3 2 1,1 1 169,-8-15-158,7 13 201,7 13 460,4 9-482,2 4-179,1 3 67,3 12-67,12 15 236,10 26-333,-6-16 0,2 3 97,0 7 0,0 2-1115,-1 2 0,-2 2-2874,-3-1 1,-4-1 3988,-2-3 0,-3-5 0,-1 8 0,-4-19 0</inkml:trace>
  <inkml:trace contextRef="#ctx0" brushRef="#br0" timeOffset="388019">15706 4781 14081,'2'-5'146,"0"2"1557,-2 3-975,-5-9-212,1 6-102,-4-7-67,1 8-167,-3-1-12,-4 1-11,-5 1-90,-3 0 180,-7 1-247,-2 0 0,-9 0 95,6 5 0,-1 0-78,5 0 0,-2 0 35,-7 3 0,-3 1 0,2 1-329,1-1 1,0 0 315,-14 4 0,1 0 34,16-3 0,2-1 11,-1 2 0,0 0-73,1 0 1,1 1-12,-1 1 0,1 0 33,-1-1 1,0 1-1,1 0 1,0 0 16,0 0 1,0-1-51,1 0 0,1 0-134,1 0 0,1-1 134,-25 13 67,6-2-44,3 0-1,2-1-22,2-3 50,0-4 1,-2-1-1,14-5 1,-1 0 21,-9 3 1,1-2 6,2-2 55,17-4-100,4-1 753,3-1-686,3 1 258,3-1-337,0 1-22,2 1 23,-1 0-23,0 2-23,-1 0 23,-2 4-22,-3 6 22,-1 10-11,-3 13-1,0 13-93,7-19 0,1 2 116,0 3 1,0 1-12,0 0 0,1 4 7,-1 4 1,-1 5-1,1-5-7,0-2 0,0-2-266,1 1 1,-1 2-1,1-6 289,-3 12-12,3-5-11,2-4 0,2-3 68,1-1-68,0-2 11,1-2 0,0 13-33,1-13 22,5 12 0,4-14-102,7 1 307,4 0-205,7-1 78,8-3-55,11-2 55,-17-14 1,1-3-681,8 1 0,1-3 607,7-2 1,3-2 16,5 1 1,8-5-10,-12-5 0,8-5 1,5-2-1,-2 0 1,-5 1-12,-5 3 1,-4-1 0,0 0 0,7-2-3,-9 1 0,5-3 0,3 0 0,2-1 0,0-1 0,-2 1 0,-3 0 0,-5 2-381,11-4 1,-7 2 0,-1-1 0,4 0 371,-3 1 0,3-1 0,1 0 0,-1 0 0,-1 1 9,6-1 0,-1 1 0,-1 1 0,-4 0 11,0 1 0,-4 2 1,2-1-9,6-1 1,2 0 0,-6 2-32,-8 3 0,-6 2 28,7 0 202,-12 2-113,-28 3 46,-5 0 212,0 0 355,-5 0-2125,-9 0 854,-12-5-5303,-16-10 5872,14 0 0,2 0 0,-7-4 0,3-2 0</inkml:trace>
  <inkml:trace contextRef="#ctx0" brushRef="#br0" timeOffset="388474">15367 4706 20221,'16'-33'15,"-1"0"0,6 0 0,6 2 7,11 8 1,6 4-982,5-4 0,2 2 959,-14 6 0,1 1 0,0 1 0,17-5 0,2 2 15,-11 5 0,1 0 0,-3 2-15,3 0 0,-2 2 0,7-2 0,-3 5 168,1 15-124,-5 25 208,-22-2 1,-3 7-85,-5-3 0,-2 3 0,0 3-700,0 9 0,-2 2 0,-2 3 599,-2-10 0,-1 2 1,-1 1-1,-1 1-392,0 1 1,-1 1 0,0 0-1,-2 1 325,-2-1 0,-1 0 0,-2 1 0,-1 1 13,-1-3 1,-1 2-1,-2 1 1,0-2 0,0-3-427,0-3 1,-1-4 0,1 0-1,-2 0 413,-2 7 0,-2 1 0,1-2 0,1-6 0,-2 5 0,1-6 93,0 1 0,0-3-126,-1 9 915,2-4-1117,10-35-168,1-6 1771,2-4-2209,-4-1 2686,-2 0-4635,-9-3-2100,-12 0 4890,-15-1 0,17 2 0,-1 2 0</inkml:trace>
  <inkml:trace contextRef="#ctx0" brushRef="#br0" timeOffset="390075">12868 6178 18966,'-7'-7'1110,"0"2"-472,14 5 763,46 0-1256,-6 4-52,-10-1 1,8 1-1,-4 0-337,0 3 0,0 1 367,13 3 1,3 2-83,-15-1 0,0 2 0,1 1 86,2 3 0,1 2 0,-1 0-473,1 1 1,0 0 0,-1 1 356,-2 1 0,0 2 1,-3 0 10,4 4 1,-2 1 145,2 2 0,0 0-168,3 1 0,0 1 7,-15-10 0,1 0 1,-1 1-12,1 1 0,0 0 1,-1 0 6,0 1 1,-1 0 0,3 4 29,-3 0 1,3 4 0,1 3 0,-1-1 0,-3-3 22,4 4 0,-2-2 0,2 5-56,-1 1 0,4 5 0,1 3 0,-3-3 0,-5-4 37,-5-4 0,-4-3 1,0 2-634,6 11 0,-1 2 1,-2-3 628,-4 3 1,-3 0-16,-4-5 1,-1 3 0,-2-3-340,0 8 0,0-1 321,-3-6 0,-1 1 0,-2-2 0,-1 5 0,-2-2 34,-1 2 0,0 4-109,-1-2 1,-2 5 0,-1 1 74,-1-10 0,0 0 0,-1 0 0,0 1-150,1 1 0,0 0 0,0 0 1,-1 0 149,-1-1 0,-1 1 0,0-1 0,0-2 0,1 1 0,0-2 0,0-1 0,0 2 0,-1-1 0,1 1 7,0-1 1,0 0-1,0 0 11,0-1 1,-1-2 0,1 1 336,0-4 1,0 1 0,-2 2-354,-2 7 1,-2 4 0,-1 1 0,1-2 2,1-9 1,1-2 0,-2 0 0,0 3-108,0 0 0,-2 4 1,-1 0-1,1-2 1,0-4 112,-1 5 0,0-3 1,1-3-12,-8 15 0,0-4 134,7-16 0,1-1-134,0 1 0,0-1-11,-1 1 0,1 0 5,1-1 0,0 0 12,0-2 0,1-1-12,0 0 0,2-2-5,0-2 0,1-1 11,-7 23 45,3-8 1731,3-8-1787,2-9 350,2-8-294,2-7 1795,2-6-1840,2-3 574,0-2-574,-2-1-11,-1 0-12,-2-3-100,-2-2 123,-1-6-56,-1-3 22,-3-6 1,-2-4 33,-1-4 0,-2-5 22,1-1-44,-1-2 44,3 1-111,0-3 89,2-2-23,1-5 23,0-2 23,4-2-12,0 4-34,5-14 12,0 25 11,2-3 79,0 29-46,0 7-22,0 2 23,0 14 78,0 14-112,4 24 0,-1-18 0,0 2-99,1 3 1,1 0 126,-1 0 0,-1 0 39,0-4 0,-1 0-62,1 4 1,0-1 61,6 16-235,14-7 90,6-36 56,19-38-1,-18 1 1,-1-5-809,9-11 1,2-5 822,-10 12 1,0-2 0,2-1-890,0 0 0,2-1 0,-1 1 658,0 1 0,0 1 0,0 0-98,-3 4 1,0 2 0,-1 0-475,8-7 1,-3 3 65,-6 9 0,-4 2-1776,4-8-2858,-14 18 5631,-32 7 0,12 5 0,-15 0 0</inkml:trace>
  <inkml:trace contextRef="#ctx0" brushRef="#br0" timeOffset="397066">15305 860 14764,'-11'-2'1827,"2"0"-1446,9 1-291,0 0-158,1-3 68,10-1 62,32-8 0,10-3-62,-15 6 0,3-1-526,6-1 0,6-2 0,-4 1 526,3 0 0,-2 1-45,0 0 1,1 0 44,-8 1 0,1 0 0,-2 1 33,3-1 1,-1 0-175,8-1 1,-4 1 140,-2 2 0,-16 3 0,-12 3-100,-11 3 100,-5 0 1363,-2 0-1352,4 8 360,0 11-247,5 22-85,-4-10 0,-1 2-458,0 8 1,-1 3 418,0 10 0,-2 4-518,0-14 1,-1 2 0,0 2 584,0 7 0,0 1 1,-1 2-68,1-12 0,-1 1 0,-1 2 0,1 4 5,-1-5 1,1 3-1,-1 3 1,0-1 0,1 0-1,-1-3-2,-1 11 0,1-3 0,-1 0 0,1 2-5,0-11 0,0 1 0,0 2 0,0-1 0,0 0 0,0-3 2,0 14 0,0-3 0,0-1 0,1 3-520,1-6 1,1 1 0,0 1 0,1-1-1,-1-3 531,0-1 0,0-2 1,0-2-1,1 2-3,0 1 1,1 2-1,1-3 1,-1-7-9,0-3 0,1-6 11,-2 24-11,-2-6 578,-8-20-534,-4-13 1,-8-1-45,-6 0 0,-11 3 67,-13 0 184,18-8 0,-3 0-251,-8 0 0,-2 0 598,-10 2 0,-2 0-591,13-5 1,-1 1-1,-1-1-11,-4 0 1,-2 1-1,0 0 4,-2-1 0,-1 1 0,1 0 0,2-2 0,0 1 0,-2 0-150,10-1 0,-2 0 1,0 1-1,4-1 105,1 0 1,2-1-1,1 0-605,-16 4 0,9-2-5591,18-5 6415,38-22 1,-3 9 0,5-9 0</inkml:trace>
  <inkml:trace contextRef="#ctx0" brushRef="#br0" timeOffset="410851">14292 2950 10877,'-9'-14'571,"2"2"-437,7 1-55,0-1-79,2-2 112,3-2-45,3-2-67,6-2 0,3-3 34,4-3 22,17-13 258,-11 10-68,9-5 886,-15 17-471,-10 8 403,-3 4-616,-7 5 371,-1 0-349,-8 3-470,-8 14 0,-19 19 73,9-8 0,-3 7-747,3-1 0,-3 5 0,-1 3 1,0-2 788,-4 8 1,0-1 0,-2 3-597,7-9 1,-1 4-1,0 0 1,-1 1-1,3-2 593,-3 4 0,1-2 1,1 1-1,0 0-112,-1 2 0,0 0 0,0 0 0,1 1 0,0-1 0,1-1 0,-1 1 0,0 2-218,0-4 1,-1 2 0,0 1 0,0-2 0,2-3 217,2-3 0,2-2 0,0-1 0,-1 1 0,-5 5 0,0 1 0,0-1 0,2-5 45,-5 4 0,2-5-9,2-4 1,1-2-37,2-6 0,1-1 0,2-3 0,1-2 1546,-19 13-1523,8-8 2540,7-7-2474,8-7 23,7-5 2913,5-4-2857,4-2 533,2-1-701,-1-9-22,-1-10-12,-1-18 34,1-17-51,1 21 1,2-3 50,1-2 0,2-4 0,0 1-687,3-8 0,1-1 687,0 5 0,1-1 0,1 1 0,5-5 0,0 2-23,1-1 1,0 1 61,-1 3 1,0 1-35,-2 6 1,0 1-6,-3 7 0,0 3-516,3-13 605,-5 15 259,-4 11-348,-2 8 448,-1 4-336,-1 2 1235,0 9-1380,-3 13 111,-7 24-73,1-11 1,-2 3-349,-3 9 0,-2 2 343,-2 7 0,-1 1 52,6-16 0,-1 0 1,1 0-53,-1 0 0,0 1 0,0-1 0,0-1 0,1 0 0,-1 0 0,-5 16 0,1-1 16,2-6 1,2-2-28,1-8 0,2-1-1,3-4 1,1-2-112,-1 3 112,4-6-67,4-24-1,2-3 79,8-2 1275,11 0-1275,15-10 0,5-5 45,-4 2 0,1-3-504,1-1 1,3-3 0,-1 0 458,-5 1 0,-1 1 0,0-2 0,3 0 0,0 0 0,0 0 26,1 0 0,-1 1 0,0 0-23,-1 1 1,-1 1 0,1 0-4,2 0 0,1 1 0,-4 1 22,0 0 1,-4 3-10,0 0 0,-6 3 200,-16 6 179,-8 3 684,-2 0-1031,-5 0-45,2 0 1391,-3 0-1436,3 0-2765,2 0-6154,5 1 8964,4 0 0,-2 1 0,0-2 0</inkml:trace>
  <inkml:trace contextRef="#ctx0" brushRef="#br0" timeOffset="417295">14517 6537 9655,'1'-9'897,"0"2"-785,-1 7-206,0 0 1,0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7" cy="479425"/>
          </a:xfrm>
          <a:prstGeom prst="rect">
            <a:avLst/>
          </a:prstGeom>
          <a:noFill/>
          <a:ln>
            <a:noFill/>
          </a:ln>
        </p:spPr>
        <p:txBody>
          <a:bodyPr spcFirstLastPara="1" wrap="square" lIns="96650" tIns="48325" rIns="96650" bIns="4832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143375" y="0"/>
            <a:ext cx="3170237" cy="479425"/>
          </a:xfrm>
          <a:prstGeom prst="rect">
            <a:avLst/>
          </a:prstGeom>
          <a:noFill/>
          <a:ln>
            <a:noFill/>
          </a:ln>
        </p:spPr>
        <p:txBody>
          <a:bodyPr spcFirstLastPara="1" wrap="square" lIns="96650" tIns="48325" rIns="96650" bIns="4832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120187"/>
            <a:ext cx="3170237" cy="479425"/>
          </a:xfrm>
          <a:prstGeom prst="rect">
            <a:avLst/>
          </a:prstGeom>
          <a:noFill/>
          <a:ln>
            <a:noFill/>
          </a:ln>
        </p:spPr>
        <p:txBody>
          <a:bodyPr spcFirstLastPara="1" wrap="square" lIns="96650" tIns="48325" rIns="96650" bIns="4832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IN" sz="13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42" name="Google Shape;42;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48" name="Google Shape;48;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54" name="Google Shape;54;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60" name="Google Shape;60;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72" name="Google Shape;72;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78" name="Google Shape;78;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8: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87" name="Google Shape;87;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9: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93" name="Google Shape;93;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0: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99" name="Google Shape;99;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05" name="Google Shape;105;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11" name="Google Shape;111;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35" name="Google Shape;135;p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8" name="Google Shape;198;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04" name="Google Shape;204;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11" name="Google Shape;211;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17" name="Google Shape;217;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24" name="Google Shape;224;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8: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30" name="Google Shape;230;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0: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8" name="Google Shape;198;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04" name="Google Shape;204;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42" name="Google Shape;242;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84" name="Google Shape;284;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9: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303" name="Google Shape;303;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0380401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6264560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5694850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9: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303" name="Google Shape;303;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113126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8"/>
        <p:cNvGrpSpPr/>
        <p:nvPr/>
      </p:nvGrpSpPr>
      <p:grpSpPr>
        <a:xfrm>
          <a:off x="0" y="0"/>
          <a:ext cx="0" cy="0"/>
          <a:chOff x="0" y="0"/>
          <a:chExt cx="0" cy="0"/>
        </a:xfrm>
      </p:grpSpPr>
      <p:sp>
        <p:nvSpPr>
          <p:cNvPr id="19" name="Google Shape;19;p2"/>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7"/>
        <p:cNvGrpSpPr/>
        <p:nvPr/>
      </p:nvGrpSpPr>
      <p:grpSpPr>
        <a:xfrm>
          <a:off x="0" y="0"/>
          <a:ext cx="0" cy="0"/>
          <a:chOff x="0" y="0"/>
          <a:chExt cx="0" cy="0"/>
        </a:xfrm>
      </p:grpSpPr>
      <p:sp>
        <p:nvSpPr>
          <p:cNvPr id="38" name="Google Shape;38;p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rgbClr val="101141"/>
              </a:buClr>
              <a:buSzPts val="2400"/>
              <a:buFont typeface="Arial"/>
              <a:buChar char="•"/>
              <a:defRPr sz="18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8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sz="1800"/>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9" name="Google Shape;39;p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0070C0"/>
              </a:buClr>
              <a:buSzPts val="3600"/>
              <a:buNone/>
              <a:defRPr sz="3200" b="1">
                <a:solidFill>
                  <a:srgbClr val="0070C0"/>
                </a:solidFill>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 name="Google Shape;11;p1"/>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 name="Google Shape;12;p1"/>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 name="Google Shape;13;p1"/>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4" name="Google Shape;14;p1" descr="BITS_university_logo_whitevert.png"/>
          <p:cNvPicPr preferRelativeResize="0"/>
          <p:nvPr/>
        </p:nvPicPr>
        <p:blipFill rotWithShape="1">
          <a:blip r:embed="rId4">
            <a:alphaModFix/>
          </a:blip>
          <a:srcRect t="1" b="28591"/>
          <a:stretch/>
        </p:blipFill>
        <p:spPr>
          <a:xfrm>
            <a:off x="76200" y="3352800"/>
            <a:ext cx="2057400" cy="1979612"/>
          </a:xfrm>
          <a:prstGeom prst="rect">
            <a:avLst/>
          </a:prstGeom>
          <a:noFill/>
          <a:ln>
            <a:noFill/>
          </a:ln>
        </p:spPr>
      </p:pic>
      <p:sp>
        <p:nvSpPr>
          <p:cNvPr id="15" name="Google Shape;15;p1"/>
          <p:cNvSpPr txBox="1"/>
          <p:nvPr/>
        </p:nvSpPr>
        <p:spPr>
          <a:xfrm>
            <a:off x="-76200" y="52578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IN" sz="2900" b="1" i="0" u="none" strike="noStrike" cap="none">
                <a:solidFill>
                  <a:schemeClr val="lt1"/>
                </a:solidFill>
                <a:latin typeface="Arial"/>
                <a:ea typeface="Arial"/>
                <a:cs typeface="Arial"/>
                <a:sym typeface="Arial"/>
              </a:rPr>
              <a:t>BITS</a:t>
            </a:r>
            <a:r>
              <a:rPr lang="en-IN"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16" name="Google Shape;16;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7" name="Google Shape;17;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grpSp>
        <p:nvGrpSpPr>
          <p:cNvPr id="22" name="Google Shape;22;p3"/>
          <p:cNvGrpSpPr/>
          <p:nvPr/>
        </p:nvGrpSpPr>
        <p:grpSpPr>
          <a:xfrm>
            <a:off x="2084387" y="6550025"/>
            <a:ext cx="7059612" cy="49212"/>
            <a:chOff x="2083888" y="6550671"/>
            <a:chExt cx="7060112" cy="48665"/>
          </a:xfrm>
        </p:grpSpPr>
        <p:sp>
          <p:nvSpPr>
            <p:cNvPr id="23" name="Google Shape;23;p3"/>
            <p:cNvSpPr txBox="1"/>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3"/>
            <p:cNvSpPr txBox="1"/>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3"/>
            <p:cNvSpPr txBox="1"/>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6" name="Google Shape;26;p3" descr="Picture 7.png"/>
          <p:cNvPicPr preferRelativeResize="0"/>
          <p:nvPr/>
        </p:nvPicPr>
        <p:blipFill rotWithShape="1">
          <a:blip r:embed="rId3">
            <a:alphaModFix/>
          </a:blip>
          <a:srcRect l="1921" b="5332"/>
          <a:stretch/>
        </p:blipFill>
        <p:spPr>
          <a:xfrm>
            <a:off x="6629400" y="0"/>
            <a:ext cx="2193925" cy="692150"/>
          </a:xfrm>
          <a:prstGeom prst="rect">
            <a:avLst/>
          </a:prstGeom>
          <a:noFill/>
          <a:ln>
            <a:noFill/>
          </a:ln>
        </p:spPr>
      </p:pic>
      <p:grpSp>
        <p:nvGrpSpPr>
          <p:cNvPr id="27" name="Google Shape;27;p3"/>
          <p:cNvGrpSpPr/>
          <p:nvPr/>
        </p:nvGrpSpPr>
        <p:grpSpPr>
          <a:xfrm>
            <a:off x="2133600" y="6553200"/>
            <a:ext cx="7010400" cy="46037"/>
            <a:chOff x="1905000" y="6553200"/>
            <a:chExt cx="7010400" cy="45719"/>
          </a:xfrm>
        </p:grpSpPr>
        <p:sp>
          <p:nvSpPr>
            <p:cNvPr id="28" name="Google Shape;28;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 name="Google Shape;29;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 name="Google Shape;30;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1" name="Google Shape;31;p3"/>
          <p:cNvGrpSpPr/>
          <p:nvPr/>
        </p:nvGrpSpPr>
        <p:grpSpPr>
          <a:xfrm>
            <a:off x="0" y="1295400"/>
            <a:ext cx="7010400" cy="46037"/>
            <a:chOff x="1905000" y="6553200"/>
            <a:chExt cx="7010400" cy="45719"/>
          </a:xfrm>
        </p:grpSpPr>
        <p:sp>
          <p:nvSpPr>
            <p:cNvPr id="32" name="Google Shape;32;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 name="Google Shape;33;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 name="Google Shape;34;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5" name="Google Shape;35;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36" name="Google Shape;36;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www.businessmodelgeneration.com/canva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leadflowmethod.com/message/introduction-lean-canvas/?utm_source=medium&amp;utm_medium=article&amp;utm_campaign=lean-canva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medium.com/@steve_mullen/an-introduction-to-lean-canvas-5c17c469d3e0" TargetMode="External"/><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railsware.com/blog/5-lean-canvas-examples/"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visual-paradigm.com/guide/agile-software-development/what-is-user-story-mappin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2.xml"/></Relationships>
</file>

<file path=ppt/slides/_rels/slide22.xml.rels><?xml version="1.0" encoding="UTF-8" standalone="yes"?>
<Relationships xmlns="http://schemas.openxmlformats.org/package/2006/relationships"><Relationship Id="rId3" Type="http://schemas.openxmlformats.org/officeDocument/2006/relationships/hyperlink" Target="https://www.visual-paradigm.com/guide/agile-software-development/what-is-user-story-mappin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customXml" Target="../ink/ink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ustomXml" Target="../ink/ink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5"/>
          <p:cNvSpPr txBox="1">
            <a:spLocks noGrp="1"/>
          </p:cNvSpPr>
          <p:nvPr>
            <p:ph type="body" idx="1"/>
          </p:nvPr>
        </p:nvSpPr>
        <p:spPr>
          <a:xfrm>
            <a:off x="2571750" y="5181600"/>
            <a:ext cx="6019800" cy="914400"/>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lt1"/>
              </a:buClr>
              <a:buSzPts val="2000"/>
              <a:buFont typeface="Arial"/>
              <a:buNone/>
            </a:pPr>
            <a:r>
              <a:rPr lang="en-US" sz="2000" dirty="0"/>
              <a:t>Joydeep Barman</a:t>
            </a:r>
            <a:endParaRPr sz="1600" b="0" i="0" u="none" strike="noStrike" cap="none" dirty="0">
              <a:solidFill>
                <a:schemeClr val="lt1"/>
              </a:solidFill>
              <a:latin typeface="Arial"/>
              <a:ea typeface="Arial"/>
              <a:cs typeface="Arial"/>
              <a:sym typeface="Arial"/>
            </a:endParaRPr>
          </a:p>
          <a:p>
            <a:pPr marL="342900" marR="0" lvl="0" indent="-241300" algn="l" rtl="0">
              <a:lnSpc>
                <a:spcPct val="100000"/>
              </a:lnSpc>
              <a:spcBef>
                <a:spcPts val="320"/>
              </a:spcBef>
              <a:spcAft>
                <a:spcPts val="0"/>
              </a:spcAft>
              <a:buClr>
                <a:schemeClr val="dk1"/>
              </a:buClr>
              <a:buSzPts val="1600"/>
              <a:buFont typeface="Arial"/>
              <a:buNone/>
            </a:pPr>
            <a:endParaRPr sz="1600" b="0" i="0" u="none" dirty="0">
              <a:solidFill>
                <a:schemeClr val="lt1"/>
              </a:solidFill>
              <a:latin typeface="Arial"/>
              <a:ea typeface="Arial"/>
              <a:cs typeface="Arial"/>
              <a:sym typeface="Arial"/>
            </a:endParaRPr>
          </a:p>
        </p:txBody>
      </p:sp>
      <p:sp>
        <p:nvSpPr>
          <p:cNvPr id="45" name="Google Shape;45;p5"/>
          <p:cNvSpPr txBox="1">
            <a:spLocks noGrp="1"/>
          </p:cNvSpPr>
          <p:nvPr>
            <p:ph type="title"/>
          </p:nvPr>
        </p:nvSpPr>
        <p:spPr>
          <a:xfrm>
            <a:off x="2362200" y="3670300"/>
            <a:ext cx="6248400" cy="1524000"/>
          </a:xfrm>
          <a:prstGeom prst="rect">
            <a:avLst/>
          </a:prstGeom>
          <a:noFill/>
          <a:ln>
            <a:noFill/>
          </a:ln>
        </p:spPr>
        <p:txBody>
          <a:bodyPr spcFirstLastPara="1" wrap="square" lIns="91425" tIns="45700" rIns="91425" bIns="45700" anchor="ctr" anchorCtr="0">
            <a:noAutofit/>
          </a:bodyPr>
          <a:lstStyle/>
          <a:p>
            <a:pPr marL="0" lvl="0" indent="0" algn="l" rtl="0">
              <a:lnSpc>
                <a:spcPct val="121212"/>
              </a:lnSpc>
              <a:spcBef>
                <a:spcPts val="0"/>
              </a:spcBef>
              <a:spcAft>
                <a:spcPts val="0"/>
              </a:spcAft>
              <a:buClr>
                <a:schemeClr val="lt1"/>
              </a:buClr>
              <a:buSzPts val="3300"/>
              <a:buFont typeface="Arial"/>
              <a:buNone/>
            </a:pPr>
            <a:r>
              <a:rPr lang="en-IN" sz="3200" b="1" i="0" u="none">
                <a:solidFill>
                  <a:schemeClr val="lt1"/>
                </a:solidFill>
                <a:latin typeface="Arial"/>
                <a:ea typeface="Arial"/>
                <a:cs typeface="Arial"/>
                <a:sym typeface="Arial"/>
              </a:rPr>
              <a:t>Software product management</a:t>
            </a:r>
            <a:br>
              <a:rPr lang="en-IN" sz="3200" b="1" i="0" u="none">
                <a:solidFill>
                  <a:schemeClr val="lt1"/>
                </a:solidFill>
                <a:latin typeface="Arial"/>
                <a:ea typeface="Arial"/>
                <a:cs typeface="Arial"/>
                <a:sym typeface="Arial"/>
              </a:rPr>
            </a:br>
            <a:br>
              <a:rPr lang="en-IN" sz="3200" b="1" i="0" u="none">
                <a:solidFill>
                  <a:schemeClr val="lt1"/>
                </a:solidFill>
                <a:latin typeface="Arial"/>
                <a:ea typeface="Arial"/>
                <a:cs typeface="Arial"/>
                <a:sym typeface="Arial"/>
              </a:rPr>
            </a:br>
            <a:r>
              <a:rPr lang="en-IN" sz="3200" b="1" i="0" u="none">
                <a:solidFill>
                  <a:schemeClr val="lt1"/>
                </a:solidFill>
                <a:latin typeface="Arial"/>
                <a:ea typeface="Arial"/>
                <a:cs typeface="Arial"/>
                <a:sym typeface="Arial"/>
              </a:rPr>
              <a:t>Assess opportunity</a:t>
            </a:r>
            <a:endParaRPr sz="4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6"/>
          <p:cNvSpPr txBox="1">
            <a:spLocks noGrp="1"/>
          </p:cNvSpPr>
          <p:nvPr>
            <p:ph type="body" idx="1"/>
          </p:nvPr>
        </p:nvSpPr>
        <p:spPr>
          <a:xfrm>
            <a:off x="304800" y="1493837"/>
            <a:ext cx="8229600" cy="4525962"/>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dirty="0"/>
              <a:t>Define value proposition</a:t>
            </a:r>
            <a:endParaRPr dirty="0"/>
          </a:p>
          <a:p>
            <a:pPr marL="514350" lvl="0" indent="-285750" algn="l" rtl="0">
              <a:lnSpc>
                <a:spcPct val="100000"/>
              </a:lnSpc>
              <a:spcBef>
                <a:spcPts val="480"/>
              </a:spcBef>
              <a:spcAft>
                <a:spcPts val="0"/>
              </a:spcAft>
              <a:buSzPts val="2400"/>
              <a:buFont typeface="Arial"/>
              <a:buChar char="•"/>
            </a:pPr>
            <a:r>
              <a:rPr lang="en-IN" dirty="0"/>
              <a:t>Assess value of the product</a:t>
            </a:r>
          </a:p>
          <a:p>
            <a:pPr marL="514350" lvl="0" indent="-285750" algn="l" rtl="0">
              <a:lnSpc>
                <a:spcPct val="100000"/>
              </a:lnSpc>
              <a:spcBef>
                <a:spcPts val="480"/>
              </a:spcBef>
              <a:spcAft>
                <a:spcPts val="0"/>
              </a:spcAft>
              <a:buSzPts val="2400"/>
              <a:buFont typeface="Arial"/>
              <a:buChar char="•"/>
            </a:pPr>
            <a:r>
              <a:rPr lang="en-IN" dirty="0"/>
              <a:t>Business Plan</a:t>
            </a:r>
          </a:p>
          <a:p>
            <a:pPr marL="514350" lvl="0" indent="-285750" algn="l" rtl="0">
              <a:lnSpc>
                <a:spcPct val="100000"/>
              </a:lnSpc>
              <a:spcBef>
                <a:spcPts val="480"/>
              </a:spcBef>
              <a:spcAft>
                <a:spcPts val="0"/>
              </a:spcAft>
              <a:buSzPts val="2400"/>
              <a:buFont typeface="Arial"/>
              <a:buChar char="•"/>
            </a:pPr>
            <a:r>
              <a:rPr lang="en-IN" dirty="0"/>
              <a:t>Story Map and Kano Model</a:t>
            </a:r>
            <a:endParaRPr dirty="0"/>
          </a:p>
        </p:txBody>
      </p:sp>
      <p:sp>
        <p:nvSpPr>
          <p:cNvPr id="51" name="Google Shape;51;p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70C0"/>
              </a:buClr>
              <a:buSzPts val="3600"/>
              <a:buFont typeface="Arial"/>
              <a:buNone/>
            </a:pPr>
            <a:r>
              <a:rPr lang="en-IN" b="1" i="0" u="none" strike="noStrike" cap="none">
                <a:solidFill>
                  <a:srgbClr val="0070C0"/>
                </a:solidFill>
                <a:latin typeface="Arial"/>
                <a:ea typeface="Arial"/>
                <a:cs typeface="Arial"/>
                <a:sym typeface="Arial"/>
              </a:rPr>
              <a:t>Contents</a:t>
            </a:r>
            <a:endParaRPr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480"/>
              </a:spcBef>
              <a:spcAft>
                <a:spcPts val="0"/>
              </a:spcAft>
              <a:buSzPts val="2400"/>
              <a:buNone/>
            </a:pPr>
            <a:r>
              <a:rPr lang="en-IN" b="1" dirty="0">
                <a:latin typeface="Arial"/>
                <a:ea typeface="Arial"/>
                <a:cs typeface="Arial"/>
                <a:sym typeface="Arial"/>
              </a:rPr>
              <a:t>Steps:</a:t>
            </a:r>
            <a:endParaRPr dirty="0">
              <a:latin typeface="Arial"/>
              <a:ea typeface="Arial"/>
              <a:cs typeface="Arial"/>
              <a:sym typeface="Arial"/>
            </a:endParaRPr>
          </a:p>
          <a:p>
            <a:pPr marL="514350" marR="0" lvl="0" indent="-285750" algn="l" rtl="0">
              <a:lnSpc>
                <a:spcPct val="100000"/>
              </a:lnSpc>
              <a:spcBef>
                <a:spcPts val="480"/>
              </a:spcBef>
              <a:spcAft>
                <a:spcPts val="0"/>
              </a:spcAft>
              <a:buClr>
                <a:srgbClr val="101141"/>
              </a:buClr>
              <a:buSzPts val="2400"/>
              <a:buFont typeface="Arial"/>
              <a:buChar char="•"/>
            </a:pPr>
            <a:r>
              <a:rPr lang="en-IN" dirty="0">
                <a:latin typeface="Arial"/>
                <a:ea typeface="Arial"/>
                <a:cs typeface="Arial"/>
                <a:sym typeface="Arial"/>
              </a:rPr>
              <a:t>Define Customer problem / pain point</a:t>
            </a:r>
            <a:endParaRPr dirty="0"/>
          </a:p>
          <a:p>
            <a:pPr marL="914400" lvl="1" indent="-330200" algn="l" rtl="0">
              <a:lnSpc>
                <a:spcPct val="100000"/>
              </a:lnSpc>
              <a:spcBef>
                <a:spcPts val="320"/>
              </a:spcBef>
              <a:spcAft>
                <a:spcPts val="0"/>
              </a:spcAft>
              <a:buSzPts val="1600"/>
              <a:buChar char="–"/>
            </a:pPr>
            <a:r>
              <a:rPr lang="en-IN" sz="1800" dirty="0">
                <a:solidFill>
                  <a:srgbClr val="0070C0"/>
                </a:solidFill>
                <a:latin typeface="Arial"/>
                <a:ea typeface="Arial"/>
                <a:cs typeface="Arial"/>
                <a:sym typeface="Arial"/>
              </a:rPr>
              <a:t>Ex. Difficult to reach Metro station (</a:t>
            </a:r>
            <a:r>
              <a:rPr lang="en-IN" sz="1800" dirty="0" err="1">
                <a:solidFill>
                  <a:srgbClr val="0070C0"/>
                </a:solidFill>
                <a:latin typeface="Arial"/>
                <a:ea typeface="Arial"/>
                <a:cs typeface="Arial"/>
                <a:sym typeface="Arial"/>
              </a:rPr>
              <a:t>MetroRide</a:t>
            </a:r>
            <a:r>
              <a:rPr lang="en-IN" sz="1800" dirty="0">
                <a:solidFill>
                  <a:srgbClr val="0070C0"/>
                </a:solidFill>
                <a:latin typeface="Arial"/>
                <a:ea typeface="Arial"/>
                <a:cs typeface="Arial"/>
                <a:sym typeface="Arial"/>
              </a:rPr>
              <a:t>)</a:t>
            </a:r>
            <a:endParaRPr sz="1800" dirty="0">
              <a:solidFill>
                <a:srgbClr val="0070C0"/>
              </a:solidFill>
              <a:latin typeface="Arial"/>
              <a:ea typeface="Arial"/>
              <a:cs typeface="Arial"/>
              <a:sym typeface="Arial"/>
            </a:endParaRPr>
          </a:p>
          <a:p>
            <a:pPr marL="514350" marR="0" lvl="0" indent="-285750" algn="l" rtl="0">
              <a:lnSpc>
                <a:spcPct val="100000"/>
              </a:lnSpc>
              <a:spcBef>
                <a:spcPts val="480"/>
              </a:spcBef>
              <a:spcAft>
                <a:spcPts val="0"/>
              </a:spcAft>
              <a:buClr>
                <a:srgbClr val="101141"/>
              </a:buClr>
              <a:buSzPts val="2400"/>
              <a:buFont typeface="Arial"/>
              <a:buChar char="•"/>
            </a:pPr>
            <a:r>
              <a:rPr lang="en-IN" dirty="0">
                <a:latin typeface="Arial"/>
                <a:ea typeface="Arial"/>
                <a:cs typeface="Arial"/>
                <a:sym typeface="Arial"/>
              </a:rPr>
              <a:t>Explain how your product solves customer problems or improves their situation (relevancy)</a:t>
            </a:r>
            <a:endParaRPr dirty="0"/>
          </a:p>
          <a:p>
            <a:pPr marL="914400" lvl="1" indent="-330200" algn="l" rtl="0">
              <a:lnSpc>
                <a:spcPct val="100000"/>
              </a:lnSpc>
              <a:spcBef>
                <a:spcPts val="320"/>
              </a:spcBef>
              <a:spcAft>
                <a:spcPts val="0"/>
              </a:spcAft>
              <a:buSzPts val="1600"/>
              <a:buChar char="–"/>
            </a:pPr>
            <a:r>
              <a:rPr lang="en-IN" sz="1800" dirty="0">
                <a:solidFill>
                  <a:srgbClr val="0070C0"/>
                </a:solidFill>
                <a:latin typeface="Arial"/>
                <a:ea typeface="Arial"/>
                <a:cs typeface="Arial"/>
                <a:sym typeface="Arial"/>
              </a:rPr>
              <a:t>Ex. </a:t>
            </a:r>
            <a:r>
              <a:rPr lang="en-IN" dirty="0">
                <a:solidFill>
                  <a:srgbClr val="0070C0"/>
                </a:solidFill>
                <a:latin typeface="Arial"/>
                <a:ea typeface="Arial"/>
                <a:cs typeface="Arial"/>
                <a:sym typeface="Arial"/>
              </a:rPr>
              <a:t>Rent a </a:t>
            </a:r>
            <a:r>
              <a:rPr lang="en-IN" sz="1800" dirty="0">
                <a:solidFill>
                  <a:srgbClr val="0070C0"/>
                </a:solidFill>
                <a:latin typeface="Arial"/>
                <a:ea typeface="Arial"/>
                <a:cs typeface="Arial"/>
                <a:sym typeface="Arial"/>
              </a:rPr>
              <a:t>bike – pickup near your house &amp; drop anywhere (Bounce)</a:t>
            </a:r>
            <a:endParaRPr sz="1800" dirty="0">
              <a:solidFill>
                <a:srgbClr val="0070C0"/>
              </a:solidFill>
              <a:latin typeface="Arial"/>
              <a:ea typeface="Arial"/>
              <a:cs typeface="Arial"/>
              <a:sym typeface="Arial"/>
            </a:endParaRPr>
          </a:p>
          <a:p>
            <a:pPr marL="514350" marR="0" lvl="0" indent="-285750" algn="l" rtl="0">
              <a:lnSpc>
                <a:spcPct val="100000"/>
              </a:lnSpc>
              <a:spcBef>
                <a:spcPts val="480"/>
              </a:spcBef>
              <a:spcAft>
                <a:spcPts val="0"/>
              </a:spcAft>
              <a:buClr>
                <a:srgbClr val="101141"/>
              </a:buClr>
              <a:buSzPts val="2400"/>
              <a:buFont typeface="Arial"/>
              <a:buChar char="•"/>
            </a:pPr>
            <a:r>
              <a:rPr lang="en-IN" dirty="0">
                <a:latin typeface="Arial"/>
                <a:ea typeface="Arial"/>
                <a:cs typeface="Arial"/>
                <a:sym typeface="Arial"/>
              </a:rPr>
              <a:t>Determine a specific set of benefits it delivers, preferably quantifiable (Value)</a:t>
            </a:r>
            <a:endParaRPr dirty="0"/>
          </a:p>
          <a:p>
            <a:pPr marL="914400" lvl="1" indent="-330200" algn="l" rtl="0">
              <a:lnSpc>
                <a:spcPct val="100000"/>
              </a:lnSpc>
              <a:spcBef>
                <a:spcPts val="320"/>
              </a:spcBef>
              <a:spcAft>
                <a:spcPts val="0"/>
              </a:spcAft>
              <a:buSzPts val="1600"/>
              <a:buChar char="–"/>
            </a:pPr>
            <a:r>
              <a:rPr lang="en-IN" sz="1800" dirty="0">
                <a:solidFill>
                  <a:srgbClr val="0070C0"/>
                </a:solidFill>
                <a:latin typeface="Arial"/>
                <a:ea typeface="Arial"/>
                <a:cs typeface="Arial"/>
                <a:sym typeface="Arial"/>
              </a:rPr>
              <a:t>Ex. Easy to reach Metro station. Saves 30 minutes</a:t>
            </a:r>
            <a:r>
              <a:rPr lang="en-IN" sz="1800" dirty="0">
                <a:latin typeface="Arial"/>
                <a:ea typeface="Arial"/>
                <a:cs typeface="Arial"/>
                <a:sym typeface="Arial"/>
              </a:rPr>
              <a:t>.</a:t>
            </a:r>
            <a:endParaRPr sz="1800" dirty="0">
              <a:solidFill>
                <a:srgbClr val="000000"/>
              </a:solidFill>
              <a:latin typeface="Arial"/>
              <a:ea typeface="Arial"/>
              <a:cs typeface="Arial"/>
              <a:sym typeface="Arial"/>
            </a:endParaRPr>
          </a:p>
          <a:p>
            <a:pPr marL="514350" marR="0" lvl="0" indent="-285750" algn="l" rtl="0">
              <a:lnSpc>
                <a:spcPct val="100000"/>
              </a:lnSpc>
              <a:spcBef>
                <a:spcPts val="480"/>
              </a:spcBef>
              <a:spcAft>
                <a:spcPts val="0"/>
              </a:spcAft>
              <a:buClr>
                <a:srgbClr val="101141"/>
              </a:buClr>
              <a:buSzPts val="2400"/>
              <a:buFont typeface="Arial"/>
              <a:buChar char="•"/>
            </a:pPr>
            <a:r>
              <a:rPr lang="en-IN" dirty="0">
                <a:latin typeface="Arial"/>
                <a:ea typeface="Arial"/>
                <a:cs typeface="Arial"/>
                <a:sym typeface="Arial"/>
              </a:rPr>
              <a:t>Explain why the customer should buy your product instead of the competition’s (Differentiation)</a:t>
            </a:r>
            <a:endParaRPr dirty="0"/>
          </a:p>
          <a:p>
            <a:pPr marL="914400" lvl="1" indent="-330200" algn="l" rtl="0">
              <a:lnSpc>
                <a:spcPct val="100000"/>
              </a:lnSpc>
              <a:spcBef>
                <a:spcPts val="320"/>
              </a:spcBef>
              <a:spcAft>
                <a:spcPts val="0"/>
              </a:spcAft>
              <a:buSzPts val="1600"/>
              <a:buChar char="–"/>
            </a:pPr>
            <a:r>
              <a:rPr lang="en-IN" sz="1800" dirty="0">
                <a:solidFill>
                  <a:srgbClr val="0070C0"/>
                </a:solidFill>
                <a:latin typeface="Arial"/>
                <a:ea typeface="Arial"/>
                <a:cs typeface="Arial"/>
                <a:sym typeface="Arial"/>
              </a:rPr>
              <a:t>Ex. More convenient than walking to bus stop, then taking a bus and then once again walk to the Metro station</a:t>
            </a:r>
            <a:endParaRPr sz="1800" dirty="0">
              <a:solidFill>
                <a:srgbClr val="0070C0"/>
              </a:solidFill>
              <a:latin typeface="Arial"/>
              <a:ea typeface="Arial"/>
              <a:cs typeface="Arial"/>
              <a:sym typeface="Arial"/>
            </a:endParaRPr>
          </a:p>
          <a:p>
            <a:pPr marL="584200" lvl="1" indent="0" algn="l" rtl="0">
              <a:lnSpc>
                <a:spcPct val="100000"/>
              </a:lnSpc>
              <a:spcBef>
                <a:spcPts val="320"/>
              </a:spcBef>
              <a:spcAft>
                <a:spcPts val="0"/>
              </a:spcAft>
              <a:buSzPts val="1600"/>
              <a:buNone/>
            </a:pPr>
            <a:endParaRPr sz="1800" dirty="0">
              <a:latin typeface="Arial"/>
              <a:ea typeface="Arial"/>
              <a:cs typeface="Arial"/>
              <a:sym typeface="Arial"/>
            </a:endParaRPr>
          </a:p>
          <a:p>
            <a:pPr marL="914400" lvl="1" indent="-228600" algn="l" rtl="0">
              <a:lnSpc>
                <a:spcPct val="100000"/>
              </a:lnSpc>
              <a:spcBef>
                <a:spcPts val="320"/>
              </a:spcBef>
              <a:spcAft>
                <a:spcPts val="0"/>
              </a:spcAft>
              <a:buSzPts val="1600"/>
              <a:buNone/>
            </a:pPr>
            <a:endParaRPr sz="1800" dirty="0">
              <a:latin typeface="Arial"/>
              <a:ea typeface="Arial"/>
              <a:cs typeface="Arial"/>
              <a:sym typeface="Arial"/>
            </a:endParaRPr>
          </a:p>
          <a:p>
            <a:pPr marL="514350" marR="0" lvl="0" indent="-133350" algn="l" rtl="0">
              <a:lnSpc>
                <a:spcPct val="100000"/>
              </a:lnSpc>
              <a:spcBef>
                <a:spcPts val="480"/>
              </a:spcBef>
              <a:spcAft>
                <a:spcPts val="0"/>
              </a:spcAft>
              <a:buClr>
                <a:srgbClr val="101141"/>
              </a:buClr>
              <a:buSzPts val="2400"/>
              <a:buFont typeface="Arial"/>
              <a:buNone/>
            </a:pPr>
            <a:endParaRPr dirty="0">
              <a:latin typeface="Arial"/>
              <a:ea typeface="Arial"/>
              <a:cs typeface="Arial"/>
              <a:sym typeface="Arial"/>
            </a:endParaRPr>
          </a:p>
        </p:txBody>
      </p:sp>
      <p:sp>
        <p:nvSpPr>
          <p:cNvPr id="57" name="Google Shape;57;p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Define value proposition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Define value: Examples</a:t>
            </a:r>
            <a:endParaRPr/>
          </a:p>
        </p:txBody>
      </p:sp>
      <p:graphicFrame>
        <p:nvGraphicFramePr>
          <p:cNvPr id="63" name="Google Shape;63;p8"/>
          <p:cNvGraphicFramePr/>
          <p:nvPr>
            <p:extLst>
              <p:ext uri="{D42A27DB-BD31-4B8C-83A1-F6EECF244321}">
                <p14:modId xmlns:p14="http://schemas.microsoft.com/office/powerpoint/2010/main" val="3408623683"/>
              </p:ext>
            </p:extLst>
          </p:nvPr>
        </p:nvGraphicFramePr>
        <p:xfrm>
          <a:off x="318445" y="1493836"/>
          <a:ext cx="8511675" cy="4838700"/>
        </p:xfrm>
        <a:graphic>
          <a:graphicData uri="http://schemas.openxmlformats.org/drawingml/2006/table">
            <a:tbl>
              <a:tblPr firstRow="1" firstCol="1" bandRow="1">
                <a:noFill/>
                <a:tableStyleId>{77581A1D-9FE5-4869-82F0-B1F523175E44}</a:tableStyleId>
              </a:tblPr>
              <a:tblGrid>
                <a:gridCol w="1702150">
                  <a:extLst>
                    <a:ext uri="{9D8B030D-6E8A-4147-A177-3AD203B41FA5}">
                      <a16:colId xmlns:a16="http://schemas.microsoft.com/office/drawing/2014/main" val="20000"/>
                    </a:ext>
                  </a:extLst>
                </a:gridCol>
                <a:gridCol w="1702150">
                  <a:extLst>
                    <a:ext uri="{9D8B030D-6E8A-4147-A177-3AD203B41FA5}">
                      <a16:colId xmlns:a16="http://schemas.microsoft.com/office/drawing/2014/main" val="20001"/>
                    </a:ext>
                  </a:extLst>
                </a:gridCol>
                <a:gridCol w="1702150">
                  <a:extLst>
                    <a:ext uri="{9D8B030D-6E8A-4147-A177-3AD203B41FA5}">
                      <a16:colId xmlns:a16="http://schemas.microsoft.com/office/drawing/2014/main" val="20002"/>
                    </a:ext>
                  </a:extLst>
                </a:gridCol>
                <a:gridCol w="1702150">
                  <a:extLst>
                    <a:ext uri="{9D8B030D-6E8A-4147-A177-3AD203B41FA5}">
                      <a16:colId xmlns:a16="http://schemas.microsoft.com/office/drawing/2014/main" val="20003"/>
                    </a:ext>
                  </a:extLst>
                </a:gridCol>
                <a:gridCol w="1703075">
                  <a:extLst>
                    <a:ext uri="{9D8B030D-6E8A-4147-A177-3AD203B41FA5}">
                      <a16:colId xmlns:a16="http://schemas.microsoft.com/office/drawing/2014/main" val="20004"/>
                    </a:ext>
                  </a:extLst>
                </a:gridCol>
              </a:tblGrid>
              <a:tr h="1322275">
                <a:tc>
                  <a:txBody>
                    <a:bodyPr/>
                    <a:lstStyle/>
                    <a:p>
                      <a:pPr marL="0" marR="0" lvl="0" indent="0" algn="ctr" rtl="0">
                        <a:lnSpc>
                          <a:spcPct val="115000"/>
                        </a:lnSpc>
                        <a:spcBef>
                          <a:spcPts val="0"/>
                        </a:spcBef>
                        <a:spcAft>
                          <a:spcPts val="0"/>
                        </a:spcAft>
                        <a:buClr>
                          <a:srgbClr val="000000"/>
                        </a:buClr>
                        <a:buSzPts val="1600"/>
                        <a:buFont typeface="Arial"/>
                        <a:buNone/>
                      </a:pPr>
                      <a:r>
                        <a:rPr lang="en-IN" sz="1600" b="1" u="none" strike="noStrike" cap="none"/>
                        <a:t>Product</a:t>
                      </a:r>
                      <a:endParaRPr sz="1400" b="1" u="none" strike="noStrike" cap="none">
                        <a:solidFill>
                          <a:srgbClr val="000000"/>
                        </a:solidFill>
                        <a:latin typeface="Calibri"/>
                        <a:ea typeface="Calibri"/>
                        <a:cs typeface="Calibri"/>
                        <a:sym typeface="Calibri"/>
                      </a:endParaRPr>
                    </a:p>
                  </a:txBody>
                  <a:tcPr marL="68575" marR="68575" marT="0" marB="0">
                    <a:solidFill>
                      <a:srgbClr val="D6E3BC"/>
                    </a:solidFill>
                  </a:tcPr>
                </a:tc>
                <a:tc>
                  <a:txBody>
                    <a:bodyPr/>
                    <a:lstStyle/>
                    <a:p>
                      <a:pPr marL="0" marR="0" lvl="0" indent="0" algn="ctr" rtl="0">
                        <a:lnSpc>
                          <a:spcPct val="115000"/>
                        </a:lnSpc>
                        <a:spcBef>
                          <a:spcPts val="0"/>
                        </a:spcBef>
                        <a:spcAft>
                          <a:spcPts val="0"/>
                        </a:spcAft>
                        <a:buClr>
                          <a:srgbClr val="000000"/>
                        </a:buClr>
                        <a:buSzPts val="1600"/>
                        <a:buFont typeface="Arial"/>
                        <a:buNone/>
                      </a:pPr>
                      <a:r>
                        <a:rPr lang="en-IN" sz="1600" b="1" u="none" strike="noStrike" cap="none"/>
                        <a:t>Pain point</a:t>
                      </a:r>
                      <a:endParaRPr sz="1400" b="1" u="none" strike="noStrike" cap="none">
                        <a:solidFill>
                          <a:srgbClr val="000000"/>
                        </a:solidFill>
                        <a:latin typeface="Calibri"/>
                        <a:ea typeface="Calibri"/>
                        <a:cs typeface="Calibri"/>
                        <a:sym typeface="Calibri"/>
                      </a:endParaRPr>
                    </a:p>
                  </a:txBody>
                  <a:tcPr marL="68575" marR="68575" marT="0" marB="0">
                    <a:solidFill>
                      <a:srgbClr val="D6E3BC"/>
                    </a:solidFill>
                  </a:tcPr>
                </a:tc>
                <a:tc>
                  <a:txBody>
                    <a:bodyPr/>
                    <a:lstStyle/>
                    <a:p>
                      <a:pPr marL="0" marR="0" lvl="0" indent="0" algn="ctr" rtl="0">
                        <a:lnSpc>
                          <a:spcPct val="115000"/>
                        </a:lnSpc>
                        <a:spcBef>
                          <a:spcPts val="0"/>
                        </a:spcBef>
                        <a:spcAft>
                          <a:spcPts val="0"/>
                        </a:spcAft>
                        <a:buClr>
                          <a:srgbClr val="000000"/>
                        </a:buClr>
                        <a:buSzPts val="1600"/>
                        <a:buFont typeface="Arial"/>
                        <a:buNone/>
                      </a:pPr>
                      <a:r>
                        <a:rPr lang="en-IN" sz="1600" b="1" u="none" strike="noStrike" cap="none"/>
                        <a:t>How does it solve</a:t>
                      </a:r>
                      <a:endParaRPr sz="1400" b="1" u="none" strike="noStrike" cap="none">
                        <a:solidFill>
                          <a:srgbClr val="000000"/>
                        </a:solidFill>
                        <a:latin typeface="Calibri"/>
                        <a:ea typeface="Calibri"/>
                        <a:cs typeface="Calibri"/>
                        <a:sym typeface="Calibri"/>
                      </a:endParaRPr>
                    </a:p>
                  </a:txBody>
                  <a:tcPr marL="68575" marR="68575" marT="0" marB="0">
                    <a:solidFill>
                      <a:srgbClr val="D6E3BC"/>
                    </a:solidFill>
                  </a:tcPr>
                </a:tc>
                <a:tc>
                  <a:txBody>
                    <a:bodyPr/>
                    <a:lstStyle/>
                    <a:p>
                      <a:pPr marL="0" marR="0" lvl="0" indent="0" algn="ctr" rtl="0">
                        <a:lnSpc>
                          <a:spcPct val="115000"/>
                        </a:lnSpc>
                        <a:spcBef>
                          <a:spcPts val="0"/>
                        </a:spcBef>
                        <a:spcAft>
                          <a:spcPts val="0"/>
                        </a:spcAft>
                        <a:buClr>
                          <a:srgbClr val="000000"/>
                        </a:buClr>
                        <a:buSzPts val="1600"/>
                        <a:buFont typeface="Arial"/>
                        <a:buNone/>
                      </a:pPr>
                      <a:r>
                        <a:rPr lang="en-IN" sz="1600" b="1" u="none" strike="noStrike" cap="none"/>
                        <a:t>Benefit / Value prop.</a:t>
                      </a:r>
                      <a:endParaRPr sz="1400" b="1" u="none" strike="noStrike" cap="none">
                        <a:solidFill>
                          <a:srgbClr val="000000"/>
                        </a:solidFill>
                        <a:latin typeface="Calibri"/>
                        <a:ea typeface="Calibri"/>
                        <a:cs typeface="Calibri"/>
                        <a:sym typeface="Calibri"/>
                      </a:endParaRPr>
                    </a:p>
                  </a:txBody>
                  <a:tcPr marL="68575" marR="68575" marT="0" marB="0">
                    <a:solidFill>
                      <a:srgbClr val="D6E3BC"/>
                    </a:solidFill>
                  </a:tcPr>
                </a:tc>
                <a:tc>
                  <a:txBody>
                    <a:bodyPr/>
                    <a:lstStyle/>
                    <a:p>
                      <a:pPr marL="0" marR="0" lvl="0" indent="0" algn="ctr" rtl="0">
                        <a:lnSpc>
                          <a:spcPct val="115000"/>
                        </a:lnSpc>
                        <a:spcBef>
                          <a:spcPts val="0"/>
                        </a:spcBef>
                        <a:spcAft>
                          <a:spcPts val="0"/>
                        </a:spcAft>
                        <a:buClr>
                          <a:srgbClr val="000000"/>
                        </a:buClr>
                        <a:buSzPts val="1600"/>
                        <a:buFont typeface="Arial"/>
                        <a:buNone/>
                      </a:pPr>
                      <a:r>
                        <a:rPr lang="en-IN" sz="1600" b="1" u="none" strike="noStrike" cap="none"/>
                        <a:t>Differentiation from competition</a:t>
                      </a:r>
                      <a:endParaRPr sz="1400" b="1" u="none" strike="noStrike" cap="none">
                        <a:solidFill>
                          <a:srgbClr val="000000"/>
                        </a:solidFill>
                        <a:latin typeface="Calibri"/>
                        <a:ea typeface="Calibri"/>
                        <a:cs typeface="Calibri"/>
                        <a:sym typeface="Calibri"/>
                      </a:endParaRPr>
                    </a:p>
                  </a:txBody>
                  <a:tcPr marL="68575" marR="68575" marT="0" marB="0">
                    <a:solidFill>
                      <a:srgbClr val="D6E3BC"/>
                    </a:solidFill>
                  </a:tcPr>
                </a:tc>
                <a:extLst>
                  <a:ext uri="{0D108BD9-81ED-4DB2-BD59-A6C34878D82A}">
                    <a16:rowId xmlns:a16="http://schemas.microsoft.com/office/drawing/2014/main" val="10000"/>
                  </a:ext>
                </a:extLst>
              </a:tr>
              <a:tr h="1322275">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dirty="0" err="1"/>
                        <a:t>MetroRide</a:t>
                      </a:r>
                      <a:endParaRPr sz="1400" u="none" strike="noStrike" cap="none" dirty="0">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Difficult to reach Metro station</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dirty="0"/>
                        <a:t>Fixed route, shared auto</a:t>
                      </a:r>
                      <a:endParaRPr sz="1400" u="none" strike="noStrike" cap="none" dirty="0">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Easy to reach Metro station</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More convenient than bus</a:t>
                      </a:r>
                      <a:endParaRPr sz="1400" u="none" strike="noStrike" cap="none">
                        <a:solidFill>
                          <a:srgbClr val="000000"/>
                        </a:solidFill>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1322275">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AirBnB</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Unable to get a feel for the city &amp; its people &amp; culture</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Rent room in a house instead of hotel </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Get unique experience of local culture</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Hotels do not provide this experience</a:t>
                      </a:r>
                      <a:endParaRPr sz="1400" u="none" strike="noStrike" cap="none">
                        <a:solidFill>
                          <a:srgbClr val="000000"/>
                        </a:solidFill>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871875">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Zoom</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Poor video quality</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Better technology </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a:t>Superior experience</a:t>
                      </a:r>
                      <a:endParaRPr sz="1400" u="none" strike="noStrike" cap="none">
                        <a:solidFill>
                          <a:srgbClr val="000000"/>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Clr>
                          <a:srgbClr val="000000"/>
                        </a:buClr>
                        <a:buSzPts val="1600"/>
                        <a:buFont typeface="Arial"/>
                        <a:buNone/>
                      </a:pPr>
                      <a:r>
                        <a:rPr lang="en-IN" sz="1600" u="none" strike="noStrike" cap="none" dirty="0"/>
                        <a:t>Superior quality compared to WebEx</a:t>
                      </a:r>
                      <a:endParaRPr sz="1400" u="none" strike="noStrike" cap="none" dirty="0">
                        <a:solidFill>
                          <a:srgbClr val="000000"/>
                        </a:solidFill>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0"/>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marR="0" lvl="0" indent="-285750" algn="l" rtl="0">
              <a:lnSpc>
                <a:spcPct val="100000"/>
              </a:lnSpc>
              <a:spcBef>
                <a:spcPts val="480"/>
              </a:spcBef>
              <a:spcAft>
                <a:spcPts val="0"/>
              </a:spcAft>
              <a:buClr>
                <a:srgbClr val="101141"/>
              </a:buClr>
              <a:buSzPts val="2400"/>
              <a:buFont typeface="Arial"/>
              <a:buChar char="•"/>
            </a:pPr>
            <a:r>
              <a:rPr lang="en-IN"/>
              <a:t>Talk to potential customers to assess the opportunity</a:t>
            </a:r>
            <a:endParaRPr sz="1400"/>
          </a:p>
          <a:p>
            <a:pPr marL="914400" lvl="1" indent="-330200" algn="l" rtl="0">
              <a:lnSpc>
                <a:spcPct val="100000"/>
              </a:lnSpc>
              <a:spcBef>
                <a:spcPts val="320"/>
              </a:spcBef>
              <a:spcAft>
                <a:spcPts val="0"/>
              </a:spcAft>
              <a:buSzPts val="1600"/>
              <a:buChar char="–"/>
            </a:pPr>
            <a:r>
              <a:rPr lang="en-IN" i="1"/>
              <a:t>This is one of the most powerful and important skills for any product manager and very often the source or inspiration for many breakthrough product ideas.</a:t>
            </a:r>
            <a:endParaRPr sz="1200"/>
          </a:p>
          <a:p>
            <a:pPr marL="514350" marR="0" lvl="0" indent="-133350" algn="l" rtl="0">
              <a:lnSpc>
                <a:spcPct val="100000"/>
              </a:lnSpc>
              <a:spcBef>
                <a:spcPts val="480"/>
              </a:spcBef>
              <a:spcAft>
                <a:spcPts val="0"/>
              </a:spcAft>
              <a:buClr>
                <a:srgbClr val="101141"/>
              </a:buClr>
              <a:buSzPts val="2400"/>
              <a:buFont typeface="Arial"/>
              <a:buNone/>
            </a:pPr>
            <a:endParaRPr/>
          </a:p>
          <a:p>
            <a:pPr marL="514350" marR="0" lvl="0" indent="-285750" algn="l" rtl="0">
              <a:lnSpc>
                <a:spcPct val="100000"/>
              </a:lnSpc>
              <a:spcBef>
                <a:spcPts val="480"/>
              </a:spcBef>
              <a:spcAft>
                <a:spcPts val="0"/>
              </a:spcAft>
              <a:buClr>
                <a:srgbClr val="101141"/>
              </a:buClr>
              <a:buSzPts val="2400"/>
              <a:buFont typeface="Arial"/>
              <a:buChar char="•"/>
            </a:pPr>
            <a:r>
              <a:rPr lang="en-IN"/>
              <a:t>Through interview, understand </a:t>
            </a:r>
            <a:endParaRPr sz="1400"/>
          </a:p>
          <a:p>
            <a:pPr marL="914400" lvl="1" indent="-330200" algn="l" rtl="0">
              <a:lnSpc>
                <a:spcPct val="100000"/>
              </a:lnSpc>
              <a:spcBef>
                <a:spcPts val="320"/>
              </a:spcBef>
              <a:spcAft>
                <a:spcPts val="0"/>
              </a:spcAft>
              <a:buSzPts val="1600"/>
              <a:buChar char="–"/>
            </a:pPr>
            <a:r>
              <a:rPr lang="en-IN"/>
              <a:t>Are your customers who you think they are?</a:t>
            </a:r>
            <a:endParaRPr sz="1400"/>
          </a:p>
          <a:p>
            <a:pPr marL="914400" lvl="1" indent="-330200" algn="l" rtl="0">
              <a:lnSpc>
                <a:spcPct val="100000"/>
              </a:lnSpc>
              <a:spcBef>
                <a:spcPts val="320"/>
              </a:spcBef>
              <a:spcAft>
                <a:spcPts val="0"/>
              </a:spcAft>
              <a:buSzPts val="1600"/>
              <a:buChar char="–"/>
            </a:pPr>
            <a:r>
              <a:rPr lang="en-IN"/>
              <a:t>Do they really have the problems you think they have?</a:t>
            </a:r>
            <a:endParaRPr sz="1400"/>
          </a:p>
          <a:p>
            <a:pPr marL="914400" lvl="1" indent="-330200" algn="l" rtl="0">
              <a:lnSpc>
                <a:spcPct val="100000"/>
              </a:lnSpc>
              <a:spcBef>
                <a:spcPts val="320"/>
              </a:spcBef>
              <a:spcAft>
                <a:spcPts val="0"/>
              </a:spcAft>
              <a:buSzPts val="1600"/>
              <a:buChar char="–"/>
            </a:pPr>
            <a:r>
              <a:rPr lang="en-IN"/>
              <a:t>How does the customer solve this problem today?</a:t>
            </a:r>
            <a:endParaRPr sz="1400"/>
          </a:p>
          <a:p>
            <a:pPr marL="914400" lvl="1" indent="-330200" algn="l" rtl="0">
              <a:lnSpc>
                <a:spcPct val="100000"/>
              </a:lnSpc>
              <a:spcBef>
                <a:spcPts val="320"/>
              </a:spcBef>
              <a:spcAft>
                <a:spcPts val="0"/>
              </a:spcAft>
              <a:buSzPts val="1600"/>
              <a:buChar char="–"/>
            </a:pPr>
            <a:r>
              <a:rPr lang="en-IN"/>
              <a:t>What would be required for them to switch?</a:t>
            </a:r>
            <a:endParaRPr sz="1400"/>
          </a:p>
          <a:p>
            <a:pPr marL="514350" marR="0" lvl="0" indent="-133350" algn="l" rtl="0">
              <a:lnSpc>
                <a:spcPct val="100000"/>
              </a:lnSpc>
              <a:spcBef>
                <a:spcPts val="480"/>
              </a:spcBef>
              <a:spcAft>
                <a:spcPts val="0"/>
              </a:spcAft>
              <a:buClr>
                <a:srgbClr val="101141"/>
              </a:buClr>
              <a:buSzPts val="2400"/>
              <a:buFont typeface="Arial"/>
              <a:buNone/>
            </a:pPr>
            <a:endParaRPr/>
          </a:p>
        </p:txBody>
      </p:sp>
      <p:sp>
        <p:nvSpPr>
          <p:cNvPr id="75" name="Google Shape;75;p1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Assess value of the product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1"/>
          <p:cNvSpPr txBox="1">
            <a:spLocks noGrp="1"/>
          </p:cNvSpPr>
          <p:nvPr>
            <p:ph type="body" idx="1"/>
          </p:nvPr>
        </p:nvSpPr>
        <p:spPr>
          <a:xfrm>
            <a:off x="304800" y="1493837"/>
            <a:ext cx="8229600" cy="662509"/>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480"/>
              </a:spcBef>
              <a:spcAft>
                <a:spcPts val="0"/>
              </a:spcAft>
              <a:buSzPts val="2400"/>
              <a:buNone/>
            </a:pPr>
            <a:r>
              <a:rPr lang="en-IN"/>
              <a:t> ‘Mom Test’: How to ask the right questions to assess a product idea?</a:t>
            </a:r>
            <a:endParaRPr/>
          </a:p>
        </p:txBody>
      </p:sp>
      <p:sp>
        <p:nvSpPr>
          <p:cNvPr id="81" name="Google Shape;81;p1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Interview customer: Example</a:t>
            </a:r>
            <a:endParaRPr/>
          </a:p>
        </p:txBody>
      </p:sp>
      <p:pic>
        <p:nvPicPr>
          <p:cNvPr id="83" name="Google Shape;83;p11"/>
          <p:cNvPicPr preferRelativeResize="0"/>
          <p:nvPr/>
        </p:nvPicPr>
        <p:blipFill rotWithShape="1">
          <a:blip r:embed="rId3">
            <a:alphaModFix/>
          </a:blip>
          <a:srcRect/>
          <a:stretch/>
        </p:blipFill>
        <p:spPr>
          <a:xfrm>
            <a:off x="6545858" y="2622559"/>
            <a:ext cx="1714500" cy="2676525"/>
          </a:xfrm>
          <a:prstGeom prst="rect">
            <a:avLst/>
          </a:prstGeom>
          <a:noFill/>
          <a:ln>
            <a:noFill/>
          </a:ln>
        </p:spPr>
      </p:pic>
      <p:sp>
        <p:nvSpPr>
          <p:cNvPr id="84" name="Google Shape;84;p11"/>
          <p:cNvSpPr txBox="1"/>
          <p:nvPr/>
        </p:nvSpPr>
        <p:spPr>
          <a:xfrm>
            <a:off x="532784" y="4246232"/>
            <a:ext cx="5384800" cy="2105705"/>
          </a:xfrm>
          <a:prstGeom prst="rect">
            <a:avLst/>
          </a:prstGeom>
          <a:noFill/>
          <a:ln>
            <a:noFill/>
          </a:ln>
        </p:spPr>
        <p:txBody>
          <a:bodyPr spcFirstLastPara="1" wrap="square" lIns="91425" tIns="45700" rIns="91425" bIns="45700" anchor="t" anchorCtr="0">
            <a:noAutofit/>
          </a:bodyPr>
          <a:lstStyle/>
          <a:p>
            <a:pPr marL="228600" marR="0" lvl="0" indent="0" algn="l" rtl="0">
              <a:lnSpc>
                <a:spcPct val="100000"/>
              </a:lnSpc>
              <a:spcBef>
                <a:spcPts val="480"/>
              </a:spcBef>
              <a:spcAft>
                <a:spcPts val="0"/>
              </a:spcAft>
              <a:buClr>
                <a:srgbClr val="101141"/>
              </a:buClr>
              <a:buSzPts val="2400"/>
              <a:buFont typeface="Arial"/>
              <a:buNone/>
            </a:pPr>
            <a:endParaRPr sz="1400" b="0" i="0" u="none" strike="noStrike" cap="none">
              <a:solidFill>
                <a:schemeClr val="dk1"/>
              </a:solidFill>
              <a:latin typeface="Arial"/>
              <a:ea typeface="Arial"/>
              <a:cs typeface="Arial"/>
              <a:sym typeface="Arial"/>
            </a:endParaRPr>
          </a:p>
        </p:txBody>
      </p:sp>
      <p:graphicFrame>
        <p:nvGraphicFramePr>
          <p:cNvPr id="2" name="Object 1">
            <a:extLst>
              <a:ext uri="{FF2B5EF4-FFF2-40B4-BE49-F238E27FC236}">
                <a16:creationId xmlns:a16="http://schemas.microsoft.com/office/drawing/2014/main" id="{0C0AC714-C460-3902-47CB-FD9F318900AD}"/>
              </a:ext>
            </a:extLst>
          </p:cNvPr>
          <p:cNvGraphicFramePr>
            <a:graphicFrameLocks noChangeAspect="1"/>
          </p:cNvGraphicFramePr>
          <p:nvPr>
            <p:extLst>
              <p:ext uri="{D42A27DB-BD31-4B8C-83A1-F6EECF244321}">
                <p14:modId xmlns:p14="http://schemas.microsoft.com/office/powerpoint/2010/main" val="3849319021"/>
              </p:ext>
            </p:extLst>
          </p:nvPr>
        </p:nvGraphicFramePr>
        <p:xfrm>
          <a:off x="3225184" y="2975485"/>
          <a:ext cx="1506071" cy="1270747"/>
        </p:xfrm>
        <a:graphic>
          <a:graphicData uri="http://schemas.openxmlformats.org/presentationml/2006/ole">
            <mc:AlternateContent xmlns:mc="http://schemas.openxmlformats.org/markup-compatibility/2006">
              <mc:Choice xmlns:v="urn:schemas-microsoft-com:vml" Requires="v">
                <p:oleObj name="Acrobat Document" showAsIcon="1" r:id="rId4" imgW="914400" imgH="771480" progId="Acrobat.Document.DC">
                  <p:embed/>
                </p:oleObj>
              </mc:Choice>
              <mc:Fallback>
                <p:oleObj name="Acrobat Document" showAsIcon="1" r:id="rId4" imgW="914400" imgH="771480" progId="Acrobat.Document.DC">
                  <p:embed/>
                  <p:pic>
                    <p:nvPicPr>
                      <p:cNvPr id="2" name="Object 1">
                        <a:extLst>
                          <a:ext uri="{FF2B5EF4-FFF2-40B4-BE49-F238E27FC236}">
                            <a16:creationId xmlns:a16="http://schemas.microsoft.com/office/drawing/2014/main" id="{0C0AC714-C460-3902-47CB-FD9F318900AD}"/>
                          </a:ext>
                        </a:extLst>
                      </p:cNvPr>
                      <p:cNvPicPr/>
                      <p:nvPr/>
                    </p:nvPicPr>
                    <p:blipFill>
                      <a:blip r:embed="rId5"/>
                      <a:stretch>
                        <a:fillRect/>
                      </a:stretch>
                    </p:blipFill>
                    <p:spPr>
                      <a:xfrm>
                        <a:off x="3225184" y="2975485"/>
                        <a:ext cx="1506071" cy="1270747"/>
                      </a:xfrm>
                      <a:prstGeom prst="rect">
                        <a:avLst/>
                      </a:prstGeom>
                    </p:spPr>
                  </p:pic>
                </p:oleObj>
              </mc:Fallback>
            </mc:AlternateContent>
          </a:graphicData>
        </a:graphic>
      </p:graphicFrame>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D1F6D138-1BB6-D369-7183-A0A42AB6B573}"/>
                  </a:ext>
                </a:extLst>
              </p14:cNvPr>
              <p14:cNvContentPartPr/>
              <p14:nvPr/>
            </p14:nvContentPartPr>
            <p14:xfrm>
              <a:off x="623160" y="4161600"/>
              <a:ext cx="4851720" cy="1645560"/>
            </p14:xfrm>
          </p:contentPart>
        </mc:Choice>
        <mc:Fallback>
          <p:pic>
            <p:nvPicPr>
              <p:cNvPr id="6" name="Ink 5">
                <a:extLst>
                  <a:ext uri="{FF2B5EF4-FFF2-40B4-BE49-F238E27FC236}">
                    <a16:creationId xmlns:a16="http://schemas.microsoft.com/office/drawing/2014/main" id="{D1F6D138-1BB6-D369-7183-A0A42AB6B573}"/>
                  </a:ext>
                </a:extLst>
              </p:cNvPr>
              <p:cNvPicPr/>
              <p:nvPr/>
            </p:nvPicPr>
            <p:blipFill>
              <a:blip r:embed="rId7"/>
              <a:stretch>
                <a:fillRect/>
              </a:stretch>
            </p:blipFill>
            <p:spPr>
              <a:xfrm>
                <a:off x="606960" y="4145400"/>
                <a:ext cx="4884120" cy="16779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480"/>
              </a:spcBef>
              <a:spcAft>
                <a:spcPts val="0"/>
              </a:spcAft>
              <a:buSzPts val="2400"/>
              <a:buNone/>
            </a:pPr>
            <a:r>
              <a:rPr lang="en-IN"/>
              <a:t>What wrong questions were asked?</a:t>
            </a:r>
            <a:endParaRPr/>
          </a:p>
          <a:p>
            <a:pPr marL="514350" marR="0" lvl="0" indent="-133350" algn="l" rtl="0">
              <a:lnSpc>
                <a:spcPct val="100000"/>
              </a:lnSpc>
              <a:spcBef>
                <a:spcPts val="480"/>
              </a:spcBef>
              <a:spcAft>
                <a:spcPts val="0"/>
              </a:spcAft>
              <a:buClr>
                <a:srgbClr val="101141"/>
              </a:buClr>
              <a:buSzPts val="2400"/>
              <a:buFont typeface="Arial"/>
              <a:buNone/>
            </a:pPr>
            <a:endParaRPr/>
          </a:p>
          <a:p>
            <a:pPr marL="514350" marR="0" lvl="0" indent="-285750" algn="l" rtl="0">
              <a:lnSpc>
                <a:spcPct val="100000"/>
              </a:lnSpc>
              <a:spcBef>
                <a:spcPts val="480"/>
              </a:spcBef>
              <a:spcAft>
                <a:spcPts val="0"/>
              </a:spcAft>
              <a:buClr>
                <a:srgbClr val="101141"/>
              </a:buClr>
              <a:buSzPts val="2400"/>
              <a:buFont typeface="Arial"/>
              <a:buChar char="•"/>
            </a:pPr>
            <a:r>
              <a:rPr lang="en-IN"/>
              <a:t>Asking close ended question “You like your iPad right?” instead of “How often do you use the iPad?” or “What do you use your iPad for?”</a:t>
            </a:r>
            <a:endParaRPr/>
          </a:p>
          <a:p>
            <a:pPr marL="514350" marR="0" lvl="0" indent="-133350" algn="l" rtl="0">
              <a:lnSpc>
                <a:spcPct val="100000"/>
              </a:lnSpc>
              <a:spcBef>
                <a:spcPts val="480"/>
              </a:spcBef>
              <a:spcAft>
                <a:spcPts val="0"/>
              </a:spcAft>
              <a:buClr>
                <a:srgbClr val="101141"/>
              </a:buClr>
              <a:buSzPts val="2400"/>
              <a:buFont typeface="Arial"/>
              <a:buNone/>
            </a:pPr>
            <a:endParaRPr/>
          </a:p>
          <a:p>
            <a:pPr marL="514350" marR="0" lvl="0" indent="-285750" algn="l" rtl="0">
              <a:lnSpc>
                <a:spcPct val="100000"/>
              </a:lnSpc>
              <a:spcBef>
                <a:spcPts val="480"/>
              </a:spcBef>
              <a:spcAft>
                <a:spcPts val="0"/>
              </a:spcAft>
              <a:buClr>
                <a:srgbClr val="101141"/>
              </a:buClr>
              <a:buSzPts val="2400"/>
              <a:buFont typeface="Arial"/>
              <a:buChar char="•"/>
            </a:pPr>
            <a:r>
              <a:rPr lang="en-IN"/>
              <a:t>Asking whether you will buy the product without first explaining the product:  “”Would you ever buy an app which was like a cookbook for your iPad?”</a:t>
            </a:r>
            <a:endParaRPr/>
          </a:p>
          <a:p>
            <a:pPr marL="514350" marR="0" lvl="0" indent="-133350" algn="l" rtl="0">
              <a:lnSpc>
                <a:spcPct val="100000"/>
              </a:lnSpc>
              <a:spcBef>
                <a:spcPts val="480"/>
              </a:spcBef>
              <a:spcAft>
                <a:spcPts val="0"/>
              </a:spcAft>
              <a:buClr>
                <a:srgbClr val="101141"/>
              </a:buClr>
              <a:buSzPts val="2400"/>
              <a:buFont typeface="Arial"/>
              <a:buNone/>
            </a:pPr>
            <a:endParaRPr/>
          </a:p>
          <a:p>
            <a:pPr marL="514350" marR="0" lvl="0" indent="-285750" algn="l" rtl="0">
              <a:lnSpc>
                <a:spcPct val="100000"/>
              </a:lnSpc>
              <a:spcBef>
                <a:spcPts val="480"/>
              </a:spcBef>
              <a:spcAft>
                <a:spcPts val="0"/>
              </a:spcAft>
              <a:buClr>
                <a:srgbClr val="101141"/>
              </a:buClr>
              <a:buSzPts val="2400"/>
              <a:buFont typeface="Arial"/>
              <a:buChar char="•"/>
            </a:pPr>
            <a:r>
              <a:rPr lang="en-IN"/>
              <a:t>Telling the features without first trying to understand what features are needed “you can share recipes with your friends, and there’s an iPhone app which is your shopping list. And videos of that celebrity chef you love”. </a:t>
            </a:r>
            <a:endParaRPr/>
          </a:p>
          <a:p>
            <a:pPr marL="514350" marR="0" lvl="0" indent="-133350" algn="l" rtl="0">
              <a:lnSpc>
                <a:spcPct val="100000"/>
              </a:lnSpc>
              <a:spcBef>
                <a:spcPts val="480"/>
              </a:spcBef>
              <a:spcAft>
                <a:spcPts val="0"/>
              </a:spcAft>
              <a:buClr>
                <a:srgbClr val="101141"/>
              </a:buClr>
              <a:buSzPts val="2400"/>
              <a:buFont typeface="Arial"/>
              <a:buNone/>
            </a:pPr>
            <a:endParaRPr/>
          </a:p>
        </p:txBody>
      </p:sp>
      <p:sp>
        <p:nvSpPr>
          <p:cNvPr id="90" name="Google Shape;90;p1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Mom Test: Part 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3"/>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IN" dirty="0"/>
              <a:t>Did Mom have a need for recipe book on iPad?</a:t>
            </a:r>
            <a:endParaRPr dirty="0"/>
          </a:p>
          <a:p>
            <a:pPr marL="0" lvl="0" indent="0" algn="l" rtl="0">
              <a:lnSpc>
                <a:spcPct val="100000"/>
              </a:lnSpc>
              <a:spcBef>
                <a:spcPts val="480"/>
              </a:spcBef>
              <a:spcAft>
                <a:spcPts val="0"/>
              </a:spcAft>
              <a:buSzPts val="2400"/>
              <a:buNone/>
            </a:pPr>
            <a:r>
              <a:rPr lang="en-IN" dirty="0"/>
              <a:t>	Probably for healthy dishes</a:t>
            </a:r>
            <a:endParaRPr dirty="0"/>
          </a:p>
          <a:p>
            <a:pPr marL="0" lvl="0" indent="0" algn="l" rtl="0">
              <a:lnSpc>
                <a:spcPct val="100000"/>
              </a:lnSpc>
              <a:spcBef>
                <a:spcPts val="480"/>
              </a:spcBef>
              <a:spcAft>
                <a:spcPts val="0"/>
              </a:spcAft>
              <a:buSzPts val="2400"/>
              <a:buNone/>
            </a:pPr>
            <a:endParaRPr dirty="0"/>
          </a:p>
          <a:p>
            <a:pPr marL="0" lvl="0" indent="0" algn="l" rtl="0">
              <a:lnSpc>
                <a:spcPct val="100000"/>
              </a:lnSpc>
              <a:spcBef>
                <a:spcPts val="480"/>
              </a:spcBef>
              <a:spcAft>
                <a:spcPts val="0"/>
              </a:spcAft>
              <a:buSzPts val="2400"/>
              <a:buNone/>
            </a:pPr>
            <a:r>
              <a:rPr lang="en-IN" dirty="0"/>
              <a:t>What market segments could be/ were discovered from the conversation?</a:t>
            </a:r>
            <a:endParaRPr dirty="0"/>
          </a:p>
          <a:p>
            <a:pPr marL="0" lvl="0" indent="0" algn="l" rtl="0">
              <a:lnSpc>
                <a:spcPct val="100000"/>
              </a:lnSpc>
              <a:spcBef>
                <a:spcPts val="480"/>
              </a:spcBef>
              <a:spcAft>
                <a:spcPts val="0"/>
              </a:spcAft>
              <a:buSzPts val="2400"/>
              <a:buNone/>
            </a:pPr>
            <a:r>
              <a:rPr lang="en-IN" dirty="0"/>
              <a:t>	Young people</a:t>
            </a:r>
            <a:endParaRPr dirty="0"/>
          </a:p>
          <a:p>
            <a:pPr marL="0" lvl="0" indent="0" algn="l" rtl="0">
              <a:lnSpc>
                <a:spcPct val="100000"/>
              </a:lnSpc>
              <a:spcBef>
                <a:spcPts val="480"/>
              </a:spcBef>
              <a:spcAft>
                <a:spcPts val="0"/>
              </a:spcAft>
              <a:buSzPts val="2400"/>
              <a:buNone/>
            </a:pPr>
            <a:endParaRPr dirty="0"/>
          </a:p>
          <a:p>
            <a:pPr marL="0" lvl="0" indent="0" algn="l" rtl="0">
              <a:lnSpc>
                <a:spcPct val="100000"/>
              </a:lnSpc>
              <a:spcBef>
                <a:spcPts val="480"/>
              </a:spcBef>
              <a:spcAft>
                <a:spcPts val="0"/>
              </a:spcAft>
              <a:buSzPts val="2400"/>
              <a:buNone/>
            </a:pPr>
            <a:r>
              <a:rPr lang="en-IN" dirty="0"/>
              <a:t>What kind of recipe books could be targeted to young people?</a:t>
            </a:r>
            <a:endParaRPr dirty="0"/>
          </a:p>
          <a:p>
            <a:pPr marL="857250" lvl="2" indent="0" algn="l" rtl="0">
              <a:lnSpc>
                <a:spcPct val="100000"/>
              </a:lnSpc>
              <a:spcBef>
                <a:spcPts val="360"/>
              </a:spcBef>
              <a:spcAft>
                <a:spcPts val="0"/>
              </a:spcAft>
              <a:buSzPts val="1800"/>
              <a:buNone/>
            </a:pPr>
            <a:r>
              <a:rPr lang="en-IN" dirty="0"/>
              <a:t>Basic dishes</a:t>
            </a:r>
            <a:endParaRPr dirty="0"/>
          </a:p>
          <a:p>
            <a:pPr marL="0" lvl="0" indent="0" algn="l" rtl="0">
              <a:lnSpc>
                <a:spcPct val="100000"/>
              </a:lnSpc>
              <a:spcBef>
                <a:spcPts val="480"/>
              </a:spcBef>
              <a:spcAft>
                <a:spcPts val="0"/>
              </a:spcAft>
              <a:buSzPts val="2400"/>
              <a:buNone/>
            </a:pPr>
            <a:endParaRPr dirty="0"/>
          </a:p>
          <a:p>
            <a:pPr marL="0" lvl="0" indent="0" algn="l" rtl="0">
              <a:lnSpc>
                <a:spcPct val="100000"/>
              </a:lnSpc>
              <a:spcBef>
                <a:spcPts val="480"/>
              </a:spcBef>
              <a:spcAft>
                <a:spcPts val="0"/>
              </a:spcAft>
              <a:buSzPts val="2400"/>
              <a:buNone/>
            </a:pPr>
            <a:r>
              <a:rPr lang="en-IN" dirty="0"/>
              <a:t>What is good about this question: “What’s the last cookbook you did buy for yourself?”</a:t>
            </a:r>
            <a:endParaRPr dirty="0"/>
          </a:p>
        </p:txBody>
      </p:sp>
      <p:sp>
        <p:nvSpPr>
          <p:cNvPr id="96" name="Google Shape;96;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Mom test: Part 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marR="0" lvl="0" indent="-285750" algn="l" rtl="0">
              <a:lnSpc>
                <a:spcPct val="100000"/>
              </a:lnSpc>
              <a:spcBef>
                <a:spcPts val="480"/>
              </a:spcBef>
              <a:spcAft>
                <a:spcPts val="0"/>
              </a:spcAft>
              <a:buClr>
                <a:srgbClr val="101141"/>
              </a:buClr>
              <a:buSzPts val="2400"/>
              <a:buFont typeface="Arial"/>
              <a:buChar char="•"/>
            </a:pPr>
            <a:r>
              <a:rPr lang="en-IN"/>
              <a:t>Go with intention to learn – Ask about their work, how they do it</a:t>
            </a:r>
            <a:endParaRPr sz="1400"/>
          </a:p>
          <a:p>
            <a:pPr marL="514350" marR="0" lvl="0" indent="-285750" algn="l" rtl="0">
              <a:lnSpc>
                <a:spcPct val="100000"/>
              </a:lnSpc>
              <a:spcBef>
                <a:spcPts val="480"/>
              </a:spcBef>
              <a:spcAft>
                <a:spcPts val="0"/>
              </a:spcAft>
              <a:buClr>
                <a:srgbClr val="101141"/>
              </a:buClr>
              <a:buSzPts val="2400"/>
              <a:buFont typeface="Arial"/>
              <a:buChar char="•"/>
            </a:pPr>
            <a:r>
              <a:rPr lang="en-IN"/>
              <a:t>Meet customer in their location – This will make them comfortable</a:t>
            </a:r>
            <a:endParaRPr sz="1400"/>
          </a:p>
          <a:p>
            <a:pPr marL="514350" marR="0" lvl="0" indent="-285750" algn="l" rtl="0">
              <a:lnSpc>
                <a:spcPct val="100000"/>
              </a:lnSpc>
              <a:spcBef>
                <a:spcPts val="480"/>
              </a:spcBef>
              <a:spcAft>
                <a:spcPts val="0"/>
              </a:spcAft>
              <a:buClr>
                <a:srgbClr val="101141"/>
              </a:buClr>
              <a:buSzPts val="2400"/>
              <a:buFont typeface="Arial"/>
              <a:buChar char="•"/>
            </a:pPr>
            <a:r>
              <a:rPr lang="en-IN"/>
              <a:t>Go with Product manager, UX designer and engineer – to brainstorm later</a:t>
            </a:r>
            <a:endParaRPr sz="1400"/>
          </a:p>
          <a:p>
            <a:pPr marL="514350" marR="0" lvl="0" indent="-285750" algn="l" rtl="0">
              <a:lnSpc>
                <a:spcPct val="100000"/>
              </a:lnSpc>
              <a:spcBef>
                <a:spcPts val="480"/>
              </a:spcBef>
              <a:spcAft>
                <a:spcPts val="0"/>
              </a:spcAft>
              <a:buClr>
                <a:srgbClr val="101141"/>
              </a:buClr>
              <a:buSzPts val="2400"/>
              <a:buFont typeface="Arial"/>
              <a:buChar char="•"/>
            </a:pPr>
            <a:r>
              <a:rPr lang="en-IN"/>
              <a:t>Do the customer's job for them, to understand the problem</a:t>
            </a:r>
            <a:endParaRPr sz="1400"/>
          </a:p>
          <a:p>
            <a:pPr marL="514350" marR="0" lvl="0" indent="-133350" algn="l" rtl="0">
              <a:lnSpc>
                <a:spcPct val="100000"/>
              </a:lnSpc>
              <a:spcBef>
                <a:spcPts val="480"/>
              </a:spcBef>
              <a:spcAft>
                <a:spcPts val="0"/>
              </a:spcAft>
              <a:buClr>
                <a:srgbClr val="101141"/>
              </a:buClr>
              <a:buSzPts val="2400"/>
              <a:buFont typeface="Arial"/>
              <a:buNone/>
            </a:pPr>
            <a:endParaRPr/>
          </a:p>
        </p:txBody>
      </p:sp>
      <p:sp>
        <p:nvSpPr>
          <p:cNvPr id="102" name="Google Shape;102;p1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Tips for customer interview</a:t>
            </a:r>
            <a:endParaRPr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5"/>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marR="0" lvl="0" indent="-285750" algn="l" rtl="0">
              <a:lnSpc>
                <a:spcPct val="100000"/>
              </a:lnSpc>
              <a:spcBef>
                <a:spcPts val="480"/>
              </a:spcBef>
              <a:spcAft>
                <a:spcPts val="0"/>
              </a:spcAft>
              <a:buClr>
                <a:srgbClr val="101141"/>
              </a:buClr>
              <a:buSzPts val="2400"/>
              <a:buFont typeface="Arial"/>
              <a:buChar char="•"/>
            </a:pPr>
            <a:r>
              <a:rPr lang="en-IN"/>
              <a:t>Do consumers have the problem you are trying to solve? – Is our hypothesis true?</a:t>
            </a:r>
            <a:endParaRPr/>
          </a:p>
          <a:p>
            <a:pPr marL="514350" marR="0" lvl="0" indent="-285750" algn="l" rtl="0">
              <a:lnSpc>
                <a:spcPct val="100000"/>
              </a:lnSpc>
              <a:spcBef>
                <a:spcPts val="480"/>
              </a:spcBef>
              <a:spcAft>
                <a:spcPts val="0"/>
              </a:spcAft>
              <a:buClr>
                <a:srgbClr val="101141"/>
              </a:buClr>
              <a:buSzPts val="2400"/>
              <a:buFont typeface="Arial"/>
              <a:buChar char="•"/>
            </a:pPr>
            <a:r>
              <a:rPr lang="en-IN"/>
              <a:t>If there was a solution, would they buy it? – Is the need compelling?</a:t>
            </a:r>
            <a:endParaRPr/>
          </a:p>
          <a:p>
            <a:pPr marL="514350" marR="0" lvl="0" indent="-285750" algn="l" rtl="0">
              <a:lnSpc>
                <a:spcPct val="100000"/>
              </a:lnSpc>
              <a:spcBef>
                <a:spcPts val="480"/>
              </a:spcBef>
              <a:spcAft>
                <a:spcPts val="0"/>
              </a:spcAft>
              <a:buClr>
                <a:srgbClr val="101141"/>
              </a:buClr>
              <a:buSzPts val="2400"/>
              <a:buFont typeface="Arial"/>
              <a:buChar char="•"/>
            </a:pPr>
            <a:r>
              <a:rPr lang="en-IN"/>
              <a:t>Would they buy it from us? - Are we better than competition?</a:t>
            </a:r>
            <a:endParaRPr/>
          </a:p>
          <a:p>
            <a:pPr marL="514350" marR="0" lvl="0" indent="-133350" algn="l" rtl="0">
              <a:lnSpc>
                <a:spcPct val="100000"/>
              </a:lnSpc>
              <a:spcBef>
                <a:spcPts val="480"/>
              </a:spcBef>
              <a:spcAft>
                <a:spcPts val="0"/>
              </a:spcAft>
              <a:buClr>
                <a:srgbClr val="101141"/>
              </a:buClr>
              <a:buSzPts val="2400"/>
              <a:buFont typeface="Arial"/>
              <a:buNone/>
            </a:pPr>
            <a:endParaRPr/>
          </a:p>
        </p:txBody>
      </p:sp>
      <p:sp>
        <p:nvSpPr>
          <p:cNvPr id="108" name="Google Shape;108;p15"/>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sz="2800"/>
              <a:t>Insight to be gathered during opportunity assessment:</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marR="0" lvl="0" indent="-285750" algn="l" rtl="0">
              <a:lnSpc>
                <a:spcPct val="100000"/>
              </a:lnSpc>
              <a:spcBef>
                <a:spcPts val="480"/>
              </a:spcBef>
              <a:spcAft>
                <a:spcPts val="0"/>
              </a:spcAft>
              <a:buClr>
                <a:srgbClr val="101141"/>
              </a:buClr>
              <a:buSzPts val="2400"/>
              <a:buFont typeface="Arial"/>
              <a:buChar char="•"/>
            </a:pPr>
            <a:r>
              <a:rPr lang="en-IN" dirty="0"/>
              <a:t>Identify 6 customers who truly feel the pain and are near desperate for the solution we plan to build, who are willing to test the product and buy it once ready and willing to be referenced. </a:t>
            </a:r>
            <a:endParaRPr dirty="0"/>
          </a:p>
          <a:p>
            <a:pPr marL="514350" marR="0" lvl="0" indent="-285750" algn="l" rtl="0">
              <a:lnSpc>
                <a:spcPct val="100000"/>
              </a:lnSpc>
              <a:spcBef>
                <a:spcPts val="480"/>
              </a:spcBef>
              <a:spcAft>
                <a:spcPts val="0"/>
              </a:spcAft>
              <a:buClr>
                <a:srgbClr val="101141"/>
              </a:buClr>
              <a:buSzPts val="2400"/>
              <a:buFont typeface="Arial"/>
              <a:buChar char="•"/>
            </a:pPr>
            <a:r>
              <a:rPr lang="en-IN" dirty="0"/>
              <a:t>If you are unable to find even 4 or 5, then we are probably chasing a problem that is not very important. </a:t>
            </a:r>
            <a:endParaRPr dirty="0"/>
          </a:p>
          <a:p>
            <a:pPr marL="514350" marR="0" lvl="0" indent="-133350" algn="l" rtl="0">
              <a:lnSpc>
                <a:spcPct val="100000"/>
              </a:lnSpc>
              <a:spcBef>
                <a:spcPts val="480"/>
              </a:spcBef>
              <a:spcAft>
                <a:spcPts val="0"/>
              </a:spcAft>
              <a:buClr>
                <a:srgbClr val="101141"/>
              </a:buClr>
              <a:buSzPts val="2400"/>
              <a:buFont typeface="Arial"/>
              <a:buNone/>
            </a:pPr>
            <a:endParaRPr dirty="0"/>
          </a:p>
          <a:p>
            <a:pPr marL="514350" marR="0" lvl="0" indent="-285750" algn="l" rtl="0">
              <a:lnSpc>
                <a:spcPct val="100000"/>
              </a:lnSpc>
              <a:spcBef>
                <a:spcPts val="480"/>
              </a:spcBef>
              <a:spcAft>
                <a:spcPts val="0"/>
              </a:spcAft>
              <a:buClr>
                <a:srgbClr val="101141"/>
              </a:buClr>
              <a:buSzPts val="2400"/>
              <a:buFont typeface="Arial"/>
              <a:buChar char="•"/>
            </a:pPr>
            <a:r>
              <a:rPr lang="en-IN" dirty="0"/>
              <a:t>It is important to explain that you are trying to build a product useful to many customers and not a custom solution. </a:t>
            </a:r>
            <a:endParaRPr dirty="0"/>
          </a:p>
          <a:p>
            <a:pPr marL="514350" marR="0" lvl="0" indent="-285750" algn="l" rtl="0">
              <a:lnSpc>
                <a:spcPct val="100000"/>
              </a:lnSpc>
              <a:spcBef>
                <a:spcPts val="480"/>
              </a:spcBef>
              <a:spcAft>
                <a:spcPts val="0"/>
              </a:spcAft>
              <a:buClr>
                <a:srgbClr val="101141"/>
              </a:buClr>
              <a:buSzPts val="2400"/>
              <a:buFont typeface="Arial"/>
              <a:buChar char="•"/>
            </a:pPr>
            <a:r>
              <a:rPr lang="en-IN" dirty="0"/>
              <a:t>Explain that you will dive deep into the problem and build a single solution that works well for all 6 customers.</a:t>
            </a:r>
            <a:endParaRPr dirty="0"/>
          </a:p>
          <a:p>
            <a:pPr marL="514350" marR="0" lvl="0" indent="-133350" algn="l" rtl="0">
              <a:lnSpc>
                <a:spcPct val="100000"/>
              </a:lnSpc>
              <a:spcBef>
                <a:spcPts val="480"/>
              </a:spcBef>
              <a:spcAft>
                <a:spcPts val="0"/>
              </a:spcAft>
              <a:buClr>
                <a:srgbClr val="101141"/>
              </a:buClr>
              <a:buSzPts val="2400"/>
              <a:buFont typeface="Arial"/>
              <a:buNone/>
            </a:pPr>
            <a:endParaRPr dirty="0"/>
          </a:p>
        </p:txBody>
      </p:sp>
      <p:sp>
        <p:nvSpPr>
          <p:cNvPr id="114" name="Google Shape;114;p1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Also try to signup pilot customers, during this phase </a:t>
            </a:r>
            <a:endParaRPr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480"/>
              </a:spcBef>
              <a:spcAft>
                <a:spcPts val="0"/>
              </a:spcAft>
              <a:buSzPts val="2400"/>
              <a:buNone/>
            </a:pPr>
            <a:r>
              <a:rPr lang="en-IN"/>
              <a:t>Design a set of questions to validate the following product idea</a:t>
            </a:r>
            <a:endParaRPr/>
          </a:p>
          <a:p>
            <a:pPr marL="228600" lvl="0" indent="0" algn="l" rtl="0">
              <a:lnSpc>
                <a:spcPct val="100000"/>
              </a:lnSpc>
              <a:spcBef>
                <a:spcPts val="480"/>
              </a:spcBef>
              <a:spcAft>
                <a:spcPts val="0"/>
              </a:spcAft>
              <a:buSzPts val="2400"/>
              <a:buNone/>
            </a:pPr>
            <a:endParaRPr/>
          </a:p>
          <a:p>
            <a:pPr marL="571500" lvl="0" indent="-342900" algn="l" rtl="0">
              <a:lnSpc>
                <a:spcPct val="100000"/>
              </a:lnSpc>
              <a:spcBef>
                <a:spcPts val="480"/>
              </a:spcBef>
              <a:spcAft>
                <a:spcPts val="0"/>
              </a:spcAft>
              <a:buSzPts val="1800"/>
              <a:buFont typeface="Arial"/>
              <a:buAutoNum type="alphaLcParenR"/>
            </a:pPr>
            <a:r>
              <a:rPr lang="en-IN"/>
              <a:t>Website to enable a company to identify the right software product to purchase for a given business need (B2B product)</a:t>
            </a:r>
            <a:endParaRPr/>
          </a:p>
          <a:p>
            <a:pPr marL="971550" lvl="1" indent="-342900" algn="l" rtl="0">
              <a:lnSpc>
                <a:spcPct val="100000"/>
              </a:lnSpc>
              <a:spcBef>
                <a:spcPts val="320"/>
              </a:spcBef>
              <a:spcAft>
                <a:spcPts val="0"/>
              </a:spcAft>
              <a:buSzPts val="1800"/>
              <a:buChar char="–"/>
            </a:pPr>
            <a:r>
              <a:rPr lang="en-IN" sz="1800"/>
              <a:t>Pain point: There are many products in same category. Companies find it hard to pick a right product for their needs such as logistics, workflow, payroll, sales, customer service</a:t>
            </a:r>
            <a:endParaRPr/>
          </a:p>
          <a:p>
            <a:pPr marL="971550" lvl="1" indent="-342900" algn="l" rtl="0">
              <a:lnSpc>
                <a:spcPct val="100000"/>
              </a:lnSpc>
              <a:spcBef>
                <a:spcPts val="320"/>
              </a:spcBef>
              <a:spcAft>
                <a:spcPts val="0"/>
              </a:spcAft>
              <a:buSzPts val="1800"/>
              <a:buChar char="–"/>
            </a:pPr>
            <a:r>
              <a:rPr lang="en-IN" sz="1800"/>
              <a:t>Solution: </a:t>
            </a:r>
            <a:endParaRPr/>
          </a:p>
          <a:p>
            <a:pPr marL="1428750" lvl="2" indent="-342900" algn="l" rtl="0">
              <a:lnSpc>
                <a:spcPct val="100000"/>
              </a:lnSpc>
              <a:spcBef>
                <a:spcPts val="360"/>
              </a:spcBef>
              <a:spcAft>
                <a:spcPts val="0"/>
              </a:spcAft>
              <a:buSzPts val="1800"/>
              <a:buChar char="•"/>
            </a:pPr>
            <a:r>
              <a:rPr lang="en-IN"/>
              <a:t>Provide a directory of selected software products along with product details, product comparisons, business use cases they support, etc.</a:t>
            </a:r>
            <a:endParaRPr/>
          </a:p>
          <a:p>
            <a:pPr marL="1428750" lvl="2" indent="-342900" algn="l" rtl="0">
              <a:lnSpc>
                <a:spcPct val="100000"/>
              </a:lnSpc>
              <a:spcBef>
                <a:spcPts val="360"/>
              </a:spcBef>
              <a:spcAft>
                <a:spcPts val="0"/>
              </a:spcAft>
              <a:buSzPts val="1800"/>
              <a:buChar char="•"/>
            </a:pPr>
            <a:r>
              <a:rPr lang="en-IN"/>
              <a:t>Provide phone consultancy to help clients select the right product for their need</a:t>
            </a:r>
            <a:endParaRPr/>
          </a:p>
          <a:p>
            <a:pPr marL="514350" marR="0" lvl="0" indent="-133350" algn="l" rtl="0">
              <a:lnSpc>
                <a:spcPct val="100000"/>
              </a:lnSpc>
              <a:spcBef>
                <a:spcPts val="480"/>
              </a:spcBef>
              <a:spcAft>
                <a:spcPts val="0"/>
              </a:spcAft>
              <a:buClr>
                <a:srgbClr val="101141"/>
              </a:buClr>
              <a:buSzPts val="2400"/>
              <a:buFont typeface="Arial"/>
              <a:buNone/>
            </a:pPr>
            <a:endParaRPr/>
          </a:p>
        </p:txBody>
      </p:sp>
      <p:sp>
        <p:nvSpPr>
          <p:cNvPr id="138" name="Google Shape;138;p2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dirty="0"/>
              <a:t>Assess opportunity: Practice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00"/>
              </a:spcBef>
              <a:spcAft>
                <a:spcPts val="0"/>
              </a:spcAft>
              <a:buSzPts val="2000"/>
              <a:buFont typeface="Arial"/>
              <a:buChar char="•"/>
            </a:pPr>
            <a:r>
              <a:rPr lang="en-IN" dirty="0"/>
              <a:t>Once we have assessed an opportunity, it is good to put all our thoughts together on paper.</a:t>
            </a:r>
            <a:endParaRPr dirty="0"/>
          </a:p>
          <a:p>
            <a:pPr marL="571500" lvl="0" indent="-215900" algn="l" rtl="0">
              <a:lnSpc>
                <a:spcPct val="100000"/>
              </a:lnSpc>
              <a:spcBef>
                <a:spcPts val="400"/>
              </a:spcBef>
              <a:spcAft>
                <a:spcPts val="0"/>
              </a:spcAft>
              <a:buSzPts val="2000"/>
              <a:buFont typeface="Arial"/>
              <a:buNone/>
            </a:pPr>
            <a:endParaRPr dirty="0"/>
          </a:p>
          <a:p>
            <a:pPr marL="571500" lvl="0" indent="-342900" algn="l" rtl="0">
              <a:lnSpc>
                <a:spcPct val="100000"/>
              </a:lnSpc>
              <a:spcBef>
                <a:spcPts val="400"/>
              </a:spcBef>
              <a:spcAft>
                <a:spcPts val="0"/>
              </a:spcAft>
              <a:buSzPts val="2000"/>
              <a:buFont typeface="Arial"/>
              <a:buChar char="•"/>
            </a:pPr>
            <a:r>
              <a:rPr lang="en-IN" dirty="0"/>
              <a:t>A detailed business plan covering – problem,  solution. USP, market size, revenue generation, etc. needs to be created </a:t>
            </a:r>
            <a:endParaRPr dirty="0"/>
          </a:p>
          <a:p>
            <a:pPr marL="571500" lvl="0" indent="-215900" algn="l" rtl="0">
              <a:lnSpc>
                <a:spcPct val="100000"/>
              </a:lnSpc>
              <a:spcBef>
                <a:spcPts val="400"/>
              </a:spcBef>
              <a:spcAft>
                <a:spcPts val="0"/>
              </a:spcAft>
              <a:buSzPts val="2000"/>
              <a:buFont typeface="Arial"/>
              <a:buNone/>
            </a:pPr>
            <a:endParaRPr dirty="0"/>
          </a:p>
          <a:p>
            <a:pPr marL="571500" lvl="0" indent="-342900" algn="l" rtl="0">
              <a:lnSpc>
                <a:spcPct val="100000"/>
              </a:lnSpc>
              <a:spcBef>
                <a:spcPts val="400"/>
              </a:spcBef>
              <a:spcAft>
                <a:spcPts val="0"/>
              </a:spcAft>
              <a:buSzPts val="2000"/>
              <a:buFont typeface="Arial"/>
              <a:buChar char="•"/>
            </a:pPr>
            <a:r>
              <a:rPr lang="en-IN" dirty="0"/>
              <a:t>A simple 1-pager plan can be created for quick understanding</a:t>
            </a:r>
            <a:endParaRPr dirty="0"/>
          </a:p>
        </p:txBody>
      </p:sp>
      <p:sp>
        <p:nvSpPr>
          <p:cNvPr id="201" name="Google Shape;201;p2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IN" dirty="0"/>
              <a:t>Business Plan: Introduction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IN"/>
              <a:t>Business Model Canvas by Alexander Ostervald</a:t>
            </a:r>
            <a:endParaRPr/>
          </a:p>
        </p:txBody>
      </p:sp>
      <p:pic>
        <p:nvPicPr>
          <p:cNvPr id="207" name="Google Shape;207;p27" descr="image"/>
          <p:cNvPicPr preferRelativeResize="0"/>
          <p:nvPr/>
        </p:nvPicPr>
        <p:blipFill rotWithShape="1">
          <a:blip r:embed="rId3">
            <a:alphaModFix/>
          </a:blip>
          <a:srcRect/>
          <a:stretch/>
        </p:blipFill>
        <p:spPr>
          <a:xfrm>
            <a:off x="101600" y="1710645"/>
            <a:ext cx="8868229" cy="4356328"/>
          </a:xfrm>
          <a:prstGeom prst="rect">
            <a:avLst/>
          </a:prstGeom>
          <a:noFill/>
          <a:ln>
            <a:noFill/>
          </a:ln>
        </p:spPr>
      </p:pic>
      <p:sp>
        <p:nvSpPr>
          <p:cNvPr id="208" name="Google Shape;208;p27"/>
          <p:cNvSpPr/>
          <p:nvPr/>
        </p:nvSpPr>
        <p:spPr>
          <a:xfrm>
            <a:off x="279234" y="6177417"/>
            <a:ext cx="4187365" cy="33855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IN" sz="1600" b="0" i="0" u="sng" strike="noStrike" cap="none">
                <a:solidFill>
                  <a:schemeClr val="hlink"/>
                </a:solidFill>
                <a:latin typeface="Times New Roman"/>
                <a:ea typeface="Times New Roman"/>
                <a:cs typeface="Times New Roman"/>
                <a:sym typeface="Times New Roman"/>
                <a:hlinkClick r:id="rId4"/>
              </a:rPr>
              <a:t>Ref: www.businessmodelgeneration.com/canvas</a:t>
            </a:r>
            <a:endParaRPr sz="16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00"/>
              </a:spcBef>
              <a:spcAft>
                <a:spcPts val="0"/>
              </a:spcAft>
              <a:buSzPts val="2000"/>
              <a:buFont typeface="Arial"/>
              <a:buChar char="•"/>
            </a:pPr>
            <a:r>
              <a:rPr lang="en-IN" dirty="0"/>
              <a:t>However, when in the early stage, it may not be necessary to go so much into detail, because our product is not yet ready, it has not been validated and many things will change which will yield the model redundant / waste.</a:t>
            </a:r>
            <a:endParaRPr dirty="0"/>
          </a:p>
          <a:p>
            <a:pPr marL="571500" lvl="0" indent="-215900" algn="l" rtl="0">
              <a:lnSpc>
                <a:spcPct val="100000"/>
              </a:lnSpc>
              <a:spcBef>
                <a:spcPts val="400"/>
              </a:spcBef>
              <a:spcAft>
                <a:spcPts val="0"/>
              </a:spcAft>
              <a:buSzPts val="2000"/>
              <a:buFont typeface="Arial"/>
              <a:buNone/>
            </a:pPr>
            <a:endParaRPr dirty="0"/>
          </a:p>
          <a:p>
            <a:pPr marL="571500" lvl="0" indent="-342900" algn="l" rtl="0">
              <a:lnSpc>
                <a:spcPct val="100000"/>
              </a:lnSpc>
              <a:spcBef>
                <a:spcPts val="400"/>
              </a:spcBef>
              <a:spcAft>
                <a:spcPts val="0"/>
              </a:spcAft>
              <a:buSzPts val="2000"/>
              <a:buFont typeface="Arial"/>
              <a:buChar char="•"/>
            </a:pPr>
            <a:r>
              <a:rPr lang="en-IN" dirty="0"/>
              <a:t>Hence a simplified canvas called </a:t>
            </a:r>
            <a:r>
              <a:rPr lang="en-IN" dirty="0">
                <a:solidFill>
                  <a:srgbClr val="0000CC"/>
                </a:solidFill>
              </a:rPr>
              <a:t>Lean Canvas </a:t>
            </a:r>
            <a:r>
              <a:rPr lang="en-IN" dirty="0"/>
              <a:t>is recommended at this early stage. This was proposed by Ash Maurya. Helps get your idea(s) out from your head into a tangible format so that you can communicate that with others</a:t>
            </a:r>
            <a:endParaRPr dirty="0"/>
          </a:p>
          <a:p>
            <a:pPr marL="571500" lvl="0" indent="-215900" algn="l" rtl="0">
              <a:lnSpc>
                <a:spcPct val="100000"/>
              </a:lnSpc>
              <a:spcBef>
                <a:spcPts val="400"/>
              </a:spcBef>
              <a:spcAft>
                <a:spcPts val="0"/>
              </a:spcAft>
              <a:buSzPts val="2000"/>
              <a:buFont typeface="Arial"/>
              <a:buNone/>
            </a:pPr>
            <a:endParaRPr dirty="0"/>
          </a:p>
        </p:txBody>
      </p:sp>
      <p:sp>
        <p:nvSpPr>
          <p:cNvPr id="214" name="Google Shape;214;p2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IN"/>
              <a:t>Lean canvas – a simplified model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9"/>
          <p:cNvSpPr txBox="1">
            <a:spLocks noGrp="1"/>
          </p:cNvSpPr>
          <p:nvPr>
            <p:ph type="body" idx="2"/>
          </p:nvPr>
        </p:nvSpPr>
        <p:spPr>
          <a:xfrm>
            <a:off x="406400" y="200142"/>
            <a:ext cx="6324600" cy="931971"/>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IN"/>
              <a:t>Lean canvas</a:t>
            </a:r>
            <a:endParaRPr/>
          </a:p>
        </p:txBody>
      </p:sp>
      <p:pic>
        <p:nvPicPr>
          <p:cNvPr id="220" name="Google Shape;220;p29" descr="Image for post">
            <a:hlinkClick r:id="rId3"/>
          </p:cNvPr>
          <p:cNvPicPr preferRelativeResize="0"/>
          <p:nvPr/>
        </p:nvPicPr>
        <p:blipFill rotWithShape="1">
          <a:blip r:embed="rId4">
            <a:alphaModFix/>
          </a:blip>
          <a:srcRect/>
          <a:stretch/>
        </p:blipFill>
        <p:spPr>
          <a:xfrm>
            <a:off x="763190" y="1417854"/>
            <a:ext cx="7619998" cy="5268685"/>
          </a:xfrm>
          <a:prstGeom prst="rect">
            <a:avLst/>
          </a:prstGeom>
          <a:noFill/>
          <a:ln>
            <a:noFill/>
          </a:ln>
        </p:spPr>
      </p:pic>
      <p:sp>
        <p:nvSpPr>
          <p:cNvPr id="221" name="Google Shape;221;p29"/>
          <p:cNvSpPr/>
          <p:nvPr/>
        </p:nvSpPr>
        <p:spPr>
          <a:xfrm>
            <a:off x="0" y="6532651"/>
            <a:ext cx="1526380"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0" i="0" u="sng" strike="noStrike" cap="none">
                <a:solidFill>
                  <a:srgbClr val="0000FF"/>
                </a:solidFill>
                <a:latin typeface="Times New Roman"/>
                <a:ea typeface="Times New Roman"/>
                <a:cs typeface="Times New Roman"/>
                <a:sym typeface="Times New Roman"/>
              </a:rPr>
              <a:t>Ref </a:t>
            </a:r>
            <a:r>
              <a:rPr lang="en-IN" sz="1400" b="0" i="0" u="sng" strike="noStrike" cap="none">
                <a:solidFill>
                  <a:schemeClr val="hlink"/>
                </a:solidFill>
                <a:latin typeface="Times New Roman"/>
                <a:ea typeface="Times New Roman"/>
                <a:cs typeface="Times New Roman"/>
                <a:sym typeface="Times New Roman"/>
                <a:hlinkClick r:id="rId5"/>
              </a:rPr>
              <a:t>medium.com</a:t>
            </a:r>
            <a:r>
              <a:rPr lang="en-IN"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0"/>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00"/>
              </a:spcBef>
              <a:spcAft>
                <a:spcPts val="0"/>
              </a:spcAft>
              <a:buSzPts val="2000"/>
              <a:buFont typeface="Arial"/>
              <a:buChar char="•"/>
            </a:pPr>
            <a:r>
              <a:rPr lang="en-IN"/>
              <a:t>Channels can be email, social, CPC ads, blogs, articles, trade shows, radio &amp; TV, webinars etc.</a:t>
            </a:r>
            <a:endParaRPr/>
          </a:p>
          <a:p>
            <a:pPr marL="571500" lvl="0" indent="-215900" algn="l" rtl="0">
              <a:lnSpc>
                <a:spcPct val="100000"/>
              </a:lnSpc>
              <a:spcBef>
                <a:spcPts val="400"/>
              </a:spcBef>
              <a:spcAft>
                <a:spcPts val="0"/>
              </a:spcAft>
              <a:buSzPts val="2000"/>
              <a:buFont typeface="Arial"/>
              <a:buNone/>
            </a:pPr>
            <a:endParaRPr/>
          </a:p>
          <a:p>
            <a:pPr marL="571500" lvl="0" indent="-342900" algn="l" rtl="0">
              <a:lnSpc>
                <a:spcPct val="100000"/>
              </a:lnSpc>
              <a:spcBef>
                <a:spcPts val="400"/>
              </a:spcBef>
              <a:spcAft>
                <a:spcPts val="0"/>
              </a:spcAft>
              <a:buSzPts val="2000"/>
              <a:buFont typeface="Arial"/>
              <a:buChar char="•"/>
            </a:pPr>
            <a:r>
              <a:rPr lang="en-IN"/>
              <a:t>Metrics can be how many visited, how many signed up, what is the usage, how many continued using</a:t>
            </a:r>
            <a:endParaRPr/>
          </a:p>
          <a:p>
            <a:pPr marL="571500" lvl="0" indent="-215900" algn="l" rtl="0">
              <a:lnSpc>
                <a:spcPct val="100000"/>
              </a:lnSpc>
              <a:spcBef>
                <a:spcPts val="400"/>
              </a:spcBef>
              <a:spcAft>
                <a:spcPts val="0"/>
              </a:spcAft>
              <a:buSzPts val="2000"/>
              <a:buFont typeface="Arial"/>
              <a:buNone/>
            </a:pPr>
            <a:endParaRPr/>
          </a:p>
          <a:p>
            <a:pPr marL="571500" lvl="0" indent="-342900" algn="l" rtl="0">
              <a:lnSpc>
                <a:spcPct val="100000"/>
              </a:lnSpc>
              <a:spcBef>
                <a:spcPts val="400"/>
              </a:spcBef>
              <a:spcAft>
                <a:spcPts val="0"/>
              </a:spcAft>
              <a:buSzPts val="2000"/>
              <a:buFont typeface="Arial"/>
              <a:buChar char="•"/>
            </a:pPr>
            <a:r>
              <a:rPr lang="en-IN"/>
              <a:t>Unfair advantage can be insider information, a dream team, getting expert endorsements, existing customers etc</a:t>
            </a:r>
            <a:endParaRPr/>
          </a:p>
        </p:txBody>
      </p:sp>
      <p:sp>
        <p:nvSpPr>
          <p:cNvPr id="227" name="Google Shape;227;p3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IN"/>
              <a:t>Some explanations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3" name="Picture 2">
            <a:extLst>
              <a:ext uri="{FF2B5EF4-FFF2-40B4-BE49-F238E27FC236}">
                <a16:creationId xmlns:a16="http://schemas.microsoft.com/office/drawing/2014/main" id="{46AD65DA-73C0-1CAC-289A-9493F35816F7}"/>
              </a:ext>
            </a:extLst>
          </p:cNvPr>
          <p:cNvPicPr>
            <a:picLocks noChangeAspect="1"/>
          </p:cNvPicPr>
          <p:nvPr/>
        </p:nvPicPr>
        <p:blipFill>
          <a:blip r:embed="rId3"/>
          <a:stretch>
            <a:fillRect/>
          </a:stretch>
        </p:blipFill>
        <p:spPr>
          <a:xfrm>
            <a:off x="1594300" y="0"/>
            <a:ext cx="5955399"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3" name="Picture 2">
            <a:extLst>
              <a:ext uri="{FF2B5EF4-FFF2-40B4-BE49-F238E27FC236}">
                <a16:creationId xmlns:a16="http://schemas.microsoft.com/office/drawing/2014/main" id="{0A114B41-CD83-D5A7-4569-054662C88D73}"/>
              </a:ext>
            </a:extLst>
          </p:cNvPr>
          <p:cNvPicPr>
            <a:picLocks noChangeAspect="1"/>
          </p:cNvPicPr>
          <p:nvPr/>
        </p:nvPicPr>
        <p:blipFill>
          <a:blip r:embed="rId3"/>
          <a:stretch>
            <a:fillRect/>
          </a:stretch>
        </p:blipFill>
        <p:spPr>
          <a:xfrm>
            <a:off x="1606378" y="0"/>
            <a:ext cx="5931243" cy="6508376"/>
          </a:xfrm>
          <a:prstGeom prst="rect">
            <a:avLst/>
          </a:prstGeom>
        </p:spPr>
      </p:pic>
      <p:sp>
        <p:nvSpPr>
          <p:cNvPr id="4" name="Google Shape;254;p34">
            <a:extLst>
              <a:ext uri="{FF2B5EF4-FFF2-40B4-BE49-F238E27FC236}">
                <a16:creationId xmlns:a16="http://schemas.microsoft.com/office/drawing/2014/main" id="{A232F222-5F0B-054B-B61D-384BCE65406B}"/>
              </a:ext>
            </a:extLst>
          </p:cNvPr>
          <p:cNvSpPr/>
          <p:nvPr/>
        </p:nvSpPr>
        <p:spPr>
          <a:xfrm>
            <a:off x="661973" y="6508376"/>
            <a:ext cx="7652083" cy="34962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IN" sz="1200" b="0" i="0" u="sng" strike="noStrike" cap="none" dirty="0">
                <a:solidFill>
                  <a:schemeClr val="hlink"/>
                </a:solidFill>
                <a:latin typeface="Times New Roman"/>
                <a:ea typeface="Times New Roman"/>
                <a:cs typeface="Times New Roman"/>
                <a:sym typeface="Times New Roman"/>
                <a:hlinkClick r:id="rId4"/>
              </a:rPr>
              <a:t>https://railsware.com/blog/5-lean-canvas-examples/</a:t>
            </a:r>
            <a:endParaRPr sz="12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00"/>
              </a:spcBef>
              <a:spcAft>
                <a:spcPts val="0"/>
              </a:spcAft>
              <a:buSzPts val="2000"/>
              <a:buFont typeface="Arial"/>
              <a:buChar char="•"/>
            </a:pPr>
            <a:r>
              <a:rPr lang="en-US"/>
              <a:t>Once we have understood the need and we have assessed the need by interacting with customers &amp; users, we need to capture all the requirements / features / functionality</a:t>
            </a:r>
            <a:endParaRPr/>
          </a:p>
          <a:p>
            <a:pPr marL="571500" lvl="0" indent="-215900" algn="l" rtl="0">
              <a:lnSpc>
                <a:spcPct val="100000"/>
              </a:lnSpc>
              <a:spcBef>
                <a:spcPts val="400"/>
              </a:spcBef>
              <a:spcAft>
                <a:spcPts val="0"/>
              </a:spcAft>
              <a:buSzPts val="2000"/>
              <a:buFont typeface="Arial"/>
              <a:buNone/>
            </a:pPr>
            <a:endParaRPr/>
          </a:p>
          <a:p>
            <a:pPr marL="571500" lvl="0" indent="-342900" algn="l" rtl="0">
              <a:lnSpc>
                <a:spcPct val="100000"/>
              </a:lnSpc>
              <a:spcBef>
                <a:spcPts val="400"/>
              </a:spcBef>
              <a:spcAft>
                <a:spcPts val="0"/>
              </a:spcAft>
              <a:buSzPts val="2000"/>
              <a:buFont typeface="Arial"/>
              <a:buChar char="•"/>
            </a:pPr>
            <a:r>
              <a:rPr lang="en-US">
                <a:solidFill>
                  <a:srgbClr val="0033CC"/>
                </a:solidFill>
              </a:rPr>
              <a:t>Story map </a:t>
            </a:r>
            <a:r>
              <a:rPr lang="en-US"/>
              <a:t>is an effective tool to capture the features</a:t>
            </a:r>
            <a:endParaRPr/>
          </a:p>
          <a:p>
            <a:pPr marL="1028700" lvl="1" indent="-215900" algn="l" rtl="0">
              <a:lnSpc>
                <a:spcPct val="100000"/>
              </a:lnSpc>
              <a:spcBef>
                <a:spcPts val="400"/>
              </a:spcBef>
              <a:spcAft>
                <a:spcPts val="0"/>
              </a:spcAft>
              <a:buSzPts val="2000"/>
              <a:buFont typeface="Arial"/>
              <a:buNone/>
            </a:pPr>
            <a:endParaRPr/>
          </a:p>
          <a:p>
            <a:pPr marL="571500" lvl="0" indent="-342900" algn="l" rtl="0">
              <a:lnSpc>
                <a:spcPct val="100000"/>
              </a:lnSpc>
              <a:spcBef>
                <a:spcPts val="400"/>
              </a:spcBef>
              <a:spcAft>
                <a:spcPts val="0"/>
              </a:spcAft>
              <a:buSzPts val="2000"/>
              <a:buFont typeface="Arial"/>
              <a:buChar char="•"/>
            </a:pPr>
            <a:r>
              <a:rPr lang="en-US"/>
              <a:t>Invented by Jeff Patton</a:t>
            </a:r>
            <a:endParaRPr/>
          </a:p>
          <a:p>
            <a:pPr marL="1028700" lvl="1" indent="-215900" algn="l" rtl="0">
              <a:lnSpc>
                <a:spcPct val="100000"/>
              </a:lnSpc>
              <a:spcBef>
                <a:spcPts val="400"/>
              </a:spcBef>
              <a:spcAft>
                <a:spcPts val="0"/>
              </a:spcAft>
              <a:buSzPts val="2000"/>
              <a:buFont typeface="Arial"/>
              <a:buNone/>
            </a:pPr>
            <a:endParaRPr/>
          </a:p>
        </p:txBody>
      </p:sp>
      <p:sp>
        <p:nvSpPr>
          <p:cNvPr id="201" name="Google Shape;201;p2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US" dirty="0"/>
              <a:t>Story Map: Introduction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US"/>
              <a:t>Story map: Job portal</a:t>
            </a:r>
            <a:endParaRPr/>
          </a:p>
        </p:txBody>
      </p:sp>
      <p:sp>
        <p:nvSpPr>
          <p:cNvPr id="207" name="Google Shape;207;p27"/>
          <p:cNvSpPr/>
          <p:nvPr/>
        </p:nvSpPr>
        <p:spPr>
          <a:xfrm>
            <a:off x="645886" y="6242276"/>
            <a:ext cx="7888514" cy="340093"/>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400"/>
              <a:buFont typeface="Arial"/>
              <a:buNone/>
            </a:pPr>
            <a:r>
              <a:rPr lang="en-US" sz="1400" b="0" i="0" u="sng" strike="noStrike" cap="none">
                <a:solidFill>
                  <a:schemeClr val="hlink"/>
                </a:solidFill>
                <a:latin typeface="Calibri"/>
                <a:ea typeface="Calibri"/>
                <a:cs typeface="Calibri"/>
                <a:sym typeface="Calibri"/>
                <a:hlinkClick r:id="rId3"/>
              </a:rPr>
              <a:t>https://www.visual-paradigm.com/guide/agile-software-development/what-is-user-story-mapping/</a:t>
            </a:r>
            <a:endParaRPr sz="1400" b="0" i="0" u="none" strike="noStrike" cap="none">
              <a:solidFill>
                <a:srgbClr val="000000"/>
              </a:solidFill>
              <a:latin typeface="Calibri"/>
              <a:ea typeface="Calibri"/>
              <a:cs typeface="Calibri"/>
              <a:sym typeface="Calibri"/>
            </a:endParaRPr>
          </a:p>
        </p:txBody>
      </p:sp>
      <p:sp>
        <p:nvSpPr>
          <p:cNvPr id="208" name="Google Shape;208;p27"/>
          <p:cNvSpPr/>
          <p:nvPr/>
        </p:nvSpPr>
        <p:spPr>
          <a:xfrm>
            <a:off x="442497" y="1554798"/>
            <a:ext cx="925487" cy="608760"/>
          </a:xfrm>
          <a:prstGeom prst="rect">
            <a:avLst/>
          </a:prstGeom>
          <a:solidFill>
            <a:srgbClr val="FFC000"/>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Find job</a:t>
            </a:r>
            <a:endParaRPr sz="1100" b="0" i="0" u="none" strike="noStrike" cap="none">
              <a:solidFill>
                <a:schemeClr val="dk1"/>
              </a:solidFill>
              <a:latin typeface="Arial"/>
              <a:ea typeface="Arial"/>
              <a:cs typeface="Arial"/>
              <a:sym typeface="Arial"/>
            </a:endParaRPr>
          </a:p>
        </p:txBody>
      </p:sp>
      <p:sp>
        <p:nvSpPr>
          <p:cNvPr id="209" name="Google Shape;209;p27"/>
          <p:cNvSpPr/>
          <p:nvPr/>
        </p:nvSpPr>
        <p:spPr>
          <a:xfrm>
            <a:off x="3463478" y="1554798"/>
            <a:ext cx="925487" cy="608760"/>
          </a:xfrm>
          <a:prstGeom prst="rect">
            <a:avLst/>
          </a:prstGeom>
          <a:solidFill>
            <a:srgbClr val="FFC000"/>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Manage vacancy</a:t>
            </a:r>
            <a:endParaRPr sz="1100" b="0" i="0" u="none" strike="noStrike" cap="none">
              <a:solidFill>
                <a:schemeClr val="dk1"/>
              </a:solidFill>
              <a:latin typeface="Arial"/>
              <a:ea typeface="Arial"/>
              <a:cs typeface="Arial"/>
              <a:sym typeface="Arial"/>
            </a:endParaRPr>
          </a:p>
        </p:txBody>
      </p:sp>
      <p:sp>
        <p:nvSpPr>
          <p:cNvPr id="210" name="Google Shape;210;p27"/>
          <p:cNvSpPr/>
          <p:nvPr/>
        </p:nvSpPr>
        <p:spPr>
          <a:xfrm>
            <a:off x="5513348" y="1554798"/>
            <a:ext cx="925487" cy="608760"/>
          </a:xfrm>
          <a:prstGeom prst="rect">
            <a:avLst/>
          </a:prstGeom>
          <a:solidFill>
            <a:srgbClr val="FFC000"/>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Recruit candidate</a:t>
            </a:r>
            <a:endParaRPr sz="1100" b="0" i="0" u="none" strike="noStrike" cap="none">
              <a:solidFill>
                <a:schemeClr val="dk1"/>
              </a:solidFill>
              <a:latin typeface="Arial"/>
              <a:ea typeface="Arial"/>
              <a:cs typeface="Arial"/>
              <a:sym typeface="Arial"/>
            </a:endParaRPr>
          </a:p>
        </p:txBody>
      </p:sp>
      <p:sp>
        <p:nvSpPr>
          <p:cNvPr id="211" name="Google Shape;211;p27"/>
          <p:cNvSpPr/>
          <p:nvPr/>
        </p:nvSpPr>
        <p:spPr>
          <a:xfrm>
            <a:off x="431864" y="2286383"/>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Browse jobs</a:t>
            </a:r>
            <a:endParaRPr sz="1100" b="0" i="0" u="none" strike="noStrike" cap="none">
              <a:solidFill>
                <a:schemeClr val="dk1"/>
              </a:solidFill>
              <a:latin typeface="Arial"/>
              <a:ea typeface="Arial"/>
              <a:cs typeface="Arial"/>
              <a:sym typeface="Arial"/>
            </a:endParaRPr>
          </a:p>
        </p:txBody>
      </p:sp>
      <p:sp>
        <p:nvSpPr>
          <p:cNvPr id="212" name="Google Shape;212;p27"/>
          <p:cNvSpPr/>
          <p:nvPr/>
        </p:nvSpPr>
        <p:spPr>
          <a:xfrm>
            <a:off x="1430750" y="2286383"/>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Post resume</a:t>
            </a:r>
            <a:endParaRPr sz="1100" b="0" i="0" u="none" strike="noStrike" cap="none">
              <a:solidFill>
                <a:schemeClr val="dk1"/>
              </a:solidFill>
              <a:latin typeface="Arial"/>
              <a:ea typeface="Arial"/>
              <a:cs typeface="Arial"/>
              <a:sym typeface="Arial"/>
            </a:endParaRPr>
          </a:p>
        </p:txBody>
      </p:sp>
      <p:sp>
        <p:nvSpPr>
          <p:cNvPr id="213" name="Google Shape;213;p27"/>
          <p:cNvSpPr/>
          <p:nvPr/>
        </p:nvSpPr>
        <p:spPr>
          <a:xfrm>
            <a:off x="2450890" y="2286383"/>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Receive job alert</a:t>
            </a:r>
            <a:endParaRPr sz="1100" b="0" i="0" u="none" strike="noStrike" cap="none">
              <a:solidFill>
                <a:schemeClr val="dk1"/>
              </a:solidFill>
              <a:latin typeface="Arial"/>
              <a:ea typeface="Arial"/>
              <a:cs typeface="Arial"/>
              <a:sym typeface="Arial"/>
            </a:endParaRPr>
          </a:p>
        </p:txBody>
      </p:sp>
      <p:sp>
        <p:nvSpPr>
          <p:cNvPr id="214" name="Google Shape;214;p27"/>
          <p:cNvSpPr/>
          <p:nvPr/>
        </p:nvSpPr>
        <p:spPr>
          <a:xfrm>
            <a:off x="3477865" y="2286383"/>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Post vacancy</a:t>
            </a:r>
            <a:endParaRPr sz="1100" b="0" i="0" u="none" strike="noStrike" cap="none">
              <a:solidFill>
                <a:schemeClr val="dk1"/>
              </a:solidFill>
              <a:latin typeface="Arial"/>
              <a:ea typeface="Arial"/>
              <a:cs typeface="Arial"/>
              <a:sym typeface="Arial"/>
            </a:endParaRPr>
          </a:p>
        </p:txBody>
      </p:sp>
      <p:sp>
        <p:nvSpPr>
          <p:cNvPr id="215" name="Google Shape;215;p27"/>
          <p:cNvSpPr/>
          <p:nvPr/>
        </p:nvSpPr>
        <p:spPr>
          <a:xfrm>
            <a:off x="4483719" y="2286383"/>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Cancel vacancy</a:t>
            </a:r>
            <a:endParaRPr sz="1100" b="0" i="0" u="none" strike="noStrike" cap="none">
              <a:solidFill>
                <a:schemeClr val="dk1"/>
              </a:solidFill>
              <a:latin typeface="Arial"/>
              <a:ea typeface="Arial"/>
              <a:cs typeface="Arial"/>
              <a:sym typeface="Arial"/>
            </a:endParaRPr>
          </a:p>
        </p:txBody>
      </p:sp>
      <p:sp>
        <p:nvSpPr>
          <p:cNvPr id="216" name="Google Shape;216;p27"/>
          <p:cNvSpPr/>
          <p:nvPr/>
        </p:nvSpPr>
        <p:spPr>
          <a:xfrm>
            <a:off x="5502715" y="2286383"/>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Search candidates</a:t>
            </a:r>
            <a:endParaRPr sz="1100" b="0" i="0" u="none" strike="noStrike" cap="none">
              <a:solidFill>
                <a:schemeClr val="dk1"/>
              </a:solidFill>
              <a:latin typeface="Arial"/>
              <a:ea typeface="Arial"/>
              <a:cs typeface="Arial"/>
              <a:sym typeface="Arial"/>
            </a:endParaRPr>
          </a:p>
        </p:txBody>
      </p:sp>
      <p:sp>
        <p:nvSpPr>
          <p:cNvPr id="217" name="Google Shape;217;p27"/>
          <p:cNvSpPr/>
          <p:nvPr/>
        </p:nvSpPr>
        <p:spPr>
          <a:xfrm>
            <a:off x="6511091" y="2286383"/>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Contact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candidates</a:t>
            </a:r>
            <a:endParaRPr sz="1100" b="0" i="0" u="none" strike="noStrike" cap="none">
              <a:solidFill>
                <a:schemeClr val="dk1"/>
              </a:solidFill>
              <a:latin typeface="Arial"/>
              <a:ea typeface="Arial"/>
              <a:cs typeface="Arial"/>
              <a:sym typeface="Arial"/>
            </a:endParaRPr>
          </a:p>
        </p:txBody>
      </p:sp>
      <p:sp>
        <p:nvSpPr>
          <p:cNvPr id="218" name="Google Shape;218;p27"/>
          <p:cNvSpPr/>
          <p:nvPr/>
        </p:nvSpPr>
        <p:spPr>
          <a:xfrm>
            <a:off x="442497" y="3348590"/>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Search jobs (basic)</a:t>
            </a:r>
            <a:endParaRPr sz="1100" b="0" i="0" u="none" strike="noStrike" cap="none">
              <a:solidFill>
                <a:schemeClr val="dk1"/>
              </a:solidFill>
              <a:latin typeface="Arial"/>
              <a:ea typeface="Arial"/>
              <a:cs typeface="Arial"/>
              <a:sym typeface="Arial"/>
            </a:endParaRPr>
          </a:p>
        </p:txBody>
      </p:sp>
      <p:sp>
        <p:nvSpPr>
          <p:cNvPr id="219" name="Google Shape;219;p27"/>
          <p:cNvSpPr/>
          <p:nvPr/>
        </p:nvSpPr>
        <p:spPr>
          <a:xfrm>
            <a:off x="442497" y="4020933"/>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Search  jobs - location</a:t>
            </a:r>
            <a:endParaRPr sz="1100" b="0" i="0" u="none" strike="noStrike" cap="none">
              <a:solidFill>
                <a:schemeClr val="dk1"/>
              </a:solidFill>
              <a:latin typeface="Arial"/>
              <a:ea typeface="Arial"/>
              <a:cs typeface="Arial"/>
              <a:sym typeface="Arial"/>
            </a:endParaRPr>
          </a:p>
        </p:txBody>
      </p:sp>
      <p:sp>
        <p:nvSpPr>
          <p:cNvPr id="220" name="Google Shape;220;p27"/>
          <p:cNvSpPr/>
          <p:nvPr/>
        </p:nvSpPr>
        <p:spPr>
          <a:xfrm>
            <a:off x="1441383" y="3348590"/>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Upload resume - PDF</a:t>
            </a:r>
            <a:endParaRPr sz="1100" b="0" i="0" u="none" strike="noStrike" cap="none">
              <a:solidFill>
                <a:schemeClr val="dk1"/>
              </a:solidFill>
              <a:latin typeface="Arial"/>
              <a:ea typeface="Arial"/>
              <a:cs typeface="Arial"/>
              <a:sym typeface="Arial"/>
            </a:endParaRPr>
          </a:p>
        </p:txBody>
      </p:sp>
      <p:sp>
        <p:nvSpPr>
          <p:cNvPr id="221" name="Google Shape;221;p27"/>
          <p:cNvSpPr/>
          <p:nvPr/>
        </p:nvSpPr>
        <p:spPr>
          <a:xfrm>
            <a:off x="1441383" y="4020933"/>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Upload resume – MS Word</a:t>
            </a:r>
            <a:endParaRPr sz="1100" b="0" i="0" u="none" strike="noStrike" cap="none">
              <a:solidFill>
                <a:schemeClr val="dk1"/>
              </a:solidFill>
              <a:latin typeface="Arial"/>
              <a:ea typeface="Arial"/>
              <a:cs typeface="Arial"/>
              <a:sym typeface="Arial"/>
            </a:endParaRPr>
          </a:p>
        </p:txBody>
      </p:sp>
      <p:sp>
        <p:nvSpPr>
          <p:cNvPr id="222" name="Google Shape;222;p27"/>
          <p:cNvSpPr/>
          <p:nvPr/>
        </p:nvSpPr>
        <p:spPr>
          <a:xfrm>
            <a:off x="2452423" y="3356026"/>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Subscribe for job alert</a:t>
            </a:r>
            <a:endParaRPr sz="1100" b="0" i="0" u="none" strike="noStrike" cap="none">
              <a:solidFill>
                <a:schemeClr val="dk1"/>
              </a:solidFill>
              <a:latin typeface="Arial"/>
              <a:ea typeface="Arial"/>
              <a:cs typeface="Arial"/>
              <a:sym typeface="Arial"/>
            </a:endParaRPr>
          </a:p>
        </p:txBody>
      </p:sp>
      <p:sp>
        <p:nvSpPr>
          <p:cNvPr id="223" name="Google Shape;223;p27"/>
          <p:cNvSpPr/>
          <p:nvPr/>
        </p:nvSpPr>
        <p:spPr>
          <a:xfrm>
            <a:off x="3490770" y="3348590"/>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Submit job vacancy</a:t>
            </a:r>
            <a:endParaRPr sz="1100" b="0" i="0" u="none" strike="noStrike" cap="none">
              <a:solidFill>
                <a:schemeClr val="dk1"/>
              </a:solidFill>
              <a:latin typeface="Arial"/>
              <a:ea typeface="Arial"/>
              <a:cs typeface="Arial"/>
              <a:sym typeface="Arial"/>
            </a:endParaRPr>
          </a:p>
        </p:txBody>
      </p:sp>
      <p:sp>
        <p:nvSpPr>
          <p:cNvPr id="224" name="Google Shape;224;p27"/>
          <p:cNvSpPr/>
          <p:nvPr/>
        </p:nvSpPr>
        <p:spPr>
          <a:xfrm>
            <a:off x="4487528" y="3348590"/>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Select job vacancy</a:t>
            </a:r>
            <a:endParaRPr sz="1100" b="0" i="0" u="none" strike="noStrike" cap="none">
              <a:solidFill>
                <a:schemeClr val="dk1"/>
              </a:solidFill>
              <a:latin typeface="Arial"/>
              <a:ea typeface="Arial"/>
              <a:cs typeface="Arial"/>
              <a:sym typeface="Arial"/>
            </a:endParaRPr>
          </a:p>
        </p:txBody>
      </p:sp>
      <p:sp>
        <p:nvSpPr>
          <p:cNvPr id="225" name="Google Shape;225;p27"/>
          <p:cNvSpPr/>
          <p:nvPr/>
        </p:nvSpPr>
        <p:spPr>
          <a:xfrm>
            <a:off x="4487528" y="4020933"/>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Remove job vacancy</a:t>
            </a:r>
            <a:endParaRPr sz="1100" b="0" i="0" u="none" strike="noStrike" cap="none">
              <a:solidFill>
                <a:schemeClr val="dk1"/>
              </a:solidFill>
              <a:latin typeface="Arial"/>
              <a:ea typeface="Arial"/>
              <a:cs typeface="Arial"/>
              <a:sym typeface="Arial"/>
            </a:endParaRPr>
          </a:p>
        </p:txBody>
      </p:sp>
      <p:sp>
        <p:nvSpPr>
          <p:cNvPr id="226" name="Google Shape;226;p27"/>
          <p:cNvSpPr/>
          <p:nvPr/>
        </p:nvSpPr>
        <p:spPr>
          <a:xfrm>
            <a:off x="5501975" y="3348590"/>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See job applicants</a:t>
            </a:r>
            <a:endParaRPr sz="1100" b="0" i="0" u="none" strike="noStrike" cap="none">
              <a:solidFill>
                <a:schemeClr val="dk1"/>
              </a:solidFill>
              <a:latin typeface="Arial"/>
              <a:ea typeface="Arial"/>
              <a:cs typeface="Arial"/>
              <a:sym typeface="Arial"/>
            </a:endParaRPr>
          </a:p>
        </p:txBody>
      </p:sp>
      <p:sp>
        <p:nvSpPr>
          <p:cNvPr id="227" name="Google Shape;227;p27"/>
          <p:cNvSpPr/>
          <p:nvPr/>
        </p:nvSpPr>
        <p:spPr>
          <a:xfrm>
            <a:off x="6521724" y="3348590"/>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Send message</a:t>
            </a:r>
            <a:endParaRPr sz="1100" b="0" i="0" u="none" strike="noStrike" cap="none">
              <a:solidFill>
                <a:schemeClr val="dk1"/>
              </a:solidFill>
              <a:latin typeface="Arial"/>
              <a:ea typeface="Arial"/>
              <a:cs typeface="Arial"/>
              <a:sym typeface="Arial"/>
            </a:endParaRPr>
          </a:p>
        </p:txBody>
      </p:sp>
      <p:sp>
        <p:nvSpPr>
          <p:cNvPr id="228" name="Google Shape;228;p27"/>
          <p:cNvSpPr/>
          <p:nvPr/>
        </p:nvSpPr>
        <p:spPr>
          <a:xfrm>
            <a:off x="6521724" y="4020933"/>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Read message (applicant)</a:t>
            </a:r>
            <a:endParaRPr sz="1100" b="0" i="0" u="none" strike="noStrike" cap="none">
              <a:solidFill>
                <a:schemeClr val="dk1"/>
              </a:solidFill>
              <a:latin typeface="Arial"/>
              <a:ea typeface="Arial"/>
              <a:cs typeface="Arial"/>
              <a:sym typeface="Arial"/>
            </a:endParaRPr>
          </a:p>
        </p:txBody>
      </p:sp>
      <p:sp>
        <p:nvSpPr>
          <p:cNvPr id="229" name="Google Shape;229;p27"/>
          <p:cNvSpPr/>
          <p:nvPr/>
        </p:nvSpPr>
        <p:spPr>
          <a:xfrm>
            <a:off x="1441383" y="4695736"/>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Build resume with resume builder</a:t>
            </a:r>
            <a:endParaRPr sz="1000" b="0" i="0" u="none" strike="noStrike" cap="none">
              <a:solidFill>
                <a:schemeClr val="dk1"/>
              </a:solidFill>
              <a:latin typeface="Arial"/>
              <a:ea typeface="Arial"/>
              <a:cs typeface="Arial"/>
              <a:sym typeface="Arial"/>
            </a:endParaRPr>
          </a:p>
        </p:txBody>
      </p:sp>
      <p:sp>
        <p:nvSpPr>
          <p:cNvPr id="230" name="Google Shape;230;p27"/>
          <p:cNvSpPr/>
          <p:nvPr/>
        </p:nvSpPr>
        <p:spPr>
          <a:xfrm>
            <a:off x="2461523" y="4027029"/>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Receive SMS for newly posted jobs</a:t>
            </a:r>
            <a:endParaRPr sz="1000" b="0" i="0" u="none" strike="noStrike" cap="none">
              <a:solidFill>
                <a:schemeClr val="dk1"/>
              </a:solidFill>
              <a:latin typeface="Arial"/>
              <a:ea typeface="Arial"/>
              <a:cs typeface="Arial"/>
              <a:sym typeface="Arial"/>
            </a:endParaRPr>
          </a:p>
        </p:txBody>
      </p:sp>
      <p:sp>
        <p:nvSpPr>
          <p:cNvPr id="231" name="Google Shape;231;p27"/>
          <p:cNvSpPr/>
          <p:nvPr/>
        </p:nvSpPr>
        <p:spPr>
          <a:xfrm>
            <a:off x="4487528" y="4695736"/>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Receive SMS alert - last date approaching</a:t>
            </a:r>
            <a:endParaRPr sz="1000" b="0" i="0" u="none" strike="noStrike" cap="none">
              <a:solidFill>
                <a:schemeClr val="dk1"/>
              </a:solidFill>
              <a:latin typeface="Arial"/>
              <a:ea typeface="Arial"/>
              <a:cs typeface="Arial"/>
              <a:sym typeface="Arial"/>
            </a:endParaRPr>
          </a:p>
        </p:txBody>
      </p:sp>
      <p:sp>
        <p:nvSpPr>
          <p:cNvPr id="232" name="Google Shape;232;p27"/>
          <p:cNvSpPr/>
          <p:nvPr/>
        </p:nvSpPr>
        <p:spPr>
          <a:xfrm>
            <a:off x="6521724" y="4695736"/>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Send interview request</a:t>
            </a:r>
            <a:endParaRPr sz="1100" b="0" i="0" u="none" strike="noStrike" cap="none">
              <a:solidFill>
                <a:schemeClr val="dk1"/>
              </a:solidFill>
              <a:latin typeface="Arial"/>
              <a:ea typeface="Arial"/>
              <a:cs typeface="Arial"/>
              <a:sym typeface="Arial"/>
            </a:endParaRPr>
          </a:p>
        </p:txBody>
      </p:sp>
      <p:sp>
        <p:nvSpPr>
          <p:cNvPr id="233" name="Google Shape;233;p27"/>
          <p:cNvSpPr/>
          <p:nvPr/>
        </p:nvSpPr>
        <p:spPr>
          <a:xfrm>
            <a:off x="6521724" y="5366739"/>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Respond to interview request</a:t>
            </a:r>
            <a:endParaRPr sz="1100" b="0" i="0" u="none" strike="noStrike" cap="none">
              <a:solidFill>
                <a:schemeClr val="dk1"/>
              </a:solidFill>
              <a:latin typeface="Arial"/>
              <a:ea typeface="Arial"/>
              <a:cs typeface="Arial"/>
              <a:sym typeface="Arial"/>
            </a:endParaRPr>
          </a:p>
        </p:txBody>
      </p:sp>
      <p:sp>
        <p:nvSpPr>
          <p:cNvPr id="234" name="Google Shape;234;p27"/>
          <p:cNvSpPr txBox="1"/>
          <p:nvPr/>
        </p:nvSpPr>
        <p:spPr>
          <a:xfrm>
            <a:off x="7933539" y="1689097"/>
            <a:ext cx="902811" cy="5770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User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Activities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33CC"/>
                </a:solidFill>
                <a:latin typeface="Arial"/>
                <a:ea typeface="Arial"/>
                <a:cs typeface="Arial"/>
                <a:sym typeface="Arial"/>
              </a:rPr>
              <a:t>(backbone)</a:t>
            </a:r>
            <a:endParaRPr sz="1050" b="1" i="0" u="none" strike="noStrike" cap="none">
              <a:solidFill>
                <a:srgbClr val="0033CC"/>
              </a:solidFill>
              <a:latin typeface="Arial"/>
              <a:ea typeface="Arial"/>
              <a:cs typeface="Arial"/>
              <a:sym typeface="Arial"/>
            </a:endParaRPr>
          </a:p>
        </p:txBody>
      </p:sp>
      <p:sp>
        <p:nvSpPr>
          <p:cNvPr id="235" name="Google Shape;235;p27"/>
          <p:cNvSpPr txBox="1"/>
          <p:nvPr/>
        </p:nvSpPr>
        <p:spPr>
          <a:xfrm>
            <a:off x="7913511" y="2343856"/>
            <a:ext cx="821059" cy="5770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User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Tasks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33CC"/>
                </a:solidFill>
                <a:latin typeface="Arial"/>
                <a:ea typeface="Arial"/>
                <a:cs typeface="Arial"/>
                <a:sym typeface="Arial"/>
              </a:rPr>
              <a:t>(skeleton)</a:t>
            </a:r>
            <a:endParaRPr sz="1050" b="1" i="0" u="none" strike="noStrike" cap="none">
              <a:solidFill>
                <a:srgbClr val="0033CC"/>
              </a:solidFill>
              <a:latin typeface="Arial"/>
              <a:ea typeface="Arial"/>
              <a:cs typeface="Arial"/>
              <a:sym typeface="Arial"/>
            </a:endParaRPr>
          </a:p>
        </p:txBody>
      </p:sp>
      <p:sp>
        <p:nvSpPr>
          <p:cNvPr id="236" name="Google Shape;236;p27"/>
          <p:cNvSpPr txBox="1"/>
          <p:nvPr/>
        </p:nvSpPr>
        <p:spPr>
          <a:xfrm>
            <a:off x="7942426" y="4482394"/>
            <a:ext cx="627095" cy="4154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User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stories</a:t>
            </a:r>
            <a:endParaRPr sz="1050" b="1" i="0" u="none" strike="noStrike" cap="none">
              <a:solidFill>
                <a:srgbClr val="000000"/>
              </a:solidFill>
              <a:latin typeface="Arial"/>
              <a:ea typeface="Arial"/>
              <a:cs typeface="Arial"/>
              <a:sym typeface="Arial"/>
            </a:endParaRPr>
          </a:p>
        </p:txBody>
      </p:sp>
      <p:sp>
        <p:nvSpPr>
          <p:cNvPr id="237" name="Google Shape;237;p27"/>
          <p:cNvSpPr/>
          <p:nvPr/>
        </p:nvSpPr>
        <p:spPr>
          <a:xfrm>
            <a:off x="7798092" y="1629229"/>
            <a:ext cx="144334" cy="492998"/>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8" name="Google Shape;238;p27"/>
          <p:cNvSpPr/>
          <p:nvPr/>
        </p:nvSpPr>
        <p:spPr>
          <a:xfrm>
            <a:off x="7787459" y="2283988"/>
            <a:ext cx="144334" cy="492998"/>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9" name="Google Shape;239;p27"/>
          <p:cNvSpPr/>
          <p:nvPr/>
        </p:nvSpPr>
        <p:spPr>
          <a:xfrm>
            <a:off x="7798092" y="3385568"/>
            <a:ext cx="144334" cy="2609151"/>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9AC7CC3-5F08-4858-E315-26BCC7136B7C}"/>
                  </a:ext>
                </a:extLst>
              </p14:cNvPr>
              <p14:cNvContentPartPr/>
              <p14:nvPr/>
            </p14:nvContentPartPr>
            <p14:xfrm>
              <a:off x="-360" y="650160"/>
              <a:ext cx="7320240" cy="5709240"/>
            </p14:xfrm>
          </p:contentPart>
        </mc:Choice>
        <mc:Fallback>
          <p:pic>
            <p:nvPicPr>
              <p:cNvPr id="2" name="Ink 1">
                <a:extLst>
                  <a:ext uri="{FF2B5EF4-FFF2-40B4-BE49-F238E27FC236}">
                    <a16:creationId xmlns:a16="http://schemas.microsoft.com/office/drawing/2014/main" id="{19AC7CC3-5F08-4858-E315-26BCC7136B7C}"/>
                  </a:ext>
                </a:extLst>
              </p:cNvPr>
              <p:cNvPicPr/>
              <p:nvPr/>
            </p:nvPicPr>
            <p:blipFill>
              <a:blip r:embed="rId5"/>
              <a:stretch>
                <a:fillRect/>
              </a:stretch>
            </p:blipFill>
            <p:spPr>
              <a:xfrm>
                <a:off x="-16560" y="633960"/>
                <a:ext cx="7352640" cy="57416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2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2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2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3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3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3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US"/>
              <a:t>Story map: Job portal</a:t>
            </a:r>
            <a:endParaRPr/>
          </a:p>
        </p:txBody>
      </p:sp>
      <p:sp>
        <p:nvSpPr>
          <p:cNvPr id="245" name="Google Shape;245;p28"/>
          <p:cNvSpPr/>
          <p:nvPr/>
        </p:nvSpPr>
        <p:spPr>
          <a:xfrm>
            <a:off x="645886" y="6242276"/>
            <a:ext cx="7888514" cy="340093"/>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400"/>
              <a:buFont typeface="Arial"/>
              <a:buNone/>
            </a:pPr>
            <a:r>
              <a:rPr lang="en-US" sz="1400" b="0" i="0" u="sng" strike="noStrike" cap="none">
                <a:solidFill>
                  <a:schemeClr val="hlink"/>
                </a:solidFill>
                <a:latin typeface="Calibri"/>
                <a:ea typeface="Calibri"/>
                <a:cs typeface="Calibri"/>
                <a:sym typeface="Calibri"/>
                <a:hlinkClick r:id="rId3"/>
              </a:rPr>
              <a:t>https://www.visual-paradigm.com/guide/agile-software-development/what-is-user-story-mapping/</a:t>
            </a:r>
            <a:endParaRPr sz="1400" b="0" i="0" u="none" strike="noStrike" cap="none">
              <a:solidFill>
                <a:srgbClr val="000000"/>
              </a:solidFill>
              <a:latin typeface="Calibri"/>
              <a:ea typeface="Calibri"/>
              <a:cs typeface="Calibri"/>
              <a:sym typeface="Calibri"/>
            </a:endParaRPr>
          </a:p>
        </p:txBody>
      </p:sp>
      <p:sp>
        <p:nvSpPr>
          <p:cNvPr id="246" name="Google Shape;246;p28"/>
          <p:cNvSpPr/>
          <p:nvPr/>
        </p:nvSpPr>
        <p:spPr>
          <a:xfrm>
            <a:off x="954206" y="1554798"/>
            <a:ext cx="925487" cy="608760"/>
          </a:xfrm>
          <a:prstGeom prst="rect">
            <a:avLst/>
          </a:prstGeom>
          <a:solidFill>
            <a:srgbClr val="FFC000"/>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Find job</a:t>
            </a:r>
            <a:endParaRPr sz="1100" b="0" i="0" u="none" strike="noStrike" cap="none">
              <a:solidFill>
                <a:schemeClr val="dk1"/>
              </a:solidFill>
              <a:latin typeface="Arial"/>
              <a:ea typeface="Arial"/>
              <a:cs typeface="Arial"/>
              <a:sym typeface="Arial"/>
            </a:endParaRPr>
          </a:p>
        </p:txBody>
      </p:sp>
      <p:sp>
        <p:nvSpPr>
          <p:cNvPr id="247" name="Google Shape;247;p28"/>
          <p:cNvSpPr/>
          <p:nvPr/>
        </p:nvSpPr>
        <p:spPr>
          <a:xfrm>
            <a:off x="3975187" y="1554798"/>
            <a:ext cx="925487" cy="608760"/>
          </a:xfrm>
          <a:prstGeom prst="rect">
            <a:avLst/>
          </a:prstGeom>
          <a:solidFill>
            <a:srgbClr val="FFC000"/>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Manage vacancy</a:t>
            </a:r>
            <a:endParaRPr sz="1100" b="0" i="0" u="none" strike="noStrike" cap="none">
              <a:solidFill>
                <a:schemeClr val="dk1"/>
              </a:solidFill>
              <a:latin typeface="Arial"/>
              <a:ea typeface="Arial"/>
              <a:cs typeface="Arial"/>
              <a:sym typeface="Arial"/>
            </a:endParaRPr>
          </a:p>
        </p:txBody>
      </p:sp>
      <p:sp>
        <p:nvSpPr>
          <p:cNvPr id="248" name="Google Shape;248;p28"/>
          <p:cNvSpPr/>
          <p:nvPr/>
        </p:nvSpPr>
        <p:spPr>
          <a:xfrm>
            <a:off x="6025057" y="1554798"/>
            <a:ext cx="925487" cy="608760"/>
          </a:xfrm>
          <a:prstGeom prst="rect">
            <a:avLst/>
          </a:prstGeom>
          <a:solidFill>
            <a:srgbClr val="FFC000"/>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Recruit candidate</a:t>
            </a:r>
            <a:endParaRPr sz="1100" b="0" i="0" u="none" strike="noStrike" cap="none">
              <a:solidFill>
                <a:schemeClr val="dk1"/>
              </a:solidFill>
              <a:latin typeface="Arial"/>
              <a:ea typeface="Arial"/>
              <a:cs typeface="Arial"/>
              <a:sym typeface="Arial"/>
            </a:endParaRPr>
          </a:p>
        </p:txBody>
      </p:sp>
      <p:sp>
        <p:nvSpPr>
          <p:cNvPr id="249" name="Google Shape;249;p28"/>
          <p:cNvSpPr/>
          <p:nvPr/>
        </p:nvSpPr>
        <p:spPr>
          <a:xfrm>
            <a:off x="954206" y="2211952"/>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Browse jobs</a:t>
            </a:r>
            <a:endParaRPr sz="1100" b="0" i="0" u="none" strike="noStrike" cap="none">
              <a:solidFill>
                <a:schemeClr val="dk1"/>
              </a:solidFill>
              <a:latin typeface="Arial"/>
              <a:ea typeface="Arial"/>
              <a:cs typeface="Arial"/>
              <a:sym typeface="Arial"/>
            </a:endParaRPr>
          </a:p>
        </p:txBody>
      </p:sp>
      <p:sp>
        <p:nvSpPr>
          <p:cNvPr id="250" name="Google Shape;250;p28"/>
          <p:cNvSpPr/>
          <p:nvPr/>
        </p:nvSpPr>
        <p:spPr>
          <a:xfrm>
            <a:off x="1953092" y="2211952"/>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Post resume</a:t>
            </a:r>
            <a:endParaRPr sz="1100" b="0" i="0" u="none" strike="noStrike" cap="none">
              <a:solidFill>
                <a:schemeClr val="dk1"/>
              </a:solidFill>
              <a:latin typeface="Arial"/>
              <a:ea typeface="Arial"/>
              <a:cs typeface="Arial"/>
              <a:sym typeface="Arial"/>
            </a:endParaRPr>
          </a:p>
        </p:txBody>
      </p:sp>
      <p:sp>
        <p:nvSpPr>
          <p:cNvPr id="251" name="Google Shape;251;p28"/>
          <p:cNvSpPr/>
          <p:nvPr/>
        </p:nvSpPr>
        <p:spPr>
          <a:xfrm>
            <a:off x="2973232" y="2211952"/>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Receive job alert</a:t>
            </a:r>
            <a:endParaRPr sz="1100" b="0" i="0" u="none" strike="noStrike" cap="none">
              <a:solidFill>
                <a:schemeClr val="dk1"/>
              </a:solidFill>
              <a:latin typeface="Arial"/>
              <a:ea typeface="Arial"/>
              <a:cs typeface="Arial"/>
              <a:sym typeface="Arial"/>
            </a:endParaRPr>
          </a:p>
        </p:txBody>
      </p:sp>
      <p:sp>
        <p:nvSpPr>
          <p:cNvPr id="252" name="Google Shape;252;p28"/>
          <p:cNvSpPr/>
          <p:nvPr/>
        </p:nvSpPr>
        <p:spPr>
          <a:xfrm>
            <a:off x="4000207" y="2211952"/>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Post vacancy</a:t>
            </a:r>
            <a:endParaRPr sz="1100" b="0" i="0" u="none" strike="noStrike" cap="none">
              <a:solidFill>
                <a:schemeClr val="dk1"/>
              </a:solidFill>
              <a:latin typeface="Arial"/>
              <a:ea typeface="Arial"/>
              <a:cs typeface="Arial"/>
              <a:sym typeface="Arial"/>
            </a:endParaRPr>
          </a:p>
        </p:txBody>
      </p:sp>
      <p:sp>
        <p:nvSpPr>
          <p:cNvPr id="253" name="Google Shape;253;p28"/>
          <p:cNvSpPr/>
          <p:nvPr/>
        </p:nvSpPr>
        <p:spPr>
          <a:xfrm>
            <a:off x="5006061" y="2211952"/>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Cancel vacancy</a:t>
            </a:r>
            <a:endParaRPr sz="1100" b="0" i="0" u="none" strike="noStrike" cap="none">
              <a:solidFill>
                <a:schemeClr val="dk1"/>
              </a:solidFill>
              <a:latin typeface="Arial"/>
              <a:ea typeface="Arial"/>
              <a:cs typeface="Arial"/>
              <a:sym typeface="Arial"/>
            </a:endParaRPr>
          </a:p>
        </p:txBody>
      </p:sp>
      <p:sp>
        <p:nvSpPr>
          <p:cNvPr id="254" name="Google Shape;254;p28"/>
          <p:cNvSpPr/>
          <p:nvPr/>
        </p:nvSpPr>
        <p:spPr>
          <a:xfrm>
            <a:off x="6025057" y="2211952"/>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Search candidates</a:t>
            </a:r>
            <a:endParaRPr sz="1100" b="0" i="0" u="none" strike="noStrike" cap="none">
              <a:solidFill>
                <a:schemeClr val="dk1"/>
              </a:solidFill>
              <a:latin typeface="Arial"/>
              <a:ea typeface="Arial"/>
              <a:cs typeface="Arial"/>
              <a:sym typeface="Arial"/>
            </a:endParaRPr>
          </a:p>
        </p:txBody>
      </p:sp>
      <p:sp>
        <p:nvSpPr>
          <p:cNvPr id="255" name="Google Shape;255;p28"/>
          <p:cNvSpPr/>
          <p:nvPr/>
        </p:nvSpPr>
        <p:spPr>
          <a:xfrm>
            <a:off x="7033433" y="2211952"/>
            <a:ext cx="925487" cy="608760"/>
          </a:xfrm>
          <a:prstGeom prst="rect">
            <a:avLst/>
          </a:prstGeom>
          <a:solidFill>
            <a:srgbClr val="C5D8F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Contact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candidates</a:t>
            </a:r>
            <a:endParaRPr sz="1100" b="0" i="0" u="none" strike="noStrike" cap="none">
              <a:solidFill>
                <a:schemeClr val="dk1"/>
              </a:solidFill>
              <a:latin typeface="Arial"/>
              <a:ea typeface="Arial"/>
              <a:cs typeface="Arial"/>
              <a:sym typeface="Arial"/>
            </a:endParaRPr>
          </a:p>
        </p:txBody>
      </p:sp>
      <p:sp>
        <p:nvSpPr>
          <p:cNvPr id="256" name="Google Shape;256;p28"/>
          <p:cNvSpPr/>
          <p:nvPr/>
        </p:nvSpPr>
        <p:spPr>
          <a:xfrm>
            <a:off x="954206" y="306151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Search jobs (basic)</a:t>
            </a:r>
            <a:endParaRPr sz="1100" b="0" i="0" u="none" strike="noStrike" cap="none">
              <a:solidFill>
                <a:schemeClr val="dk1"/>
              </a:solidFill>
              <a:latin typeface="Arial"/>
              <a:ea typeface="Arial"/>
              <a:cs typeface="Arial"/>
              <a:sym typeface="Arial"/>
            </a:endParaRPr>
          </a:p>
        </p:txBody>
      </p:sp>
      <p:sp>
        <p:nvSpPr>
          <p:cNvPr id="257" name="Google Shape;257;p28"/>
          <p:cNvSpPr/>
          <p:nvPr/>
        </p:nvSpPr>
        <p:spPr>
          <a:xfrm>
            <a:off x="954206" y="3733855"/>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Search  jobs - location</a:t>
            </a:r>
            <a:endParaRPr sz="1100" b="0" i="0" u="none" strike="noStrike" cap="none">
              <a:solidFill>
                <a:schemeClr val="dk1"/>
              </a:solidFill>
              <a:latin typeface="Arial"/>
              <a:ea typeface="Arial"/>
              <a:cs typeface="Arial"/>
              <a:sym typeface="Arial"/>
            </a:endParaRPr>
          </a:p>
        </p:txBody>
      </p:sp>
      <p:sp>
        <p:nvSpPr>
          <p:cNvPr id="258" name="Google Shape;258;p28"/>
          <p:cNvSpPr/>
          <p:nvPr/>
        </p:nvSpPr>
        <p:spPr>
          <a:xfrm>
            <a:off x="1953092" y="306151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Upload resume - PDF</a:t>
            </a:r>
            <a:endParaRPr sz="1100" b="0" i="0" u="none" strike="noStrike" cap="none">
              <a:solidFill>
                <a:schemeClr val="dk1"/>
              </a:solidFill>
              <a:latin typeface="Arial"/>
              <a:ea typeface="Arial"/>
              <a:cs typeface="Arial"/>
              <a:sym typeface="Arial"/>
            </a:endParaRPr>
          </a:p>
        </p:txBody>
      </p:sp>
      <p:sp>
        <p:nvSpPr>
          <p:cNvPr id="259" name="Google Shape;259;p28"/>
          <p:cNvSpPr/>
          <p:nvPr/>
        </p:nvSpPr>
        <p:spPr>
          <a:xfrm>
            <a:off x="1953092" y="3733855"/>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Upload resume – MS Word</a:t>
            </a:r>
            <a:endParaRPr sz="1100" b="0" i="0" u="none" strike="noStrike" cap="none">
              <a:solidFill>
                <a:schemeClr val="dk1"/>
              </a:solidFill>
              <a:latin typeface="Arial"/>
              <a:ea typeface="Arial"/>
              <a:cs typeface="Arial"/>
              <a:sym typeface="Arial"/>
            </a:endParaRPr>
          </a:p>
        </p:txBody>
      </p:sp>
      <p:sp>
        <p:nvSpPr>
          <p:cNvPr id="260" name="Google Shape;260;p28"/>
          <p:cNvSpPr/>
          <p:nvPr/>
        </p:nvSpPr>
        <p:spPr>
          <a:xfrm>
            <a:off x="2964132" y="466384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Subscribe for job alert</a:t>
            </a:r>
            <a:endParaRPr sz="1100" b="0" i="0" u="none" strike="noStrike" cap="none">
              <a:solidFill>
                <a:schemeClr val="dk1"/>
              </a:solidFill>
              <a:latin typeface="Arial"/>
              <a:ea typeface="Arial"/>
              <a:cs typeface="Arial"/>
              <a:sym typeface="Arial"/>
            </a:endParaRPr>
          </a:p>
        </p:txBody>
      </p:sp>
      <p:sp>
        <p:nvSpPr>
          <p:cNvPr id="261" name="Google Shape;261;p28"/>
          <p:cNvSpPr/>
          <p:nvPr/>
        </p:nvSpPr>
        <p:spPr>
          <a:xfrm>
            <a:off x="4002479" y="306151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Submit job vacancy</a:t>
            </a:r>
            <a:endParaRPr sz="1100" b="0" i="0" u="none" strike="noStrike" cap="none">
              <a:solidFill>
                <a:schemeClr val="dk1"/>
              </a:solidFill>
              <a:latin typeface="Arial"/>
              <a:ea typeface="Arial"/>
              <a:cs typeface="Arial"/>
              <a:sym typeface="Arial"/>
            </a:endParaRPr>
          </a:p>
        </p:txBody>
      </p:sp>
      <p:sp>
        <p:nvSpPr>
          <p:cNvPr id="262" name="Google Shape;262;p28"/>
          <p:cNvSpPr/>
          <p:nvPr/>
        </p:nvSpPr>
        <p:spPr>
          <a:xfrm>
            <a:off x="4999237" y="306151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Select job vacancy</a:t>
            </a:r>
            <a:endParaRPr sz="1100" b="0" i="0" u="none" strike="noStrike" cap="none">
              <a:solidFill>
                <a:schemeClr val="dk1"/>
              </a:solidFill>
              <a:latin typeface="Arial"/>
              <a:ea typeface="Arial"/>
              <a:cs typeface="Arial"/>
              <a:sym typeface="Arial"/>
            </a:endParaRPr>
          </a:p>
        </p:txBody>
      </p:sp>
      <p:sp>
        <p:nvSpPr>
          <p:cNvPr id="263" name="Google Shape;263;p28"/>
          <p:cNvSpPr/>
          <p:nvPr/>
        </p:nvSpPr>
        <p:spPr>
          <a:xfrm>
            <a:off x="4999237" y="3733855"/>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Remove job vacancy</a:t>
            </a:r>
            <a:endParaRPr sz="1100" b="0" i="0" u="none" strike="noStrike" cap="none">
              <a:solidFill>
                <a:schemeClr val="dk1"/>
              </a:solidFill>
              <a:latin typeface="Arial"/>
              <a:ea typeface="Arial"/>
              <a:cs typeface="Arial"/>
              <a:sym typeface="Arial"/>
            </a:endParaRPr>
          </a:p>
        </p:txBody>
      </p:sp>
      <p:sp>
        <p:nvSpPr>
          <p:cNvPr id="264" name="Google Shape;264;p28"/>
          <p:cNvSpPr/>
          <p:nvPr/>
        </p:nvSpPr>
        <p:spPr>
          <a:xfrm>
            <a:off x="6013684" y="306151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See job applicants</a:t>
            </a:r>
            <a:endParaRPr sz="1100" b="0" i="0" u="none" strike="noStrike" cap="none">
              <a:solidFill>
                <a:schemeClr val="dk1"/>
              </a:solidFill>
              <a:latin typeface="Arial"/>
              <a:ea typeface="Arial"/>
              <a:cs typeface="Arial"/>
              <a:sym typeface="Arial"/>
            </a:endParaRPr>
          </a:p>
        </p:txBody>
      </p:sp>
      <p:sp>
        <p:nvSpPr>
          <p:cNvPr id="265" name="Google Shape;265;p28"/>
          <p:cNvSpPr/>
          <p:nvPr/>
        </p:nvSpPr>
        <p:spPr>
          <a:xfrm>
            <a:off x="7033433" y="306151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Send message</a:t>
            </a:r>
            <a:endParaRPr sz="1100" b="0" i="0" u="none" strike="noStrike" cap="none">
              <a:solidFill>
                <a:schemeClr val="dk1"/>
              </a:solidFill>
              <a:latin typeface="Arial"/>
              <a:ea typeface="Arial"/>
              <a:cs typeface="Arial"/>
              <a:sym typeface="Arial"/>
            </a:endParaRPr>
          </a:p>
        </p:txBody>
      </p:sp>
      <p:sp>
        <p:nvSpPr>
          <p:cNvPr id="266" name="Google Shape;266;p28"/>
          <p:cNvSpPr/>
          <p:nvPr/>
        </p:nvSpPr>
        <p:spPr>
          <a:xfrm>
            <a:off x="7033433" y="3733855"/>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Read message (applicant)</a:t>
            </a:r>
            <a:endParaRPr sz="1100" b="0" i="0" u="none" strike="noStrike" cap="none">
              <a:solidFill>
                <a:schemeClr val="dk1"/>
              </a:solidFill>
              <a:latin typeface="Arial"/>
              <a:ea typeface="Arial"/>
              <a:cs typeface="Arial"/>
              <a:sym typeface="Arial"/>
            </a:endParaRPr>
          </a:p>
        </p:txBody>
      </p:sp>
      <p:sp>
        <p:nvSpPr>
          <p:cNvPr id="267" name="Google Shape;267;p28"/>
          <p:cNvSpPr/>
          <p:nvPr/>
        </p:nvSpPr>
        <p:spPr>
          <a:xfrm>
            <a:off x="1953092" y="466384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Build resume with resume builder</a:t>
            </a:r>
            <a:endParaRPr sz="1000" b="0" i="0" u="none" strike="noStrike" cap="none">
              <a:solidFill>
                <a:schemeClr val="dk1"/>
              </a:solidFill>
              <a:latin typeface="Arial"/>
              <a:ea typeface="Arial"/>
              <a:cs typeface="Arial"/>
              <a:sym typeface="Arial"/>
            </a:endParaRPr>
          </a:p>
        </p:txBody>
      </p:sp>
      <p:sp>
        <p:nvSpPr>
          <p:cNvPr id="268" name="Google Shape;268;p28"/>
          <p:cNvSpPr/>
          <p:nvPr/>
        </p:nvSpPr>
        <p:spPr>
          <a:xfrm>
            <a:off x="2973232" y="5334845"/>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Receive SMS for newly posted jobs</a:t>
            </a:r>
            <a:endParaRPr sz="1000" b="0" i="0" u="none" strike="noStrike" cap="none">
              <a:solidFill>
                <a:schemeClr val="dk1"/>
              </a:solidFill>
              <a:latin typeface="Arial"/>
              <a:ea typeface="Arial"/>
              <a:cs typeface="Arial"/>
              <a:sym typeface="Arial"/>
            </a:endParaRPr>
          </a:p>
        </p:txBody>
      </p:sp>
      <p:sp>
        <p:nvSpPr>
          <p:cNvPr id="269" name="Google Shape;269;p28"/>
          <p:cNvSpPr/>
          <p:nvPr/>
        </p:nvSpPr>
        <p:spPr>
          <a:xfrm>
            <a:off x="4999237" y="466384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Receive SMS alert - last date approaching</a:t>
            </a:r>
            <a:endParaRPr sz="1000" b="0" i="0" u="none" strike="noStrike" cap="none">
              <a:solidFill>
                <a:schemeClr val="dk1"/>
              </a:solidFill>
              <a:latin typeface="Arial"/>
              <a:ea typeface="Arial"/>
              <a:cs typeface="Arial"/>
              <a:sym typeface="Arial"/>
            </a:endParaRPr>
          </a:p>
        </p:txBody>
      </p:sp>
      <p:sp>
        <p:nvSpPr>
          <p:cNvPr id="270" name="Google Shape;270;p28"/>
          <p:cNvSpPr/>
          <p:nvPr/>
        </p:nvSpPr>
        <p:spPr>
          <a:xfrm>
            <a:off x="7033433" y="4663842"/>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Send interview request</a:t>
            </a:r>
            <a:endParaRPr sz="1100" b="0" i="0" u="none" strike="noStrike" cap="none">
              <a:solidFill>
                <a:schemeClr val="dk1"/>
              </a:solidFill>
              <a:latin typeface="Arial"/>
              <a:ea typeface="Arial"/>
              <a:cs typeface="Arial"/>
              <a:sym typeface="Arial"/>
            </a:endParaRPr>
          </a:p>
        </p:txBody>
      </p:sp>
      <p:sp>
        <p:nvSpPr>
          <p:cNvPr id="271" name="Google Shape;271;p28"/>
          <p:cNvSpPr/>
          <p:nvPr/>
        </p:nvSpPr>
        <p:spPr>
          <a:xfrm>
            <a:off x="7033433" y="5334845"/>
            <a:ext cx="925487" cy="608760"/>
          </a:xfrm>
          <a:prstGeom prst="rect">
            <a:avLst/>
          </a:prstGeom>
          <a:solidFill>
            <a:srgbClr val="DAEEF3"/>
          </a:solidFill>
          <a:ln w="25400" cap="flat" cmpd="sng">
            <a:solidFill>
              <a:srgbClr val="395E8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Respond to interview request</a:t>
            </a:r>
            <a:endParaRPr sz="1100" b="0" i="0" u="none" strike="noStrike" cap="none">
              <a:solidFill>
                <a:schemeClr val="dk1"/>
              </a:solidFill>
              <a:latin typeface="Arial"/>
              <a:ea typeface="Arial"/>
              <a:cs typeface="Arial"/>
              <a:sym typeface="Arial"/>
            </a:endParaRPr>
          </a:p>
        </p:txBody>
      </p:sp>
      <p:sp>
        <p:nvSpPr>
          <p:cNvPr id="272" name="Google Shape;272;p28"/>
          <p:cNvSpPr txBox="1"/>
          <p:nvPr/>
        </p:nvSpPr>
        <p:spPr>
          <a:xfrm>
            <a:off x="8423985" y="1689097"/>
            <a:ext cx="761747" cy="4154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User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activities</a:t>
            </a:r>
            <a:endParaRPr sz="1050" b="1" i="0" u="none" strike="noStrike" cap="none">
              <a:solidFill>
                <a:srgbClr val="000000"/>
              </a:solidFill>
              <a:latin typeface="Arial"/>
              <a:ea typeface="Arial"/>
              <a:cs typeface="Arial"/>
              <a:sym typeface="Arial"/>
            </a:endParaRPr>
          </a:p>
        </p:txBody>
      </p:sp>
      <p:sp>
        <p:nvSpPr>
          <p:cNvPr id="273" name="Google Shape;273;p28"/>
          <p:cNvSpPr txBox="1"/>
          <p:nvPr/>
        </p:nvSpPr>
        <p:spPr>
          <a:xfrm>
            <a:off x="8435853" y="2269425"/>
            <a:ext cx="530915" cy="4154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User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tasks</a:t>
            </a:r>
            <a:endParaRPr sz="1050" b="1" i="0" u="none" strike="noStrike" cap="none">
              <a:solidFill>
                <a:srgbClr val="000000"/>
              </a:solidFill>
              <a:latin typeface="Arial"/>
              <a:ea typeface="Arial"/>
              <a:cs typeface="Arial"/>
              <a:sym typeface="Arial"/>
            </a:endParaRPr>
          </a:p>
        </p:txBody>
      </p:sp>
      <p:sp>
        <p:nvSpPr>
          <p:cNvPr id="274" name="Google Shape;274;p28"/>
          <p:cNvSpPr txBox="1"/>
          <p:nvPr/>
        </p:nvSpPr>
        <p:spPr>
          <a:xfrm>
            <a:off x="8454135" y="4195316"/>
            <a:ext cx="627095" cy="4154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User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stories</a:t>
            </a:r>
            <a:endParaRPr sz="1050" b="1" i="0" u="none" strike="noStrike" cap="none">
              <a:solidFill>
                <a:srgbClr val="000000"/>
              </a:solidFill>
              <a:latin typeface="Arial"/>
              <a:ea typeface="Arial"/>
              <a:cs typeface="Arial"/>
              <a:sym typeface="Arial"/>
            </a:endParaRPr>
          </a:p>
        </p:txBody>
      </p:sp>
      <p:sp>
        <p:nvSpPr>
          <p:cNvPr id="275" name="Google Shape;275;p28"/>
          <p:cNvSpPr/>
          <p:nvPr/>
        </p:nvSpPr>
        <p:spPr>
          <a:xfrm>
            <a:off x="8309801" y="1629229"/>
            <a:ext cx="144334" cy="492998"/>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6" name="Google Shape;276;p28"/>
          <p:cNvSpPr/>
          <p:nvPr/>
        </p:nvSpPr>
        <p:spPr>
          <a:xfrm>
            <a:off x="8309801" y="2209557"/>
            <a:ext cx="144334" cy="492998"/>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7" name="Google Shape;277;p28"/>
          <p:cNvSpPr/>
          <p:nvPr/>
        </p:nvSpPr>
        <p:spPr>
          <a:xfrm>
            <a:off x="8309801" y="3098490"/>
            <a:ext cx="144334" cy="2609151"/>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8" name="Google Shape;278;p28"/>
          <p:cNvSpPr/>
          <p:nvPr/>
        </p:nvSpPr>
        <p:spPr>
          <a:xfrm>
            <a:off x="684022" y="3061512"/>
            <a:ext cx="160361" cy="1316746"/>
          </a:xfrm>
          <a:prstGeom prst="lef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9" name="Google Shape;279;p28"/>
          <p:cNvSpPr txBox="1"/>
          <p:nvPr/>
        </p:nvSpPr>
        <p:spPr>
          <a:xfrm>
            <a:off x="56324" y="3478005"/>
            <a:ext cx="732893" cy="4154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Release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1</a:t>
            </a:r>
            <a:endParaRPr sz="1050" b="1" i="0" u="none" strike="noStrike" cap="none">
              <a:solidFill>
                <a:srgbClr val="000000"/>
              </a:solidFill>
              <a:latin typeface="Arial"/>
              <a:ea typeface="Arial"/>
              <a:cs typeface="Arial"/>
              <a:sym typeface="Arial"/>
            </a:endParaRPr>
          </a:p>
        </p:txBody>
      </p:sp>
      <p:sp>
        <p:nvSpPr>
          <p:cNvPr id="280" name="Google Shape;280;p28"/>
          <p:cNvSpPr txBox="1"/>
          <p:nvPr/>
        </p:nvSpPr>
        <p:spPr>
          <a:xfrm>
            <a:off x="38724" y="5064853"/>
            <a:ext cx="732893" cy="4154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Release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000000"/>
                </a:solidFill>
                <a:latin typeface="Arial"/>
                <a:ea typeface="Arial"/>
                <a:cs typeface="Arial"/>
                <a:sym typeface="Arial"/>
              </a:rPr>
              <a:t>2</a:t>
            </a:r>
            <a:endParaRPr sz="1050" b="1" i="0" u="none" strike="noStrike" cap="none">
              <a:solidFill>
                <a:srgbClr val="000000"/>
              </a:solidFill>
              <a:latin typeface="Arial"/>
              <a:ea typeface="Arial"/>
              <a:cs typeface="Arial"/>
              <a:sym typeface="Arial"/>
            </a:endParaRPr>
          </a:p>
        </p:txBody>
      </p:sp>
      <p:sp>
        <p:nvSpPr>
          <p:cNvPr id="281" name="Google Shape;281;p28"/>
          <p:cNvSpPr/>
          <p:nvPr/>
        </p:nvSpPr>
        <p:spPr>
          <a:xfrm>
            <a:off x="684023" y="4590592"/>
            <a:ext cx="186412" cy="1439350"/>
          </a:xfrm>
          <a:prstGeom prst="lef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6675404-87EC-2C8C-314F-34DDA7D9A344}"/>
                  </a:ext>
                </a:extLst>
              </p14:cNvPr>
              <p14:cNvContentPartPr/>
              <p14:nvPr/>
            </p14:nvContentPartPr>
            <p14:xfrm>
              <a:off x="199440" y="3065040"/>
              <a:ext cx="541800" cy="2527200"/>
            </p14:xfrm>
          </p:contentPart>
        </mc:Choice>
        <mc:Fallback>
          <p:pic>
            <p:nvPicPr>
              <p:cNvPr id="2" name="Ink 1">
                <a:extLst>
                  <a:ext uri="{FF2B5EF4-FFF2-40B4-BE49-F238E27FC236}">
                    <a16:creationId xmlns:a16="http://schemas.microsoft.com/office/drawing/2014/main" id="{46675404-87EC-2C8C-314F-34DDA7D9A344}"/>
                  </a:ext>
                </a:extLst>
              </p:cNvPr>
              <p:cNvPicPr/>
              <p:nvPr/>
            </p:nvPicPr>
            <p:blipFill>
              <a:blip r:embed="rId5"/>
              <a:stretch>
                <a:fillRect/>
              </a:stretch>
            </p:blipFill>
            <p:spPr>
              <a:xfrm>
                <a:off x="183240" y="3048840"/>
                <a:ext cx="574200" cy="255960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9"/>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00"/>
              </a:spcBef>
              <a:spcAft>
                <a:spcPts val="0"/>
              </a:spcAft>
              <a:buSzPts val="2000"/>
              <a:buFont typeface="Arial"/>
              <a:buChar char="•"/>
            </a:pPr>
            <a:r>
              <a:rPr lang="en-US"/>
              <a:t>Story map </a:t>
            </a:r>
            <a:endParaRPr/>
          </a:p>
          <a:p>
            <a:pPr marL="1028700" lvl="1" indent="-342900" algn="l" rtl="0">
              <a:lnSpc>
                <a:spcPct val="100000"/>
              </a:lnSpc>
              <a:spcBef>
                <a:spcPts val="400"/>
              </a:spcBef>
              <a:spcAft>
                <a:spcPts val="0"/>
              </a:spcAft>
              <a:buSzPts val="2000"/>
              <a:buFont typeface="Arial"/>
              <a:buChar char="•"/>
            </a:pPr>
            <a:r>
              <a:rPr lang="en-US"/>
              <a:t>Uses top down</a:t>
            </a:r>
            <a:endParaRPr/>
          </a:p>
          <a:p>
            <a:pPr marL="1028700" lvl="1" indent="-342900" algn="l" rtl="0">
              <a:lnSpc>
                <a:spcPct val="100000"/>
              </a:lnSpc>
              <a:spcBef>
                <a:spcPts val="400"/>
              </a:spcBef>
              <a:spcAft>
                <a:spcPts val="0"/>
              </a:spcAft>
              <a:buSzPts val="2000"/>
              <a:buFont typeface="Arial"/>
              <a:buChar char="•"/>
            </a:pPr>
            <a:r>
              <a:rPr lang="en-US"/>
              <a:t>Helps organize features based on importance</a:t>
            </a:r>
            <a:endParaRPr/>
          </a:p>
          <a:p>
            <a:pPr marL="1028700" lvl="1" indent="-342900" algn="l" rtl="0">
              <a:lnSpc>
                <a:spcPct val="100000"/>
              </a:lnSpc>
              <a:spcBef>
                <a:spcPts val="400"/>
              </a:spcBef>
              <a:spcAft>
                <a:spcPts val="0"/>
              </a:spcAft>
              <a:buSzPts val="2000"/>
              <a:buFont typeface="Arial"/>
              <a:buChar char="•"/>
            </a:pPr>
            <a:r>
              <a:rPr lang="en-US"/>
              <a:t>Helps plan releases</a:t>
            </a:r>
            <a:endParaRPr/>
          </a:p>
          <a:p>
            <a:pPr marL="1028700" lvl="1" indent="-215900" algn="l" rtl="0">
              <a:lnSpc>
                <a:spcPct val="100000"/>
              </a:lnSpc>
              <a:spcBef>
                <a:spcPts val="400"/>
              </a:spcBef>
              <a:spcAft>
                <a:spcPts val="0"/>
              </a:spcAft>
              <a:buSzPts val="2000"/>
              <a:buFont typeface="Arial"/>
              <a:buNone/>
            </a:pPr>
            <a:endParaRPr/>
          </a:p>
          <a:p>
            <a:pPr marL="1028700" lvl="1" indent="-215900" algn="l" rtl="0">
              <a:lnSpc>
                <a:spcPct val="100000"/>
              </a:lnSpc>
              <a:spcBef>
                <a:spcPts val="400"/>
              </a:spcBef>
              <a:spcAft>
                <a:spcPts val="0"/>
              </a:spcAft>
              <a:buSzPts val="2000"/>
              <a:buFont typeface="Arial"/>
              <a:buNone/>
            </a:pPr>
            <a:endParaRPr/>
          </a:p>
        </p:txBody>
      </p:sp>
      <p:sp>
        <p:nvSpPr>
          <p:cNvPr id="287" name="Google Shape;287;p2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US"/>
              <a:t>About Story map</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00"/>
              </a:spcBef>
              <a:spcAft>
                <a:spcPts val="0"/>
              </a:spcAft>
              <a:buClr>
                <a:srgbClr val="101141"/>
              </a:buClr>
              <a:buSzPts val="2000"/>
              <a:buFont typeface="Arial"/>
              <a:buNone/>
            </a:pPr>
            <a:r>
              <a:rPr lang="en-US"/>
              <a:t>Classification of product features:</a:t>
            </a:r>
            <a:endParaRPr/>
          </a:p>
          <a:p>
            <a:pPr marL="457200" marR="0" lvl="0" indent="-228600" algn="l" rtl="0">
              <a:lnSpc>
                <a:spcPct val="100000"/>
              </a:lnSpc>
              <a:spcBef>
                <a:spcPts val="400"/>
              </a:spcBef>
              <a:spcAft>
                <a:spcPts val="0"/>
              </a:spcAft>
              <a:buClr>
                <a:srgbClr val="101141"/>
              </a:buClr>
              <a:buSzPts val="2000"/>
              <a:buFont typeface="Arial"/>
              <a:buNone/>
            </a:pPr>
            <a:endParaRPr/>
          </a:p>
          <a:p>
            <a:pPr marL="571500" lvl="0" indent="-342900" algn="l" rtl="0">
              <a:lnSpc>
                <a:spcPct val="100000"/>
              </a:lnSpc>
              <a:spcBef>
                <a:spcPts val="400"/>
              </a:spcBef>
              <a:spcAft>
                <a:spcPts val="0"/>
              </a:spcAft>
              <a:buSzPts val="2000"/>
              <a:buFont typeface="Arial"/>
              <a:buChar char="•"/>
            </a:pPr>
            <a:r>
              <a:rPr lang="en-US"/>
              <a:t>Must have</a:t>
            </a:r>
            <a:endParaRPr/>
          </a:p>
          <a:p>
            <a:pPr marL="571500" lvl="0" indent="-342900" algn="l" rtl="0">
              <a:lnSpc>
                <a:spcPct val="100000"/>
              </a:lnSpc>
              <a:spcBef>
                <a:spcPts val="400"/>
              </a:spcBef>
              <a:spcAft>
                <a:spcPts val="0"/>
              </a:spcAft>
              <a:buSzPts val="2000"/>
              <a:buFont typeface="Arial"/>
              <a:buChar char="•"/>
            </a:pPr>
            <a:r>
              <a:rPr lang="en-US"/>
              <a:t>Wants</a:t>
            </a:r>
            <a:endParaRPr/>
          </a:p>
          <a:p>
            <a:pPr marL="571500" lvl="0" indent="-342900" algn="l" rtl="0">
              <a:lnSpc>
                <a:spcPct val="100000"/>
              </a:lnSpc>
              <a:spcBef>
                <a:spcPts val="400"/>
              </a:spcBef>
              <a:spcAft>
                <a:spcPts val="0"/>
              </a:spcAft>
              <a:buSzPts val="2000"/>
              <a:buFont typeface="Arial"/>
              <a:buChar char="•"/>
            </a:pPr>
            <a:r>
              <a:rPr lang="en-US"/>
              <a:t>Delighters</a:t>
            </a:r>
            <a:endParaRPr/>
          </a:p>
        </p:txBody>
      </p:sp>
      <p:sp>
        <p:nvSpPr>
          <p:cNvPr id="306" name="Google Shape;306;p3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US" sz="2800"/>
              <a:t>We need to classify and prioritize features: Kano model</a:t>
            </a:r>
            <a:endParaRPr sz="280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05FE6C8-5F28-E6C5-7677-485A4C19402D}"/>
                  </a:ext>
                </a:extLst>
              </p14:cNvPr>
              <p14:cNvContentPartPr/>
              <p14:nvPr/>
            </p14:nvContentPartPr>
            <p14:xfrm>
              <a:off x="1834560" y="1197360"/>
              <a:ext cx="4456080" cy="2171160"/>
            </p14:xfrm>
          </p:contentPart>
        </mc:Choice>
        <mc:Fallback>
          <p:pic>
            <p:nvPicPr>
              <p:cNvPr id="2" name="Ink 1">
                <a:extLst>
                  <a:ext uri="{FF2B5EF4-FFF2-40B4-BE49-F238E27FC236}">
                    <a16:creationId xmlns:a16="http://schemas.microsoft.com/office/drawing/2014/main" id="{805FE6C8-5F28-E6C5-7677-485A4C19402D}"/>
                  </a:ext>
                </a:extLst>
              </p:cNvPr>
              <p:cNvPicPr/>
              <p:nvPr/>
            </p:nvPicPr>
            <p:blipFill>
              <a:blip r:embed="rId4"/>
              <a:stretch>
                <a:fillRect/>
              </a:stretch>
            </p:blipFill>
            <p:spPr>
              <a:xfrm>
                <a:off x="1818360" y="1181160"/>
                <a:ext cx="4488480" cy="220356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US"/>
              <a:t>Classification of features changes over time…</a:t>
            </a:r>
            <a:endParaRPr/>
          </a:p>
        </p:txBody>
      </p:sp>
      <p:pic>
        <p:nvPicPr>
          <p:cNvPr id="332" name="Google Shape;332;p36" descr="Kano model"/>
          <p:cNvPicPr preferRelativeResize="0"/>
          <p:nvPr/>
        </p:nvPicPr>
        <p:blipFill rotWithShape="1">
          <a:blip r:embed="rId3">
            <a:alphaModFix/>
          </a:blip>
          <a:srcRect/>
          <a:stretch/>
        </p:blipFill>
        <p:spPr>
          <a:xfrm>
            <a:off x="159657" y="1493838"/>
            <a:ext cx="6431644" cy="5255306"/>
          </a:xfrm>
          <a:prstGeom prst="rect">
            <a:avLst/>
          </a:prstGeom>
          <a:noFill/>
          <a:ln>
            <a:noFill/>
          </a:ln>
        </p:spPr>
      </p:pic>
      <p:sp>
        <p:nvSpPr>
          <p:cNvPr id="333" name="Google Shape;333;p36"/>
          <p:cNvSpPr/>
          <p:nvPr/>
        </p:nvSpPr>
        <p:spPr>
          <a:xfrm>
            <a:off x="6678385" y="3602818"/>
            <a:ext cx="2276928" cy="17543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CC"/>
                </a:solidFill>
                <a:latin typeface="Arial"/>
                <a:ea typeface="Arial"/>
                <a:cs typeface="Arial"/>
                <a:sym typeface="Arial"/>
              </a:rPr>
              <a:t>As people start using the products, some features move on from Wants to Must haves and Delighters to Wants.</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6B20ECC-A08D-3CAD-3C66-CB9B60D49A4A}"/>
                  </a:ext>
                </a:extLst>
              </p14:cNvPr>
              <p14:cNvContentPartPr/>
              <p14:nvPr/>
            </p14:nvContentPartPr>
            <p14:xfrm>
              <a:off x="1662480" y="220320"/>
              <a:ext cx="4251960" cy="5694120"/>
            </p14:xfrm>
          </p:contentPart>
        </mc:Choice>
        <mc:Fallback>
          <p:pic>
            <p:nvPicPr>
              <p:cNvPr id="2" name="Ink 1">
                <a:extLst>
                  <a:ext uri="{FF2B5EF4-FFF2-40B4-BE49-F238E27FC236}">
                    <a16:creationId xmlns:a16="http://schemas.microsoft.com/office/drawing/2014/main" id="{16B20ECC-A08D-3CAD-3C66-CB9B60D49A4A}"/>
                  </a:ext>
                </a:extLst>
              </p:cNvPr>
              <p:cNvPicPr/>
              <p:nvPr/>
            </p:nvPicPr>
            <p:blipFill>
              <a:blip r:embed="rId5"/>
              <a:stretch>
                <a:fillRect/>
              </a:stretch>
            </p:blipFill>
            <p:spPr>
              <a:xfrm>
                <a:off x="1646280" y="204120"/>
                <a:ext cx="4284360" cy="572652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US" dirty="0"/>
              <a:t>Exercise 4: Create your business model canvas</a:t>
            </a:r>
            <a:endParaRPr dirty="0"/>
          </a:p>
        </p:txBody>
      </p:sp>
      <p:graphicFrame>
        <p:nvGraphicFramePr>
          <p:cNvPr id="2" name="object 12">
            <a:extLst>
              <a:ext uri="{FF2B5EF4-FFF2-40B4-BE49-F238E27FC236}">
                <a16:creationId xmlns:a16="http://schemas.microsoft.com/office/drawing/2014/main" id="{25224C76-4449-9B9E-34F0-78C0F0115DCE}"/>
              </a:ext>
            </a:extLst>
          </p:cNvPr>
          <p:cNvGraphicFramePr>
            <a:graphicFrameLocks noGrp="1"/>
          </p:cNvGraphicFramePr>
          <p:nvPr>
            <p:extLst>
              <p:ext uri="{D42A27DB-BD31-4B8C-83A1-F6EECF244321}">
                <p14:modId xmlns:p14="http://schemas.microsoft.com/office/powerpoint/2010/main" val="3370094758"/>
              </p:ext>
            </p:extLst>
          </p:nvPr>
        </p:nvGraphicFramePr>
        <p:xfrm>
          <a:off x="0" y="1366456"/>
          <a:ext cx="9144000" cy="5409855"/>
        </p:xfrm>
        <a:graphic>
          <a:graphicData uri="http://schemas.openxmlformats.org/drawingml/2006/table">
            <a:tbl>
              <a:tblPr firstRow="1" bandRow="1">
                <a:tableStyleId>{2D5ABB26-0587-4C30-8999-92F81FD0307C}</a:tableStyleId>
              </a:tblPr>
              <a:tblGrid>
                <a:gridCol w="1453265">
                  <a:extLst>
                    <a:ext uri="{9D8B030D-6E8A-4147-A177-3AD203B41FA5}">
                      <a16:colId xmlns:a16="http://schemas.microsoft.com/office/drawing/2014/main" val="20000"/>
                    </a:ext>
                  </a:extLst>
                </a:gridCol>
                <a:gridCol w="2068156">
                  <a:extLst>
                    <a:ext uri="{9D8B030D-6E8A-4147-A177-3AD203B41FA5}">
                      <a16:colId xmlns:a16="http://schemas.microsoft.com/office/drawing/2014/main" val="20001"/>
                    </a:ext>
                  </a:extLst>
                </a:gridCol>
                <a:gridCol w="1507135">
                  <a:extLst>
                    <a:ext uri="{9D8B030D-6E8A-4147-A177-3AD203B41FA5}">
                      <a16:colId xmlns:a16="http://schemas.microsoft.com/office/drawing/2014/main" val="20002"/>
                    </a:ext>
                  </a:extLst>
                </a:gridCol>
                <a:gridCol w="2340660">
                  <a:extLst>
                    <a:ext uri="{9D8B030D-6E8A-4147-A177-3AD203B41FA5}">
                      <a16:colId xmlns:a16="http://schemas.microsoft.com/office/drawing/2014/main" val="20003"/>
                    </a:ext>
                  </a:extLst>
                </a:gridCol>
                <a:gridCol w="1774784">
                  <a:extLst>
                    <a:ext uri="{9D8B030D-6E8A-4147-A177-3AD203B41FA5}">
                      <a16:colId xmlns:a16="http://schemas.microsoft.com/office/drawing/2014/main" val="20004"/>
                    </a:ext>
                  </a:extLst>
                </a:gridCol>
              </a:tblGrid>
              <a:tr h="2625451">
                <a:tc rowSpan="2">
                  <a:txBody>
                    <a:bodyPr/>
                    <a:lstStyle/>
                    <a:p>
                      <a:pPr marL="65405">
                        <a:lnSpc>
                          <a:spcPct val="100000"/>
                        </a:lnSpc>
                        <a:spcBef>
                          <a:spcPts val="540"/>
                        </a:spcBef>
                      </a:pPr>
                      <a:r>
                        <a:rPr sz="1200" b="1" spc="55" dirty="0">
                          <a:solidFill>
                            <a:srgbClr val="808080"/>
                          </a:solidFill>
                          <a:latin typeface="Times New Roman"/>
                          <a:cs typeface="Times New Roman"/>
                        </a:rPr>
                        <a:t>Key</a:t>
                      </a:r>
                      <a:r>
                        <a:rPr sz="1200" b="1" spc="-30" dirty="0">
                          <a:solidFill>
                            <a:srgbClr val="808080"/>
                          </a:solidFill>
                          <a:latin typeface="Times New Roman"/>
                          <a:cs typeface="Times New Roman"/>
                        </a:rPr>
                        <a:t> </a:t>
                      </a:r>
                      <a:r>
                        <a:rPr sz="1200" b="1" spc="80" dirty="0">
                          <a:solidFill>
                            <a:srgbClr val="808080"/>
                          </a:solidFill>
                          <a:latin typeface="Times New Roman"/>
                          <a:cs typeface="Times New Roman"/>
                        </a:rPr>
                        <a:t>Partners:</a:t>
                      </a:r>
                      <a:endParaRPr sz="1200" dirty="0">
                        <a:latin typeface="Times New Roman"/>
                        <a:cs typeface="Times New Roman"/>
                      </a:endParaRPr>
                    </a:p>
                    <a:p>
                      <a:pPr marL="65405" marR="299720">
                        <a:lnSpc>
                          <a:spcPct val="151000"/>
                        </a:lnSpc>
                        <a:spcBef>
                          <a:spcPts val="675"/>
                        </a:spcBef>
                      </a:pPr>
                      <a:r>
                        <a:rPr sz="1200" b="1" spc="355" dirty="0">
                          <a:solidFill>
                            <a:srgbClr val="808080"/>
                          </a:solidFill>
                          <a:latin typeface="Times New Roman"/>
                          <a:cs typeface="Times New Roman"/>
                        </a:rPr>
                        <a:t>-</a:t>
                      </a:r>
                      <a:r>
                        <a:rPr sz="1200" b="1" spc="-215" dirty="0">
                          <a:solidFill>
                            <a:srgbClr val="808080"/>
                          </a:solidFill>
                          <a:latin typeface="Times New Roman"/>
                          <a:cs typeface="Times New Roman"/>
                        </a:rPr>
                        <a:t> </a:t>
                      </a:r>
                      <a:r>
                        <a:rPr sz="1200" spc="105" dirty="0">
                          <a:solidFill>
                            <a:srgbClr val="808080"/>
                          </a:solidFill>
                          <a:latin typeface="Times New Roman"/>
                          <a:cs typeface="Times New Roman"/>
                        </a:rPr>
                        <a:t>Drivers </a:t>
                      </a:r>
                      <a:r>
                        <a:rPr sz="1200" spc="135" dirty="0">
                          <a:solidFill>
                            <a:srgbClr val="808080"/>
                          </a:solidFill>
                          <a:latin typeface="Times New Roman"/>
                          <a:cs typeface="Times New Roman"/>
                        </a:rPr>
                        <a:t>with  </a:t>
                      </a:r>
                      <a:r>
                        <a:rPr sz="1200" spc="125" dirty="0">
                          <a:solidFill>
                            <a:srgbClr val="808080"/>
                          </a:solidFill>
                          <a:latin typeface="Times New Roman"/>
                          <a:cs typeface="Times New Roman"/>
                        </a:rPr>
                        <a:t>cars</a:t>
                      </a:r>
                      <a:endParaRPr sz="1200" dirty="0">
                        <a:latin typeface="Times New Roman"/>
                        <a:cs typeface="Times New Roman"/>
                      </a:endParaRPr>
                    </a:p>
                    <a:p>
                      <a:pPr marL="196850" indent="-132080">
                        <a:lnSpc>
                          <a:spcPct val="100000"/>
                        </a:lnSpc>
                        <a:spcBef>
                          <a:spcPts val="735"/>
                        </a:spcBef>
                        <a:buChar char="-"/>
                        <a:tabLst>
                          <a:tab pos="197485" algn="l"/>
                        </a:tabLst>
                      </a:pPr>
                      <a:r>
                        <a:rPr sz="1200" spc="110" dirty="0">
                          <a:solidFill>
                            <a:srgbClr val="808080"/>
                          </a:solidFill>
                          <a:latin typeface="Times New Roman"/>
                          <a:cs typeface="Times New Roman"/>
                        </a:rPr>
                        <a:t>Lobbyists</a:t>
                      </a:r>
                      <a:endParaRPr sz="1200" dirty="0">
                        <a:latin typeface="Times New Roman"/>
                        <a:cs typeface="Times New Roman"/>
                      </a:endParaRPr>
                    </a:p>
                    <a:p>
                      <a:pPr marL="65405" marR="549275">
                        <a:lnSpc>
                          <a:spcPct val="151000"/>
                        </a:lnSpc>
                        <a:buChar char="-"/>
                        <a:tabLst>
                          <a:tab pos="197485" algn="l"/>
                        </a:tabLst>
                      </a:pPr>
                      <a:r>
                        <a:rPr sz="1200" dirty="0">
                          <a:solidFill>
                            <a:srgbClr val="808080"/>
                          </a:solidFill>
                          <a:latin typeface="Times New Roman"/>
                          <a:cs typeface="Times New Roman"/>
                        </a:rPr>
                        <a:t>Payment  processors</a:t>
                      </a:r>
                      <a:endParaRPr sz="1200" dirty="0">
                        <a:latin typeface="Times New Roman"/>
                        <a:cs typeface="Times New Roman"/>
                      </a:endParaRPr>
                    </a:p>
                    <a:p>
                      <a:pPr marL="196850" indent="-132080">
                        <a:lnSpc>
                          <a:spcPct val="100000"/>
                        </a:lnSpc>
                        <a:spcBef>
                          <a:spcPts val="735"/>
                        </a:spcBef>
                        <a:buChar char="-"/>
                        <a:tabLst>
                          <a:tab pos="197485" algn="l"/>
                        </a:tabLst>
                      </a:pPr>
                      <a:r>
                        <a:rPr sz="1200" spc="135" dirty="0">
                          <a:solidFill>
                            <a:srgbClr val="808080"/>
                          </a:solidFill>
                          <a:latin typeface="Times New Roman"/>
                          <a:cs typeface="Times New Roman"/>
                        </a:rPr>
                        <a:t>Map</a:t>
                      </a:r>
                      <a:r>
                        <a:rPr sz="1200" spc="-105" dirty="0">
                          <a:solidFill>
                            <a:srgbClr val="808080"/>
                          </a:solidFill>
                          <a:latin typeface="Times New Roman"/>
                          <a:cs typeface="Times New Roman"/>
                        </a:rPr>
                        <a:t> </a:t>
                      </a:r>
                      <a:r>
                        <a:rPr sz="1200" spc="50" dirty="0">
                          <a:solidFill>
                            <a:srgbClr val="808080"/>
                          </a:solidFill>
                          <a:latin typeface="Times New Roman"/>
                          <a:cs typeface="Times New Roman"/>
                        </a:rPr>
                        <a:t>API</a:t>
                      </a:r>
                      <a:endParaRPr sz="1200" dirty="0">
                        <a:latin typeface="Times New Roman"/>
                        <a:cs typeface="Times New Roman"/>
                      </a:endParaRPr>
                    </a:p>
                    <a:p>
                      <a:pPr marL="65405">
                        <a:lnSpc>
                          <a:spcPct val="100000"/>
                        </a:lnSpc>
                        <a:spcBef>
                          <a:spcPts val="735"/>
                        </a:spcBef>
                      </a:pPr>
                      <a:r>
                        <a:rPr sz="1200" spc="125" dirty="0">
                          <a:solidFill>
                            <a:srgbClr val="808080"/>
                          </a:solidFill>
                          <a:latin typeface="Times New Roman"/>
                          <a:cs typeface="Times New Roman"/>
                        </a:rPr>
                        <a:t>providers</a:t>
                      </a:r>
                      <a:endParaRPr sz="1200" dirty="0">
                        <a:latin typeface="Times New Roman"/>
                        <a:cs typeface="Times New Roman"/>
                      </a:endParaRPr>
                    </a:p>
                    <a:p>
                      <a:pPr marL="196850" indent="-132080">
                        <a:lnSpc>
                          <a:spcPct val="100000"/>
                        </a:lnSpc>
                        <a:spcBef>
                          <a:spcPts val="735"/>
                        </a:spcBef>
                        <a:buChar char="-"/>
                        <a:tabLst>
                          <a:tab pos="197485" algn="l"/>
                        </a:tabLst>
                      </a:pPr>
                      <a:r>
                        <a:rPr sz="1200" spc="130" dirty="0">
                          <a:solidFill>
                            <a:srgbClr val="808080"/>
                          </a:solidFill>
                          <a:latin typeface="Times New Roman"/>
                          <a:cs typeface="Times New Roman"/>
                        </a:rPr>
                        <a:t>Investors</a:t>
                      </a:r>
                      <a:endParaRPr sz="1200" dirty="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a:txBody>
                    <a:bodyPr/>
                    <a:lstStyle/>
                    <a:p>
                      <a:pPr marL="68580">
                        <a:lnSpc>
                          <a:spcPct val="100000"/>
                        </a:lnSpc>
                        <a:spcBef>
                          <a:spcPts val="540"/>
                        </a:spcBef>
                      </a:pPr>
                      <a:r>
                        <a:rPr sz="1200" b="1" spc="55" dirty="0">
                          <a:solidFill>
                            <a:srgbClr val="808080"/>
                          </a:solidFill>
                          <a:latin typeface="Times New Roman"/>
                          <a:cs typeface="Times New Roman"/>
                        </a:rPr>
                        <a:t>Key</a:t>
                      </a:r>
                      <a:r>
                        <a:rPr sz="1200" b="1" spc="-25" dirty="0">
                          <a:solidFill>
                            <a:srgbClr val="808080"/>
                          </a:solidFill>
                          <a:latin typeface="Times New Roman"/>
                          <a:cs typeface="Times New Roman"/>
                        </a:rPr>
                        <a:t> </a:t>
                      </a:r>
                      <a:r>
                        <a:rPr sz="1200" b="1" spc="75" dirty="0">
                          <a:solidFill>
                            <a:srgbClr val="808080"/>
                          </a:solidFill>
                          <a:latin typeface="Times New Roman"/>
                          <a:cs typeface="Times New Roman"/>
                        </a:rPr>
                        <a:t>Activities:</a:t>
                      </a:r>
                      <a:endParaRPr sz="1200">
                        <a:latin typeface="Times New Roman"/>
                        <a:cs typeface="Times New Roman"/>
                      </a:endParaRPr>
                    </a:p>
                    <a:p>
                      <a:pPr>
                        <a:lnSpc>
                          <a:spcPct val="100000"/>
                        </a:lnSpc>
                        <a:spcBef>
                          <a:spcPts val="30"/>
                        </a:spcBef>
                      </a:pPr>
                      <a:endParaRPr sz="1200">
                        <a:latin typeface="Times New Roman"/>
                        <a:cs typeface="Times New Roman"/>
                      </a:endParaRPr>
                    </a:p>
                    <a:p>
                      <a:pPr marL="68580">
                        <a:lnSpc>
                          <a:spcPct val="100000"/>
                        </a:lnSpc>
                      </a:pPr>
                      <a:r>
                        <a:rPr sz="1200" b="1" spc="355" dirty="0">
                          <a:solidFill>
                            <a:srgbClr val="808080"/>
                          </a:solidFill>
                          <a:latin typeface="Times New Roman"/>
                          <a:cs typeface="Times New Roman"/>
                        </a:rPr>
                        <a:t>-</a:t>
                      </a:r>
                      <a:r>
                        <a:rPr sz="1200" b="1" spc="-195" dirty="0">
                          <a:solidFill>
                            <a:srgbClr val="808080"/>
                          </a:solidFill>
                          <a:latin typeface="Times New Roman"/>
                          <a:cs typeface="Times New Roman"/>
                        </a:rPr>
                        <a:t> </a:t>
                      </a:r>
                      <a:r>
                        <a:rPr sz="1200" spc="130" dirty="0">
                          <a:solidFill>
                            <a:srgbClr val="808080"/>
                          </a:solidFill>
                          <a:latin typeface="Times New Roman"/>
                          <a:cs typeface="Times New Roman"/>
                        </a:rPr>
                        <a:t>Product </a:t>
                      </a:r>
                      <a:r>
                        <a:rPr sz="1200" spc="140" dirty="0">
                          <a:solidFill>
                            <a:srgbClr val="808080"/>
                          </a:solidFill>
                          <a:latin typeface="Times New Roman"/>
                          <a:cs typeface="Times New Roman"/>
                        </a:rPr>
                        <a:t>development</a:t>
                      </a:r>
                      <a:endParaRPr sz="1200">
                        <a:latin typeface="Times New Roman"/>
                        <a:cs typeface="Times New Roman"/>
                      </a:endParaRPr>
                    </a:p>
                    <a:p>
                      <a:pPr>
                        <a:lnSpc>
                          <a:spcPct val="100000"/>
                        </a:lnSpc>
                        <a:spcBef>
                          <a:spcPts val="30"/>
                        </a:spcBef>
                      </a:pPr>
                      <a:endParaRPr sz="1250">
                        <a:latin typeface="Times New Roman"/>
                        <a:cs typeface="Times New Roman"/>
                      </a:endParaRPr>
                    </a:p>
                    <a:p>
                      <a:pPr marL="68580" marR="269240">
                        <a:lnSpc>
                          <a:spcPts val="1430"/>
                        </a:lnSpc>
                        <a:buChar char="-"/>
                        <a:tabLst>
                          <a:tab pos="200660" algn="l"/>
                        </a:tabLst>
                      </a:pPr>
                      <a:r>
                        <a:rPr sz="1200" spc="130" dirty="0">
                          <a:solidFill>
                            <a:srgbClr val="808080"/>
                          </a:solidFill>
                          <a:latin typeface="Times New Roman"/>
                          <a:cs typeface="Times New Roman"/>
                        </a:rPr>
                        <a:t>Marketing </a:t>
                      </a:r>
                      <a:r>
                        <a:rPr sz="1200" spc="-30" dirty="0">
                          <a:solidFill>
                            <a:srgbClr val="808080"/>
                          </a:solidFill>
                          <a:latin typeface="Times New Roman"/>
                          <a:cs typeface="Times New Roman"/>
                        </a:rPr>
                        <a:t>&amp;  </a:t>
                      </a:r>
                      <a:r>
                        <a:rPr sz="1200" spc="145" dirty="0">
                          <a:solidFill>
                            <a:srgbClr val="808080"/>
                          </a:solidFill>
                          <a:latin typeface="Times New Roman"/>
                          <a:cs typeface="Times New Roman"/>
                        </a:rPr>
                        <a:t>customer</a:t>
                      </a:r>
                      <a:r>
                        <a:rPr sz="1200" spc="-70" dirty="0">
                          <a:solidFill>
                            <a:srgbClr val="808080"/>
                          </a:solidFill>
                          <a:latin typeface="Times New Roman"/>
                          <a:cs typeface="Times New Roman"/>
                        </a:rPr>
                        <a:t> </a:t>
                      </a:r>
                      <a:r>
                        <a:rPr sz="1200" spc="120" dirty="0">
                          <a:solidFill>
                            <a:srgbClr val="808080"/>
                          </a:solidFill>
                          <a:latin typeface="Times New Roman"/>
                          <a:cs typeface="Times New Roman"/>
                        </a:rPr>
                        <a:t>acquisition</a:t>
                      </a:r>
                      <a:endParaRPr sz="1200">
                        <a:latin typeface="Times New Roman"/>
                        <a:cs typeface="Times New Roman"/>
                      </a:endParaRPr>
                    </a:p>
                    <a:p>
                      <a:pPr>
                        <a:lnSpc>
                          <a:spcPct val="100000"/>
                        </a:lnSpc>
                        <a:spcBef>
                          <a:spcPts val="35"/>
                        </a:spcBef>
                        <a:buClr>
                          <a:srgbClr val="808080"/>
                        </a:buClr>
                        <a:buFont typeface="Times New Roman"/>
                        <a:buChar char="-"/>
                      </a:pPr>
                      <a:endParaRPr sz="1150">
                        <a:latin typeface="Times New Roman"/>
                        <a:cs typeface="Times New Roman"/>
                      </a:endParaRPr>
                    </a:p>
                    <a:p>
                      <a:pPr marL="200025" indent="-132080">
                        <a:lnSpc>
                          <a:spcPct val="100000"/>
                        </a:lnSpc>
                        <a:buChar char="-"/>
                        <a:tabLst>
                          <a:tab pos="200660" algn="l"/>
                        </a:tabLst>
                      </a:pPr>
                      <a:r>
                        <a:rPr sz="1200" spc="125" dirty="0">
                          <a:solidFill>
                            <a:srgbClr val="808080"/>
                          </a:solidFill>
                          <a:latin typeface="Times New Roman"/>
                          <a:cs typeface="Times New Roman"/>
                        </a:rPr>
                        <a:t>Onboarding</a:t>
                      </a:r>
                      <a:r>
                        <a:rPr sz="1200" spc="-30" dirty="0">
                          <a:solidFill>
                            <a:srgbClr val="808080"/>
                          </a:solidFill>
                          <a:latin typeface="Times New Roman"/>
                          <a:cs typeface="Times New Roman"/>
                        </a:rPr>
                        <a:t> </a:t>
                      </a:r>
                      <a:r>
                        <a:rPr sz="1200" spc="120" dirty="0">
                          <a:solidFill>
                            <a:srgbClr val="808080"/>
                          </a:solidFill>
                          <a:latin typeface="Times New Roman"/>
                          <a:cs typeface="Times New Roman"/>
                        </a:rPr>
                        <a:t>drivers</a:t>
                      </a:r>
                      <a:endParaRPr sz="1200">
                        <a:latin typeface="Times New Roman"/>
                        <a:cs typeface="Times New Roman"/>
                      </a:endParaRPr>
                    </a:p>
                    <a:p>
                      <a:pPr>
                        <a:lnSpc>
                          <a:spcPct val="100000"/>
                        </a:lnSpc>
                        <a:spcBef>
                          <a:spcPts val="30"/>
                        </a:spcBef>
                        <a:buClr>
                          <a:srgbClr val="808080"/>
                        </a:buClr>
                        <a:buFont typeface="Times New Roman"/>
                        <a:buChar char="-"/>
                      </a:pPr>
                      <a:endParaRPr sz="1200">
                        <a:latin typeface="Times New Roman"/>
                        <a:cs typeface="Times New Roman"/>
                      </a:endParaRPr>
                    </a:p>
                    <a:p>
                      <a:pPr marL="200025" indent="-132080">
                        <a:lnSpc>
                          <a:spcPct val="100000"/>
                        </a:lnSpc>
                        <a:buChar char="-"/>
                        <a:tabLst>
                          <a:tab pos="200660" algn="l"/>
                        </a:tabLst>
                      </a:pPr>
                      <a:r>
                        <a:rPr sz="1200" spc="100" dirty="0">
                          <a:solidFill>
                            <a:srgbClr val="808080"/>
                          </a:solidFill>
                          <a:latin typeface="Times New Roman"/>
                          <a:cs typeface="Times New Roman"/>
                        </a:rPr>
                        <a:t>Driver</a:t>
                      </a:r>
                      <a:r>
                        <a:rPr sz="1200" spc="-25" dirty="0">
                          <a:solidFill>
                            <a:srgbClr val="808080"/>
                          </a:solidFill>
                          <a:latin typeface="Times New Roman"/>
                          <a:cs typeface="Times New Roman"/>
                        </a:rPr>
                        <a:t> </a:t>
                      </a:r>
                      <a:r>
                        <a:rPr sz="1200" spc="135" dirty="0">
                          <a:solidFill>
                            <a:srgbClr val="808080"/>
                          </a:solidFill>
                          <a:latin typeface="Times New Roman"/>
                          <a:cs typeface="Times New Roman"/>
                        </a:rPr>
                        <a:t>payouts</a:t>
                      </a:r>
                      <a:endParaRPr sz="1200">
                        <a:latin typeface="Times New Roman"/>
                        <a:cs typeface="Times New Roman"/>
                      </a:endParaRPr>
                    </a:p>
                    <a:p>
                      <a:pPr>
                        <a:lnSpc>
                          <a:spcPct val="100000"/>
                        </a:lnSpc>
                        <a:spcBef>
                          <a:spcPts val="30"/>
                        </a:spcBef>
                        <a:buClr>
                          <a:srgbClr val="808080"/>
                        </a:buClr>
                        <a:buFont typeface="Times New Roman"/>
                        <a:buChar char="-"/>
                      </a:pPr>
                      <a:endParaRPr sz="1200">
                        <a:latin typeface="Times New Roman"/>
                        <a:cs typeface="Times New Roman"/>
                      </a:endParaRPr>
                    </a:p>
                    <a:p>
                      <a:pPr marL="200025" indent="-132080">
                        <a:lnSpc>
                          <a:spcPct val="100000"/>
                        </a:lnSpc>
                        <a:buChar char="-"/>
                        <a:tabLst>
                          <a:tab pos="200660" algn="l"/>
                        </a:tabLst>
                      </a:pPr>
                      <a:r>
                        <a:rPr sz="1200" spc="135" dirty="0">
                          <a:solidFill>
                            <a:srgbClr val="808080"/>
                          </a:solidFill>
                          <a:latin typeface="Times New Roman"/>
                          <a:cs typeface="Times New Roman"/>
                        </a:rPr>
                        <a:t>Customer</a:t>
                      </a:r>
                      <a:r>
                        <a:rPr sz="1200" spc="-30" dirty="0">
                          <a:solidFill>
                            <a:srgbClr val="808080"/>
                          </a:solidFill>
                          <a:latin typeface="Times New Roman"/>
                          <a:cs typeface="Times New Roman"/>
                        </a:rPr>
                        <a:t> </a:t>
                      </a:r>
                      <a:r>
                        <a:rPr sz="1200" spc="145" dirty="0">
                          <a:solidFill>
                            <a:srgbClr val="808080"/>
                          </a:solidFill>
                          <a:latin typeface="Times New Roman"/>
                          <a:cs typeface="Times New Roman"/>
                        </a:rPr>
                        <a:t>support</a:t>
                      </a:r>
                      <a:endParaRPr sz="120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rowSpan="2">
                  <a:txBody>
                    <a:bodyPr/>
                    <a:lstStyle/>
                    <a:p>
                      <a:pPr marL="71120">
                        <a:lnSpc>
                          <a:spcPct val="100000"/>
                        </a:lnSpc>
                        <a:spcBef>
                          <a:spcPts val="540"/>
                        </a:spcBef>
                      </a:pPr>
                      <a:r>
                        <a:rPr sz="1200" b="1" spc="65" dirty="0">
                          <a:solidFill>
                            <a:srgbClr val="808080"/>
                          </a:solidFill>
                          <a:latin typeface="Times New Roman"/>
                          <a:cs typeface="Times New Roman"/>
                        </a:rPr>
                        <a:t>Value</a:t>
                      </a:r>
                      <a:r>
                        <a:rPr sz="1200" b="1" spc="-40" dirty="0">
                          <a:solidFill>
                            <a:srgbClr val="808080"/>
                          </a:solidFill>
                          <a:latin typeface="Times New Roman"/>
                          <a:cs typeface="Times New Roman"/>
                        </a:rPr>
                        <a:t> </a:t>
                      </a:r>
                      <a:r>
                        <a:rPr sz="1200" b="1" spc="100" dirty="0">
                          <a:solidFill>
                            <a:srgbClr val="808080"/>
                          </a:solidFill>
                          <a:latin typeface="Times New Roman"/>
                          <a:cs typeface="Times New Roman"/>
                        </a:rPr>
                        <a:t>Proposition:</a:t>
                      </a:r>
                      <a:endParaRPr sz="1200">
                        <a:latin typeface="Times New Roman"/>
                        <a:cs typeface="Times New Roman"/>
                      </a:endParaRPr>
                    </a:p>
                    <a:p>
                      <a:pPr>
                        <a:lnSpc>
                          <a:spcPct val="100000"/>
                        </a:lnSpc>
                        <a:spcBef>
                          <a:spcPts val="30"/>
                        </a:spcBef>
                      </a:pPr>
                      <a:endParaRPr sz="1200">
                        <a:latin typeface="Times New Roman"/>
                        <a:cs typeface="Times New Roman"/>
                      </a:endParaRPr>
                    </a:p>
                    <a:p>
                      <a:pPr marL="71120">
                        <a:lnSpc>
                          <a:spcPts val="1430"/>
                        </a:lnSpc>
                      </a:pPr>
                      <a:r>
                        <a:rPr sz="1200" b="1" i="1" spc="-100" dirty="0">
                          <a:solidFill>
                            <a:srgbClr val="808080"/>
                          </a:solidFill>
                          <a:latin typeface="Georgia"/>
                          <a:cs typeface="Georgia"/>
                        </a:rPr>
                        <a:t>Riders:</a:t>
                      </a:r>
                      <a:endParaRPr sz="1200">
                        <a:latin typeface="Georgia"/>
                        <a:cs typeface="Georgia"/>
                      </a:endParaRPr>
                    </a:p>
                    <a:p>
                      <a:pPr marL="203200" indent="-132715">
                        <a:lnSpc>
                          <a:spcPts val="1430"/>
                        </a:lnSpc>
                        <a:buChar char="-"/>
                        <a:tabLst>
                          <a:tab pos="203835" algn="l"/>
                        </a:tabLst>
                      </a:pPr>
                      <a:r>
                        <a:rPr sz="1200" spc="130" dirty="0">
                          <a:solidFill>
                            <a:srgbClr val="808080"/>
                          </a:solidFill>
                          <a:latin typeface="Times New Roman"/>
                          <a:cs typeface="Times New Roman"/>
                        </a:rPr>
                        <a:t>Faster</a:t>
                      </a:r>
                      <a:endParaRPr sz="1200">
                        <a:latin typeface="Times New Roman"/>
                        <a:cs typeface="Times New Roman"/>
                      </a:endParaRPr>
                    </a:p>
                    <a:p>
                      <a:pPr marL="203200" indent="-132715">
                        <a:lnSpc>
                          <a:spcPct val="100000"/>
                        </a:lnSpc>
                        <a:spcBef>
                          <a:spcPts val="735"/>
                        </a:spcBef>
                        <a:buChar char="-"/>
                        <a:tabLst>
                          <a:tab pos="203835" algn="l"/>
                        </a:tabLst>
                      </a:pPr>
                      <a:r>
                        <a:rPr sz="1200" spc="120" dirty="0">
                          <a:solidFill>
                            <a:srgbClr val="808080"/>
                          </a:solidFill>
                          <a:latin typeface="Times New Roman"/>
                          <a:cs typeface="Times New Roman"/>
                        </a:rPr>
                        <a:t>Cheaper</a:t>
                      </a:r>
                      <a:endParaRPr sz="1200">
                        <a:latin typeface="Times New Roman"/>
                        <a:cs typeface="Times New Roman"/>
                      </a:endParaRPr>
                    </a:p>
                    <a:p>
                      <a:pPr marL="203200" indent="-132715">
                        <a:lnSpc>
                          <a:spcPct val="100000"/>
                        </a:lnSpc>
                        <a:spcBef>
                          <a:spcPts val="735"/>
                        </a:spcBef>
                        <a:buChar char="-"/>
                        <a:tabLst>
                          <a:tab pos="203835" algn="l"/>
                        </a:tabLst>
                      </a:pPr>
                      <a:r>
                        <a:rPr sz="1200" spc="100" dirty="0">
                          <a:solidFill>
                            <a:srgbClr val="808080"/>
                          </a:solidFill>
                          <a:latin typeface="Times New Roman"/>
                          <a:cs typeface="Times New Roman"/>
                        </a:rPr>
                        <a:t>Nicer</a:t>
                      </a:r>
                      <a:endParaRPr sz="1200">
                        <a:latin typeface="Times New Roman"/>
                        <a:cs typeface="Times New Roman"/>
                      </a:endParaRPr>
                    </a:p>
                    <a:p>
                      <a:pPr marL="203200" indent="-132715">
                        <a:lnSpc>
                          <a:spcPct val="100000"/>
                        </a:lnSpc>
                        <a:spcBef>
                          <a:spcPts val="735"/>
                        </a:spcBef>
                        <a:buChar char="-"/>
                        <a:tabLst>
                          <a:tab pos="203835" algn="l"/>
                        </a:tabLst>
                      </a:pPr>
                      <a:r>
                        <a:rPr sz="1200" spc="105" dirty="0">
                          <a:solidFill>
                            <a:srgbClr val="808080"/>
                          </a:solidFill>
                          <a:latin typeface="Times New Roman"/>
                          <a:cs typeface="Times New Roman"/>
                        </a:rPr>
                        <a:t>Safer</a:t>
                      </a:r>
                      <a:endParaRPr sz="12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spcBef>
                          <a:spcPts val="25"/>
                        </a:spcBef>
                      </a:pPr>
                      <a:endParaRPr sz="1400">
                        <a:latin typeface="Times New Roman"/>
                        <a:cs typeface="Times New Roman"/>
                      </a:endParaRPr>
                    </a:p>
                    <a:p>
                      <a:pPr marL="71120">
                        <a:lnSpc>
                          <a:spcPct val="100000"/>
                        </a:lnSpc>
                      </a:pPr>
                      <a:r>
                        <a:rPr sz="1200" b="1" i="1" spc="-110" dirty="0">
                          <a:solidFill>
                            <a:srgbClr val="808080"/>
                          </a:solidFill>
                          <a:latin typeface="Georgia"/>
                          <a:cs typeface="Georgia"/>
                        </a:rPr>
                        <a:t>Drivers:</a:t>
                      </a:r>
                      <a:endParaRPr sz="1200">
                        <a:latin typeface="Georgia"/>
                        <a:cs typeface="Georgia"/>
                      </a:endParaRPr>
                    </a:p>
                    <a:p>
                      <a:pPr marL="71120">
                        <a:lnSpc>
                          <a:spcPct val="100000"/>
                        </a:lnSpc>
                        <a:spcBef>
                          <a:spcPts val="735"/>
                        </a:spcBef>
                      </a:pPr>
                      <a:r>
                        <a:rPr sz="1200" i="1" spc="350" dirty="0">
                          <a:solidFill>
                            <a:srgbClr val="808080"/>
                          </a:solidFill>
                          <a:latin typeface="Times New Roman"/>
                          <a:cs typeface="Times New Roman"/>
                        </a:rPr>
                        <a:t>-</a:t>
                      </a:r>
                      <a:r>
                        <a:rPr sz="1200" i="1" spc="-175" dirty="0">
                          <a:solidFill>
                            <a:srgbClr val="808080"/>
                          </a:solidFill>
                          <a:latin typeface="Times New Roman"/>
                          <a:cs typeface="Times New Roman"/>
                        </a:rPr>
                        <a:t> </a:t>
                      </a:r>
                      <a:r>
                        <a:rPr sz="1200" spc="90" dirty="0">
                          <a:solidFill>
                            <a:srgbClr val="808080"/>
                          </a:solidFill>
                          <a:latin typeface="Times New Roman"/>
                          <a:cs typeface="Times New Roman"/>
                        </a:rPr>
                        <a:t>Flexible </a:t>
                      </a:r>
                      <a:r>
                        <a:rPr sz="1200" spc="150" dirty="0">
                          <a:solidFill>
                            <a:srgbClr val="808080"/>
                          </a:solidFill>
                          <a:latin typeface="Times New Roman"/>
                          <a:cs typeface="Times New Roman"/>
                        </a:rPr>
                        <a:t>hours</a:t>
                      </a:r>
                      <a:endParaRPr sz="1200">
                        <a:latin typeface="Times New Roman"/>
                        <a:cs typeface="Times New Roman"/>
                      </a:endParaRPr>
                    </a:p>
                    <a:p>
                      <a:pPr marL="203200" indent="-132715">
                        <a:lnSpc>
                          <a:spcPct val="100000"/>
                        </a:lnSpc>
                        <a:spcBef>
                          <a:spcPts val="735"/>
                        </a:spcBef>
                        <a:buChar char="-"/>
                        <a:tabLst>
                          <a:tab pos="203835" algn="l"/>
                        </a:tabLst>
                      </a:pPr>
                      <a:r>
                        <a:rPr sz="1200" spc="110" dirty="0">
                          <a:solidFill>
                            <a:srgbClr val="808080"/>
                          </a:solidFill>
                          <a:latin typeface="Times New Roman"/>
                          <a:cs typeface="Times New Roman"/>
                        </a:rPr>
                        <a:t>No</a:t>
                      </a:r>
                      <a:r>
                        <a:rPr sz="1200" spc="-100" dirty="0">
                          <a:solidFill>
                            <a:srgbClr val="808080"/>
                          </a:solidFill>
                          <a:latin typeface="Times New Roman"/>
                          <a:cs typeface="Times New Roman"/>
                        </a:rPr>
                        <a:t> </a:t>
                      </a:r>
                      <a:r>
                        <a:rPr sz="1200" spc="135" dirty="0">
                          <a:solidFill>
                            <a:srgbClr val="808080"/>
                          </a:solidFill>
                          <a:latin typeface="Times New Roman"/>
                          <a:cs typeface="Times New Roman"/>
                        </a:rPr>
                        <a:t>training</a:t>
                      </a:r>
                      <a:endParaRPr sz="1200">
                        <a:latin typeface="Times New Roman"/>
                        <a:cs typeface="Times New Roman"/>
                      </a:endParaRPr>
                    </a:p>
                    <a:p>
                      <a:pPr marL="203200" indent="-132715">
                        <a:lnSpc>
                          <a:spcPct val="100000"/>
                        </a:lnSpc>
                        <a:spcBef>
                          <a:spcPts val="735"/>
                        </a:spcBef>
                        <a:buChar char="-"/>
                        <a:tabLst>
                          <a:tab pos="203835" algn="l"/>
                        </a:tabLst>
                      </a:pPr>
                      <a:r>
                        <a:rPr sz="1200" spc="110" dirty="0">
                          <a:solidFill>
                            <a:srgbClr val="808080"/>
                          </a:solidFill>
                          <a:latin typeface="Times New Roman"/>
                          <a:cs typeface="Times New Roman"/>
                        </a:rPr>
                        <a:t>No </a:t>
                      </a:r>
                      <a:r>
                        <a:rPr sz="1200" spc="145" dirty="0">
                          <a:solidFill>
                            <a:srgbClr val="808080"/>
                          </a:solidFill>
                          <a:latin typeface="Times New Roman"/>
                          <a:cs typeface="Times New Roman"/>
                        </a:rPr>
                        <a:t>upfront</a:t>
                      </a:r>
                      <a:r>
                        <a:rPr sz="1200" spc="-170" dirty="0">
                          <a:solidFill>
                            <a:srgbClr val="808080"/>
                          </a:solidFill>
                          <a:latin typeface="Times New Roman"/>
                          <a:cs typeface="Times New Roman"/>
                        </a:rPr>
                        <a:t> </a:t>
                      </a:r>
                      <a:r>
                        <a:rPr sz="1200" spc="125" dirty="0">
                          <a:solidFill>
                            <a:srgbClr val="808080"/>
                          </a:solidFill>
                          <a:latin typeface="Times New Roman"/>
                          <a:cs typeface="Times New Roman"/>
                        </a:rPr>
                        <a:t>cost</a:t>
                      </a:r>
                      <a:endParaRPr sz="1200">
                        <a:latin typeface="Times New Roman"/>
                        <a:cs typeface="Times New Roman"/>
                      </a:endParaRPr>
                    </a:p>
                    <a:p>
                      <a:pPr marL="203200" indent="-132715">
                        <a:lnSpc>
                          <a:spcPct val="100000"/>
                        </a:lnSpc>
                        <a:spcBef>
                          <a:spcPts val="735"/>
                        </a:spcBef>
                        <a:buChar char="-"/>
                        <a:tabLst>
                          <a:tab pos="203835" algn="l"/>
                        </a:tabLst>
                      </a:pPr>
                      <a:r>
                        <a:rPr sz="1200" spc="90" dirty="0">
                          <a:solidFill>
                            <a:srgbClr val="808080"/>
                          </a:solidFill>
                          <a:latin typeface="Times New Roman"/>
                          <a:cs typeface="Times New Roman"/>
                        </a:rPr>
                        <a:t>Reliable</a:t>
                      </a:r>
                      <a:r>
                        <a:rPr sz="1200" spc="-35" dirty="0">
                          <a:solidFill>
                            <a:srgbClr val="808080"/>
                          </a:solidFill>
                          <a:latin typeface="Times New Roman"/>
                          <a:cs typeface="Times New Roman"/>
                        </a:rPr>
                        <a:t> </a:t>
                      </a:r>
                      <a:r>
                        <a:rPr sz="1200" spc="155" dirty="0">
                          <a:solidFill>
                            <a:srgbClr val="808080"/>
                          </a:solidFill>
                          <a:latin typeface="Times New Roman"/>
                          <a:cs typeface="Times New Roman"/>
                        </a:rPr>
                        <a:t>payment</a:t>
                      </a:r>
                      <a:endParaRPr sz="120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a:txBody>
                    <a:bodyPr/>
                    <a:lstStyle/>
                    <a:p>
                      <a:pPr marL="71120">
                        <a:lnSpc>
                          <a:spcPct val="100000"/>
                        </a:lnSpc>
                        <a:spcBef>
                          <a:spcPts val="540"/>
                        </a:spcBef>
                      </a:pPr>
                      <a:r>
                        <a:rPr sz="1200" b="1" spc="95" dirty="0">
                          <a:solidFill>
                            <a:srgbClr val="808080"/>
                          </a:solidFill>
                          <a:latin typeface="Times New Roman"/>
                          <a:cs typeface="Times New Roman"/>
                        </a:rPr>
                        <a:t>Customer</a:t>
                      </a:r>
                      <a:r>
                        <a:rPr sz="1200" b="1" spc="-25" dirty="0">
                          <a:solidFill>
                            <a:srgbClr val="808080"/>
                          </a:solidFill>
                          <a:latin typeface="Times New Roman"/>
                          <a:cs typeface="Times New Roman"/>
                        </a:rPr>
                        <a:t> </a:t>
                      </a:r>
                      <a:r>
                        <a:rPr sz="1200" b="1" spc="95" dirty="0">
                          <a:solidFill>
                            <a:srgbClr val="808080"/>
                          </a:solidFill>
                          <a:latin typeface="Times New Roman"/>
                          <a:cs typeface="Times New Roman"/>
                        </a:rPr>
                        <a:t>Relationship:</a:t>
                      </a:r>
                      <a:endParaRPr sz="1200">
                        <a:latin typeface="Times New Roman"/>
                        <a:cs typeface="Times New Roman"/>
                      </a:endParaRPr>
                    </a:p>
                    <a:p>
                      <a:pPr>
                        <a:lnSpc>
                          <a:spcPct val="100000"/>
                        </a:lnSpc>
                        <a:spcBef>
                          <a:spcPts val="30"/>
                        </a:spcBef>
                      </a:pPr>
                      <a:endParaRPr sz="1200">
                        <a:latin typeface="Times New Roman"/>
                        <a:cs typeface="Times New Roman"/>
                      </a:endParaRPr>
                    </a:p>
                    <a:p>
                      <a:pPr marL="71120">
                        <a:lnSpc>
                          <a:spcPct val="100000"/>
                        </a:lnSpc>
                      </a:pPr>
                      <a:r>
                        <a:rPr sz="1200" b="1" spc="85" dirty="0">
                          <a:solidFill>
                            <a:srgbClr val="808080"/>
                          </a:solidFill>
                          <a:latin typeface="Times New Roman"/>
                          <a:cs typeface="Times New Roman"/>
                        </a:rPr>
                        <a:t>Acquisition:</a:t>
                      </a:r>
                      <a:endParaRPr sz="1200">
                        <a:latin typeface="Times New Roman"/>
                        <a:cs typeface="Times New Roman"/>
                      </a:endParaRPr>
                    </a:p>
                    <a:p>
                      <a:pPr marL="71120">
                        <a:lnSpc>
                          <a:spcPct val="100000"/>
                        </a:lnSpc>
                        <a:spcBef>
                          <a:spcPts val="735"/>
                        </a:spcBef>
                      </a:pPr>
                      <a:r>
                        <a:rPr sz="1200" b="1" spc="355" dirty="0">
                          <a:solidFill>
                            <a:srgbClr val="808080"/>
                          </a:solidFill>
                          <a:latin typeface="Times New Roman"/>
                          <a:cs typeface="Times New Roman"/>
                        </a:rPr>
                        <a:t>-</a:t>
                      </a:r>
                      <a:r>
                        <a:rPr sz="1200" b="1" spc="-25" dirty="0">
                          <a:solidFill>
                            <a:srgbClr val="808080"/>
                          </a:solidFill>
                          <a:latin typeface="Times New Roman"/>
                          <a:cs typeface="Times New Roman"/>
                        </a:rPr>
                        <a:t> </a:t>
                      </a:r>
                      <a:r>
                        <a:rPr sz="1200" spc="120" dirty="0">
                          <a:solidFill>
                            <a:srgbClr val="808080"/>
                          </a:solidFill>
                          <a:latin typeface="Times New Roman"/>
                          <a:cs typeface="Times New Roman"/>
                        </a:rPr>
                        <a:t>Country</a:t>
                      </a:r>
                      <a:r>
                        <a:rPr sz="1200" spc="-25" dirty="0">
                          <a:solidFill>
                            <a:srgbClr val="808080"/>
                          </a:solidFill>
                          <a:latin typeface="Times New Roman"/>
                          <a:cs typeface="Times New Roman"/>
                        </a:rPr>
                        <a:t> </a:t>
                      </a:r>
                      <a:r>
                        <a:rPr sz="1200" spc="130" dirty="0">
                          <a:solidFill>
                            <a:srgbClr val="808080"/>
                          </a:solidFill>
                          <a:latin typeface="Times New Roman"/>
                          <a:cs typeface="Times New Roman"/>
                        </a:rPr>
                        <a:t>Launch</a:t>
                      </a:r>
                      <a:r>
                        <a:rPr sz="1200" spc="-20" dirty="0">
                          <a:solidFill>
                            <a:srgbClr val="808080"/>
                          </a:solidFill>
                          <a:latin typeface="Times New Roman"/>
                          <a:cs typeface="Times New Roman"/>
                        </a:rPr>
                        <a:t> </a:t>
                      </a:r>
                      <a:r>
                        <a:rPr sz="1200" spc="165" dirty="0">
                          <a:solidFill>
                            <a:srgbClr val="808080"/>
                          </a:solidFill>
                          <a:latin typeface="Times New Roman"/>
                          <a:cs typeface="Times New Roman"/>
                        </a:rPr>
                        <a:t>team</a:t>
                      </a:r>
                      <a:endParaRPr sz="1200">
                        <a:latin typeface="Times New Roman"/>
                        <a:cs typeface="Times New Roman"/>
                      </a:endParaRPr>
                    </a:p>
                    <a:p>
                      <a:pPr marL="203200" indent="-132715">
                        <a:lnSpc>
                          <a:spcPct val="100000"/>
                        </a:lnSpc>
                        <a:spcBef>
                          <a:spcPts val="735"/>
                        </a:spcBef>
                        <a:buChar char="-"/>
                        <a:tabLst>
                          <a:tab pos="203835" algn="l"/>
                        </a:tabLst>
                      </a:pPr>
                      <a:r>
                        <a:rPr sz="1200" spc="100" dirty="0">
                          <a:solidFill>
                            <a:srgbClr val="808080"/>
                          </a:solidFill>
                          <a:latin typeface="Times New Roman"/>
                          <a:cs typeface="Times New Roman"/>
                        </a:rPr>
                        <a:t>Direct</a:t>
                      </a:r>
                      <a:r>
                        <a:rPr sz="1200" spc="-25" dirty="0">
                          <a:solidFill>
                            <a:srgbClr val="808080"/>
                          </a:solidFill>
                          <a:latin typeface="Times New Roman"/>
                          <a:cs typeface="Times New Roman"/>
                        </a:rPr>
                        <a:t> </a:t>
                      </a:r>
                      <a:r>
                        <a:rPr sz="1200" spc="150" dirty="0">
                          <a:solidFill>
                            <a:srgbClr val="808080"/>
                          </a:solidFill>
                          <a:latin typeface="Times New Roman"/>
                          <a:cs typeface="Times New Roman"/>
                        </a:rPr>
                        <a:t>promotions</a:t>
                      </a:r>
                      <a:endParaRPr sz="1200">
                        <a:latin typeface="Times New Roman"/>
                        <a:cs typeface="Times New Roman"/>
                      </a:endParaRPr>
                    </a:p>
                    <a:p>
                      <a:pPr>
                        <a:lnSpc>
                          <a:spcPct val="100000"/>
                        </a:lnSpc>
                        <a:buClr>
                          <a:srgbClr val="808080"/>
                        </a:buClr>
                        <a:buFont typeface="Times New Roman"/>
                        <a:buChar char="-"/>
                      </a:pPr>
                      <a:endParaRPr sz="1500">
                        <a:latin typeface="Times New Roman"/>
                        <a:cs typeface="Times New Roman"/>
                      </a:endParaRPr>
                    </a:p>
                    <a:p>
                      <a:pPr marL="71120">
                        <a:lnSpc>
                          <a:spcPct val="100000"/>
                        </a:lnSpc>
                        <a:spcBef>
                          <a:spcPts val="1185"/>
                        </a:spcBef>
                      </a:pPr>
                      <a:r>
                        <a:rPr sz="1200" b="1" spc="75" dirty="0">
                          <a:solidFill>
                            <a:srgbClr val="808080"/>
                          </a:solidFill>
                          <a:latin typeface="Times New Roman"/>
                          <a:cs typeface="Times New Roman"/>
                        </a:rPr>
                        <a:t>Support:</a:t>
                      </a:r>
                      <a:endParaRPr sz="1200">
                        <a:latin typeface="Times New Roman"/>
                        <a:cs typeface="Times New Roman"/>
                      </a:endParaRPr>
                    </a:p>
                    <a:p>
                      <a:pPr marL="71120" marR="100330">
                        <a:lnSpc>
                          <a:spcPct val="151000"/>
                        </a:lnSpc>
                        <a:buChar char="-"/>
                        <a:tabLst>
                          <a:tab pos="203835" algn="l"/>
                        </a:tabLst>
                      </a:pPr>
                      <a:r>
                        <a:rPr sz="1200" spc="130" dirty="0">
                          <a:solidFill>
                            <a:srgbClr val="808080"/>
                          </a:solidFill>
                          <a:latin typeface="Times New Roman"/>
                          <a:cs typeface="Times New Roman"/>
                        </a:rPr>
                        <a:t>Emergency </a:t>
                      </a:r>
                      <a:r>
                        <a:rPr sz="1200" spc="145" dirty="0">
                          <a:solidFill>
                            <a:srgbClr val="808080"/>
                          </a:solidFill>
                          <a:latin typeface="Times New Roman"/>
                          <a:cs typeface="Times New Roman"/>
                        </a:rPr>
                        <a:t>button,</a:t>
                      </a:r>
                      <a:r>
                        <a:rPr sz="1200" spc="-215" dirty="0">
                          <a:solidFill>
                            <a:srgbClr val="808080"/>
                          </a:solidFill>
                          <a:latin typeface="Times New Roman"/>
                          <a:cs typeface="Times New Roman"/>
                        </a:rPr>
                        <a:t> </a:t>
                      </a:r>
                      <a:r>
                        <a:rPr sz="1200" spc="145" dirty="0">
                          <a:solidFill>
                            <a:srgbClr val="808080"/>
                          </a:solidFill>
                          <a:latin typeface="Times New Roman"/>
                          <a:cs typeface="Times New Roman"/>
                        </a:rPr>
                        <a:t>phone,  </a:t>
                      </a:r>
                      <a:r>
                        <a:rPr sz="1200" spc="130" dirty="0">
                          <a:solidFill>
                            <a:srgbClr val="808080"/>
                          </a:solidFill>
                          <a:latin typeface="Times New Roman"/>
                          <a:cs typeface="Times New Roman"/>
                        </a:rPr>
                        <a:t>chat,</a:t>
                      </a:r>
                      <a:r>
                        <a:rPr sz="1200" spc="-25" dirty="0">
                          <a:solidFill>
                            <a:srgbClr val="808080"/>
                          </a:solidFill>
                          <a:latin typeface="Times New Roman"/>
                          <a:cs typeface="Times New Roman"/>
                        </a:rPr>
                        <a:t> </a:t>
                      </a:r>
                      <a:r>
                        <a:rPr sz="1200" spc="130" dirty="0">
                          <a:solidFill>
                            <a:srgbClr val="808080"/>
                          </a:solidFill>
                          <a:latin typeface="Times New Roman"/>
                          <a:cs typeface="Times New Roman"/>
                        </a:rPr>
                        <a:t>email</a:t>
                      </a:r>
                      <a:endParaRPr sz="1200">
                        <a:latin typeface="Times New Roman"/>
                        <a:cs typeface="Times New Roman"/>
                      </a:endParaRPr>
                    </a:p>
                    <a:p>
                      <a:pPr marL="71120" marR="156210">
                        <a:lnSpc>
                          <a:spcPct val="151000"/>
                        </a:lnSpc>
                        <a:buChar char="-"/>
                        <a:tabLst>
                          <a:tab pos="203835" algn="l"/>
                        </a:tabLst>
                      </a:pPr>
                      <a:r>
                        <a:rPr sz="1200" spc="95" dirty="0">
                          <a:solidFill>
                            <a:srgbClr val="808080"/>
                          </a:solidFill>
                          <a:latin typeface="Times New Roman"/>
                          <a:cs typeface="Times New Roman"/>
                        </a:rPr>
                        <a:t>Review, </a:t>
                      </a:r>
                      <a:r>
                        <a:rPr sz="1200" spc="135" dirty="0">
                          <a:solidFill>
                            <a:srgbClr val="808080"/>
                          </a:solidFill>
                          <a:latin typeface="Times New Roman"/>
                          <a:cs typeface="Times New Roman"/>
                        </a:rPr>
                        <a:t>rating</a:t>
                      </a:r>
                      <a:r>
                        <a:rPr sz="1200" spc="-170" dirty="0">
                          <a:solidFill>
                            <a:srgbClr val="808080"/>
                          </a:solidFill>
                          <a:latin typeface="Times New Roman"/>
                          <a:cs typeface="Times New Roman"/>
                        </a:rPr>
                        <a:t> </a:t>
                      </a:r>
                      <a:r>
                        <a:rPr sz="1200" spc="-30" dirty="0">
                          <a:solidFill>
                            <a:srgbClr val="808080"/>
                          </a:solidFill>
                          <a:latin typeface="Times New Roman"/>
                          <a:cs typeface="Times New Roman"/>
                        </a:rPr>
                        <a:t>&amp; </a:t>
                      </a:r>
                      <a:r>
                        <a:rPr sz="1200" spc="114" dirty="0">
                          <a:solidFill>
                            <a:srgbClr val="808080"/>
                          </a:solidFill>
                          <a:latin typeface="Times New Roman"/>
                          <a:cs typeface="Times New Roman"/>
                        </a:rPr>
                        <a:t>feedback  </a:t>
                      </a:r>
                      <a:r>
                        <a:rPr sz="1200" spc="150" dirty="0">
                          <a:solidFill>
                            <a:srgbClr val="808080"/>
                          </a:solidFill>
                          <a:latin typeface="Times New Roman"/>
                          <a:cs typeface="Times New Roman"/>
                        </a:rPr>
                        <a:t>system</a:t>
                      </a:r>
                      <a:endParaRPr sz="120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rowSpan="2">
                  <a:txBody>
                    <a:bodyPr/>
                    <a:lstStyle/>
                    <a:p>
                      <a:pPr marL="65405">
                        <a:lnSpc>
                          <a:spcPct val="100000"/>
                        </a:lnSpc>
                        <a:spcBef>
                          <a:spcPts val="540"/>
                        </a:spcBef>
                      </a:pPr>
                      <a:r>
                        <a:rPr sz="1200" b="1" spc="95" dirty="0">
                          <a:solidFill>
                            <a:srgbClr val="808080"/>
                          </a:solidFill>
                          <a:latin typeface="Times New Roman"/>
                          <a:cs typeface="Times New Roman"/>
                        </a:rPr>
                        <a:t>Customer</a:t>
                      </a:r>
                      <a:r>
                        <a:rPr sz="1200" b="1" spc="-25" dirty="0">
                          <a:solidFill>
                            <a:srgbClr val="808080"/>
                          </a:solidFill>
                          <a:latin typeface="Times New Roman"/>
                          <a:cs typeface="Times New Roman"/>
                        </a:rPr>
                        <a:t> </a:t>
                      </a:r>
                      <a:r>
                        <a:rPr sz="1200" b="1" spc="114" dirty="0">
                          <a:solidFill>
                            <a:srgbClr val="808080"/>
                          </a:solidFill>
                          <a:latin typeface="Times New Roman"/>
                          <a:cs typeface="Times New Roman"/>
                        </a:rPr>
                        <a:t>Segments:</a:t>
                      </a:r>
                      <a:endParaRPr sz="1200">
                        <a:latin typeface="Times New Roman"/>
                        <a:cs typeface="Times New Roman"/>
                      </a:endParaRPr>
                    </a:p>
                    <a:p>
                      <a:pPr>
                        <a:lnSpc>
                          <a:spcPct val="100000"/>
                        </a:lnSpc>
                        <a:spcBef>
                          <a:spcPts val="30"/>
                        </a:spcBef>
                      </a:pPr>
                      <a:endParaRPr sz="1200">
                        <a:latin typeface="Times New Roman"/>
                        <a:cs typeface="Times New Roman"/>
                      </a:endParaRPr>
                    </a:p>
                    <a:p>
                      <a:pPr marL="65405">
                        <a:lnSpc>
                          <a:spcPts val="1430"/>
                        </a:lnSpc>
                      </a:pPr>
                      <a:r>
                        <a:rPr sz="1200" b="1" i="1" spc="-100" dirty="0">
                          <a:solidFill>
                            <a:srgbClr val="808080"/>
                          </a:solidFill>
                          <a:latin typeface="Georgia"/>
                          <a:cs typeface="Georgia"/>
                        </a:rPr>
                        <a:t>Riders:</a:t>
                      </a:r>
                      <a:endParaRPr sz="1200">
                        <a:latin typeface="Georgia"/>
                        <a:cs typeface="Georgia"/>
                      </a:endParaRPr>
                    </a:p>
                    <a:p>
                      <a:pPr marL="196850" indent="-132080">
                        <a:lnSpc>
                          <a:spcPts val="1430"/>
                        </a:lnSpc>
                        <a:buChar char="-"/>
                        <a:tabLst>
                          <a:tab pos="197485" algn="l"/>
                        </a:tabLst>
                      </a:pPr>
                      <a:r>
                        <a:rPr sz="1200" spc="85" dirty="0">
                          <a:solidFill>
                            <a:srgbClr val="808080"/>
                          </a:solidFill>
                          <a:latin typeface="Times New Roman"/>
                          <a:cs typeface="Times New Roman"/>
                        </a:rPr>
                        <a:t>Do</a:t>
                      </a:r>
                      <a:r>
                        <a:rPr sz="1200" spc="-30" dirty="0">
                          <a:solidFill>
                            <a:srgbClr val="808080"/>
                          </a:solidFill>
                          <a:latin typeface="Times New Roman"/>
                          <a:cs typeface="Times New Roman"/>
                        </a:rPr>
                        <a:t> </a:t>
                      </a:r>
                      <a:r>
                        <a:rPr sz="1200" spc="160" dirty="0">
                          <a:solidFill>
                            <a:srgbClr val="808080"/>
                          </a:solidFill>
                          <a:latin typeface="Times New Roman"/>
                          <a:cs typeface="Times New Roman"/>
                        </a:rPr>
                        <a:t>not</a:t>
                      </a:r>
                      <a:r>
                        <a:rPr sz="1200" spc="-25" dirty="0">
                          <a:solidFill>
                            <a:srgbClr val="808080"/>
                          </a:solidFill>
                          <a:latin typeface="Times New Roman"/>
                          <a:cs typeface="Times New Roman"/>
                        </a:rPr>
                        <a:t> </a:t>
                      </a:r>
                      <a:r>
                        <a:rPr sz="1200" spc="155" dirty="0">
                          <a:solidFill>
                            <a:srgbClr val="808080"/>
                          </a:solidFill>
                          <a:latin typeface="Times New Roman"/>
                          <a:cs typeface="Times New Roman"/>
                        </a:rPr>
                        <a:t>own</a:t>
                      </a:r>
                      <a:r>
                        <a:rPr sz="1200" spc="-25" dirty="0">
                          <a:solidFill>
                            <a:srgbClr val="808080"/>
                          </a:solidFill>
                          <a:latin typeface="Times New Roman"/>
                          <a:cs typeface="Times New Roman"/>
                        </a:rPr>
                        <a:t> </a:t>
                      </a:r>
                      <a:r>
                        <a:rPr sz="1200" spc="140" dirty="0">
                          <a:solidFill>
                            <a:srgbClr val="808080"/>
                          </a:solidFill>
                          <a:latin typeface="Times New Roman"/>
                          <a:cs typeface="Times New Roman"/>
                        </a:rPr>
                        <a:t>a</a:t>
                      </a:r>
                      <a:r>
                        <a:rPr sz="1200" spc="-30" dirty="0">
                          <a:solidFill>
                            <a:srgbClr val="808080"/>
                          </a:solidFill>
                          <a:latin typeface="Times New Roman"/>
                          <a:cs typeface="Times New Roman"/>
                        </a:rPr>
                        <a:t> </a:t>
                      </a:r>
                      <a:r>
                        <a:rPr sz="1200" spc="120" dirty="0">
                          <a:solidFill>
                            <a:srgbClr val="808080"/>
                          </a:solidFill>
                          <a:latin typeface="Times New Roman"/>
                          <a:cs typeface="Times New Roman"/>
                        </a:rPr>
                        <a:t>car</a:t>
                      </a:r>
                      <a:endParaRPr sz="1200">
                        <a:latin typeface="Times New Roman"/>
                        <a:cs typeface="Times New Roman"/>
                      </a:endParaRPr>
                    </a:p>
                    <a:p>
                      <a:pPr>
                        <a:lnSpc>
                          <a:spcPct val="100000"/>
                        </a:lnSpc>
                        <a:spcBef>
                          <a:spcPts val="30"/>
                        </a:spcBef>
                        <a:buClr>
                          <a:srgbClr val="808080"/>
                        </a:buClr>
                        <a:buFont typeface="Times New Roman"/>
                        <a:buChar char="-"/>
                      </a:pPr>
                      <a:endParaRPr sz="1250">
                        <a:latin typeface="Times New Roman"/>
                        <a:cs typeface="Times New Roman"/>
                      </a:endParaRPr>
                    </a:p>
                    <a:p>
                      <a:pPr marL="65405" marR="377825">
                        <a:lnSpc>
                          <a:spcPts val="1430"/>
                        </a:lnSpc>
                        <a:buChar char="-"/>
                        <a:tabLst>
                          <a:tab pos="197485" algn="l"/>
                        </a:tabLst>
                      </a:pPr>
                      <a:r>
                        <a:rPr sz="1200" spc="135" dirty="0">
                          <a:solidFill>
                            <a:srgbClr val="808080"/>
                          </a:solidFill>
                          <a:latin typeface="Times New Roman"/>
                          <a:cs typeface="Times New Roman"/>
                        </a:rPr>
                        <a:t>Want</a:t>
                      </a:r>
                      <a:r>
                        <a:rPr sz="1200" spc="-40" dirty="0">
                          <a:solidFill>
                            <a:srgbClr val="808080"/>
                          </a:solidFill>
                          <a:latin typeface="Times New Roman"/>
                          <a:cs typeface="Times New Roman"/>
                        </a:rPr>
                        <a:t> </a:t>
                      </a:r>
                      <a:r>
                        <a:rPr sz="1200" spc="140" dirty="0">
                          <a:solidFill>
                            <a:srgbClr val="808080"/>
                          </a:solidFill>
                          <a:latin typeface="Times New Roman"/>
                          <a:cs typeface="Times New Roman"/>
                        </a:rPr>
                        <a:t>a</a:t>
                      </a:r>
                      <a:r>
                        <a:rPr sz="1200" spc="-40" dirty="0">
                          <a:solidFill>
                            <a:srgbClr val="808080"/>
                          </a:solidFill>
                          <a:latin typeface="Times New Roman"/>
                          <a:cs typeface="Times New Roman"/>
                        </a:rPr>
                        <a:t> </a:t>
                      </a:r>
                      <a:r>
                        <a:rPr sz="1200" spc="120" dirty="0">
                          <a:solidFill>
                            <a:srgbClr val="808080"/>
                          </a:solidFill>
                          <a:latin typeface="Times New Roman"/>
                          <a:cs typeface="Times New Roman"/>
                        </a:rPr>
                        <a:t>ride</a:t>
                      </a:r>
                      <a:r>
                        <a:rPr sz="1200" spc="-35" dirty="0">
                          <a:solidFill>
                            <a:srgbClr val="808080"/>
                          </a:solidFill>
                          <a:latin typeface="Times New Roman"/>
                          <a:cs typeface="Times New Roman"/>
                        </a:rPr>
                        <a:t> </a:t>
                      </a:r>
                      <a:r>
                        <a:rPr sz="1200" spc="140" dirty="0">
                          <a:solidFill>
                            <a:srgbClr val="808080"/>
                          </a:solidFill>
                          <a:latin typeface="Times New Roman"/>
                          <a:cs typeface="Times New Roman"/>
                        </a:rPr>
                        <a:t>to</a:t>
                      </a:r>
                      <a:r>
                        <a:rPr sz="1200" spc="-40" dirty="0">
                          <a:solidFill>
                            <a:srgbClr val="808080"/>
                          </a:solidFill>
                          <a:latin typeface="Times New Roman"/>
                          <a:cs typeface="Times New Roman"/>
                        </a:rPr>
                        <a:t> </a:t>
                      </a:r>
                      <a:r>
                        <a:rPr sz="1200" spc="140" dirty="0">
                          <a:solidFill>
                            <a:srgbClr val="808080"/>
                          </a:solidFill>
                          <a:latin typeface="Times New Roman"/>
                          <a:cs typeface="Times New Roman"/>
                        </a:rPr>
                        <a:t>a  </a:t>
                      </a:r>
                      <a:r>
                        <a:rPr sz="1200" spc="135" dirty="0">
                          <a:solidFill>
                            <a:srgbClr val="808080"/>
                          </a:solidFill>
                          <a:latin typeface="Times New Roman"/>
                          <a:cs typeface="Times New Roman"/>
                        </a:rPr>
                        <a:t>party or</a:t>
                      </a:r>
                      <a:r>
                        <a:rPr sz="1200" spc="-215" dirty="0">
                          <a:solidFill>
                            <a:srgbClr val="808080"/>
                          </a:solidFill>
                          <a:latin typeface="Times New Roman"/>
                          <a:cs typeface="Times New Roman"/>
                        </a:rPr>
                        <a:t> </a:t>
                      </a:r>
                      <a:r>
                        <a:rPr sz="1200" spc="130" dirty="0">
                          <a:solidFill>
                            <a:srgbClr val="808080"/>
                          </a:solidFill>
                          <a:latin typeface="Times New Roman"/>
                          <a:cs typeface="Times New Roman"/>
                        </a:rPr>
                        <a:t>function</a:t>
                      </a:r>
                      <a:endParaRPr sz="1200">
                        <a:latin typeface="Times New Roman"/>
                        <a:cs typeface="Times New Roman"/>
                      </a:endParaRPr>
                    </a:p>
                    <a:p>
                      <a:pPr>
                        <a:lnSpc>
                          <a:spcPct val="100000"/>
                        </a:lnSpc>
                        <a:spcBef>
                          <a:spcPts val="35"/>
                        </a:spcBef>
                        <a:buClr>
                          <a:srgbClr val="808080"/>
                        </a:buClr>
                        <a:buFont typeface="Times New Roman"/>
                        <a:buChar char="-"/>
                      </a:pPr>
                      <a:endParaRPr sz="1200">
                        <a:latin typeface="Times New Roman"/>
                        <a:cs typeface="Times New Roman"/>
                      </a:endParaRPr>
                    </a:p>
                    <a:p>
                      <a:pPr marL="65405" marR="294005">
                        <a:lnSpc>
                          <a:spcPts val="1430"/>
                        </a:lnSpc>
                        <a:buChar char="-"/>
                        <a:tabLst>
                          <a:tab pos="197485" algn="l"/>
                        </a:tabLst>
                      </a:pPr>
                      <a:r>
                        <a:rPr sz="1200" spc="135" dirty="0">
                          <a:solidFill>
                            <a:srgbClr val="808080"/>
                          </a:solidFill>
                          <a:latin typeface="Times New Roman"/>
                          <a:cs typeface="Times New Roman"/>
                        </a:rPr>
                        <a:t>Want</a:t>
                      </a:r>
                      <a:r>
                        <a:rPr sz="1200" spc="-40" dirty="0">
                          <a:solidFill>
                            <a:srgbClr val="808080"/>
                          </a:solidFill>
                          <a:latin typeface="Times New Roman"/>
                          <a:cs typeface="Times New Roman"/>
                        </a:rPr>
                        <a:t> </a:t>
                      </a:r>
                      <a:r>
                        <a:rPr sz="1200" spc="140" dirty="0">
                          <a:solidFill>
                            <a:srgbClr val="808080"/>
                          </a:solidFill>
                          <a:latin typeface="Times New Roman"/>
                          <a:cs typeface="Times New Roman"/>
                        </a:rPr>
                        <a:t>to</a:t>
                      </a:r>
                      <a:r>
                        <a:rPr sz="1200" spc="-35" dirty="0">
                          <a:solidFill>
                            <a:srgbClr val="808080"/>
                          </a:solidFill>
                          <a:latin typeface="Times New Roman"/>
                          <a:cs typeface="Times New Roman"/>
                        </a:rPr>
                        <a:t> </a:t>
                      </a:r>
                      <a:r>
                        <a:rPr sz="1200" spc="114" dirty="0">
                          <a:solidFill>
                            <a:srgbClr val="808080"/>
                          </a:solidFill>
                          <a:latin typeface="Times New Roman"/>
                          <a:cs typeface="Times New Roman"/>
                        </a:rPr>
                        <a:t>travel</a:t>
                      </a:r>
                      <a:r>
                        <a:rPr sz="1200" spc="-35" dirty="0">
                          <a:solidFill>
                            <a:srgbClr val="808080"/>
                          </a:solidFill>
                          <a:latin typeface="Times New Roman"/>
                          <a:cs typeface="Times New Roman"/>
                        </a:rPr>
                        <a:t> </a:t>
                      </a:r>
                      <a:r>
                        <a:rPr sz="1200" spc="130" dirty="0">
                          <a:solidFill>
                            <a:srgbClr val="808080"/>
                          </a:solidFill>
                          <a:latin typeface="Times New Roman"/>
                          <a:cs typeface="Times New Roman"/>
                        </a:rPr>
                        <a:t>in  </a:t>
                      </a:r>
                      <a:r>
                        <a:rPr sz="1200" spc="110" dirty="0">
                          <a:solidFill>
                            <a:srgbClr val="808080"/>
                          </a:solidFill>
                          <a:latin typeface="Times New Roman"/>
                          <a:cs typeface="Times New Roman"/>
                        </a:rPr>
                        <a:t>style</a:t>
                      </a:r>
                      <a:endParaRPr sz="1200">
                        <a:latin typeface="Times New Roman"/>
                        <a:cs typeface="Times New Roman"/>
                      </a:endParaRPr>
                    </a:p>
                    <a:p>
                      <a:pPr>
                        <a:lnSpc>
                          <a:spcPct val="100000"/>
                        </a:lnSpc>
                        <a:spcBef>
                          <a:spcPts val="35"/>
                        </a:spcBef>
                        <a:buClr>
                          <a:srgbClr val="808080"/>
                        </a:buClr>
                        <a:buFont typeface="Times New Roman"/>
                        <a:buChar char="-"/>
                      </a:pPr>
                      <a:endParaRPr sz="1200">
                        <a:latin typeface="Times New Roman"/>
                        <a:cs typeface="Times New Roman"/>
                      </a:endParaRPr>
                    </a:p>
                    <a:p>
                      <a:pPr marL="65405" marR="394335">
                        <a:lnSpc>
                          <a:spcPts val="1430"/>
                        </a:lnSpc>
                        <a:buChar char="-"/>
                        <a:tabLst>
                          <a:tab pos="197485" algn="l"/>
                        </a:tabLst>
                      </a:pPr>
                      <a:r>
                        <a:rPr sz="1200" spc="135" dirty="0">
                          <a:solidFill>
                            <a:srgbClr val="808080"/>
                          </a:solidFill>
                          <a:latin typeface="Times New Roman"/>
                          <a:cs typeface="Times New Roman"/>
                        </a:rPr>
                        <a:t>Want</a:t>
                      </a:r>
                      <a:r>
                        <a:rPr sz="1200" spc="-45" dirty="0">
                          <a:solidFill>
                            <a:srgbClr val="808080"/>
                          </a:solidFill>
                          <a:latin typeface="Times New Roman"/>
                          <a:cs typeface="Times New Roman"/>
                        </a:rPr>
                        <a:t> </a:t>
                      </a:r>
                      <a:r>
                        <a:rPr sz="1200" spc="140" dirty="0">
                          <a:solidFill>
                            <a:srgbClr val="808080"/>
                          </a:solidFill>
                          <a:latin typeface="Times New Roman"/>
                          <a:cs typeface="Times New Roman"/>
                        </a:rPr>
                        <a:t>a</a:t>
                      </a:r>
                      <a:r>
                        <a:rPr sz="1200" spc="-40" dirty="0">
                          <a:solidFill>
                            <a:srgbClr val="808080"/>
                          </a:solidFill>
                          <a:latin typeface="Times New Roman"/>
                          <a:cs typeface="Times New Roman"/>
                        </a:rPr>
                        <a:t> </a:t>
                      </a:r>
                      <a:r>
                        <a:rPr sz="1200" spc="135" dirty="0">
                          <a:solidFill>
                            <a:srgbClr val="808080"/>
                          </a:solidFill>
                          <a:latin typeface="Times New Roman"/>
                          <a:cs typeface="Times New Roman"/>
                        </a:rPr>
                        <a:t>cheap</a:t>
                      </a:r>
                      <a:r>
                        <a:rPr sz="1200" spc="-40" dirty="0">
                          <a:solidFill>
                            <a:srgbClr val="808080"/>
                          </a:solidFill>
                          <a:latin typeface="Times New Roman"/>
                          <a:cs typeface="Times New Roman"/>
                        </a:rPr>
                        <a:t> </a:t>
                      </a:r>
                      <a:r>
                        <a:rPr sz="1200" spc="-30" dirty="0">
                          <a:solidFill>
                            <a:srgbClr val="808080"/>
                          </a:solidFill>
                          <a:latin typeface="Times New Roman"/>
                          <a:cs typeface="Times New Roman"/>
                        </a:rPr>
                        <a:t>&amp;  </a:t>
                      </a:r>
                      <a:r>
                        <a:rPr sz="1200" spc="105" dirty="0">
                          <a:solidFill>
                            <a:srgbClr val="808080"/>
                          </a:solidFill>
                          <a:latin typeface="Times New Roman"/>
                          <a:cs typeface="Times New Roman"/>
                        </a:rPr>
                        <a:t>reliable</a:t>
                      </a:r>
                      <a:r>
                        <a:rPr sz="1200" spc="-30" dirty="0">
                          <a:solidFill>
                            <a:srgbClr val="808080"/>
                          </a:solidFill>
                          <a:latin typeface="Times New Roman"/>
                          <a:cs typeface="Times New Roman"/>
                        </a:rPr>
                        <a:t> </a:t>
                      </a:r>
                      <a:r>
                        <a:rPr sz="1200" spc="120" dirty="0">
                          <a:solidFill>
                            <a:srgbClr val="808080"/>
                          </a:solidFill>
                          <a:latin typeface="Times New Roman"/>
                          <a:cs typeface="Times New Roman"/>
                        </a:rPr>
                        <a:t>ride</a:t>
                      </a:r>
                      <a:endParaRPr sz="1200">
                        <a:latin typeface="Times New Roman"/>
                        <a:cs typeface="Times New Roman"/>
                      </a:endParaRPr>
                    </a:p>
                    <a:p>
                      <a:pPr>
                        <a:lnSpc>
                          <a:spcPct val="100000"/>
                        </a:lnSpc>
                        <a:spcBef>
                          <a:spcPts val="35"/>
                        </a:spcBef>
                        <a:buClr>
                          <a:srgbClr val="808080"/>
                        </a:buClr>
                        <a:buFont typeface="Times New Roman"/>
                        <a:buChar char="-"/>
                      </a:pPr>
                      <a:endParaRPr sz="1150">
                        <a:latin typeface="Times New Roman"/>
                        <a:cs typeface="Times New Roman"/>
                      </a:endParaRPr>
                    </a:p>
                    <a:p>
                      <a:pPr marL="65405">
                        <a:lnSpc>
                          <a:spcPts val="1430"/>
                        </a:lnSpc>
                      </a:pPr>
                      <a:r>
                        <a:rPr sz="1200" b="1" i="1" spc="-110" dirty="0">
                          <a:solidFill>
                            <a:srgbClr val="808080"/>
                          </a:solidFill>
                          <a:latin typeface="Georgia"/>
                          <a:cs typeface="Georgia"/>
                        </a:rPr>
                        <a:t>Drivers:</a:t>
                      </a:r>
                      <a:endParaRPr sz="1200">
                        <a:latin typeface="Georgia"/>
                        <a:cs typeface="Georgia"/>
                      </a:endParaRPr>
                    </a:p>
                    <a:p>
                      <a:pPr marL="65405" marR="131445">
                        <a:lnSpc>
                          <a:spcPts val="1430"/>
                        </a:lnSpc>
                        <a:spcBef>
                          <a:spcPts val="50"/>
                        </a:spcBef>
                        <a:buChar char="-"/>
                        <a:tabLst>
                          <a:tab pos="197485" algn="l"/>
                        </a:tabLst>
                      </a:pPr>
                      <a:r>
                        <a:rPr sz="1200" spc="110" dirty="0">
                          <a:solidFill>
                            <a:srgbClr val="808080"/>
                          </a:solidFill>
                          <a:latin typeface="Times New Roman"/>
                          <a:cs typeface="Times New Roman"/>
                        </a:rPr>
                        <a:t>Own</a:t>
                      </a:r>
                      <a:r>
                        <a:rPr sz="1200" spc="-35" dirty="0">
                          <a:solidFill>
                            <a:srgbClr val="808080"/>
                          </a:solidFill>
                          <a:latin typeface="Times New Roman"/>
                          <a:cs typeface="Times New Roman"/>
                        </a:rPr>
                        <a:t> </a:t>
                      </a:r>
                      <a:r>
                        <a:rPr sz="1200" spc="140" dirty="0">
                          <a:solidFill>
                            <a:srgbClr val="808080"/>
                          </a:solidFill>
                          <a:latin typeface="Times New Roman"/>
                          <a:cs typeface="Times New Roman"/>
                        </a:rPr>
                        <a:t>a</a:t>
                      </a:r>
                      <a:r>
                        <a:rPr sz="1200" spc="-30" dirty="0">
                          <a:solidFill>
                            <a:srgbClr val="808080"/>
                          </a:solidFill>
                          <a:latin typeface="Times New Roman"/>
                          <a:cs typeface="Times New Roman"/>
                        </a:rPr>
                        <a:t> </a:t>
                      </a:r>
                      <a:r>
                        <a:rPr sz="1200" spc="120" dirty="0">
                          <a:solidFill>
                            <a:srgbClr val="808080"/>
                          </a:solidFill>
                          <a:latin typeface="Times New Roman"/>
                          <a:cs typeface="Times New Roman"/>
                        </a:rPr>
                        <a:t>car</a:t>
                      </a:r>
                      <a:r>
                        <a:rPr sz="1200" spc="-35" dirty="0">
                          <a:solidFill>
                            <a:srgbClr val="808080"/>
                          </a:solidFill>
                          <a:latin typeface="Times New Roman"/>
                          <a:cs typeface="Times New Roman"/>
                        </a:rPr>
                        <a:t> </a:t>
                      </a:r>
                      <a:r>
                        <a:rPr sz="1200" spc="-30" dirty="0">
                          <a:solidFill>
                            <a:srgbClr val="808080"/>
                          </a:solidFill>
                          <a:latin typeface="Times New Roman"/>
                          <a:cs typeface="Times New Roman"/>
                        </a:rPr>
                        <a:t>&amp; </a:t>
                      </a:r>
                      <a:r>
                        <a:rPr sz="1200" spc="155" dirty="0">
                          <a:solidFill>
                            <a:srgbClr val="808080"/>
                          </a:solidFill>
                          <a:latin typeface="Times New Roman"/>
                          <a:cs typeface="Times New Roman"/>
                        </a:rPr>
                        <a:t>want</a:t>
                      </a:r>
                      <a:r>
                        <a:rPr sz="1200" spc="-35" dirty="0">
                          <a:solidFill>
                            <a:srgbClr val="808080"/>
                          </a:solidFill>
                          <a:latin typeface="Times New Roman"/>
                          <a:cs typeface="Times New Roman"/>
                        </a:rPr>
                        <a:t> </a:t>
                      </a:r>
                      <a:r>
                        <a:rPr sz="1200" spc="140" dirty="0">
                          <a:solidFill>
                            <a:srgbClr val="808080"/>
                          </a:solidFill>
                          <a:latin typeface="Times New Roman"/>
                          <a:cs typeface="Times New Roman"/>
                        </a:rPr>
                        <a:t>a  </a:t>
                      </a:r>
                      <a:r>
                        <a:rPr sz="1200" spc="114" dirty="0">
                          <a:solidFill>
                            <a:srgbClr val="808080"/>
                          </a:solidFill>
                          <a:latin typeface="Times New Roman"/>
                          <a:cs typeface="Times New Roman"/>
                        </a:rPr>
                        <a:t>ﬂexible </a:t>
                      </a:r>
                      <a:r>
                        <a:rPr sz="1200" spc="130" dirty="0">
                          <a:solidFill>
                            <a:srgbClr val="808080"/>
                          </a:solidFill>
                          <a:latin typeface="Times New Roman"/>
                          <a:cs typeface="Times New Roman"/>
                        </a:rPr>
                        <a:t>source </a:t>
                      </a:r>
                      <a:r>
                        <a:rPr sz="1200" spc="105" dirty="0">
                          <a:solidFill>
                            <a:srgbClr val="808080"/>
                          </a:solidFill>
                          <a:latin typeface="Times New Roman"/>
                          <a:cs typeface="Times New Roman"/>
                        </a:rPr>
                        <a:t>of  </a:t>
                      </a:r>
                      <a:r>
                        <a:rPr sz="1200" spc="140" dirty="0">
                          <a:solidFill>
                            <a:srgbClr val="808080"/>
                          </a:solidFill>
                          <a:latin typeface="Times New Roman"/>
                          <a:cs typeface="Times New Roman"/>
                        </a:rPr>
                        <a:t>income</a:t>
                      </a:r>
                      <a:endParaRPr sz="1200">
                        <a:latin typeface="Times New Roman"/>
                        <a:cs typeface="Times New Roman"/>
                      </a:endParaRPr>
                    </a:p>
                    <a:p>
                      <a:pPr>
                        <a:lnSpc>
                          <a:spcPct val="100000"/>
                        </a:lnSpc>
                        <a:spcBef>
                          <a:spcPts val="30"/>
                        </a:spcBef>
                        <a:buClr>
                          <a:srgbClr val="808080"/>
                        </a:buClr>
                        <a:buFont typeface="Times New Roman"/>
                        <a:buChar char="-"/>
                      </a:pPr>
                      <a:endParaRPr sz="1200">
                        <a:latin typeface="Times New Roman"/>
                        <a:cs typeface="Times New Roman"/>
                      </a:endParaRPr>
                    </a:p>
                    <a:p>
                      <a:pPr marL="65405" marR="125730">
                        <a:lnSpc>
                          <a:spcPts val="1430"/>
                        </a:lnSpc>
                        <a:buChar char="-"/>
                        <a:tabLst>
                          <a:tab pos="197485" algn="l"/>
                        </a:tabLst>
                      </a:pPr>
                      <a:r>
                        <a:rPr sz="1200" spc="110" dirty="0">
                          <a:solidFill>
                            <a:srgbClr val="808080"/>
                          </a:solidFill>
                          <a:latin typeface="Times New Roman"/>
                          <a:cs typeface="Times New Roman"/>
                        </a:rPr>
                        <a:t>Own</a:t>
                      </a:r>
                      <a:r>
                        <a:rPr sz="1200" spc="-35" dirty="0">
                          <a:solidFill>
                            <a:srgbClr val="808080"/>
                          </a:solidFill>
                          <a:latin typeface="Times New Roman"/>
                          <a:cs typeface="Times New Roman"/>
                        </a:rPr>
                        <a:t> </a:t>
                      </a:r>
                      <a:r>
                        <a:rPr sz="1200" spc="140" dirty="0">
                          <a:solidFill>
                            <a:srgbClr val="808080"/>
                          </a:solidFill>
                          <a:latin typeface="Times New Roman"/>
                          <a:cs typeface="Times New Roman"/>
                        </a:rPr>
                        <a:t>a</a:t>
                      </a:r>
                      <a:r>
                        <a:rPr sz="1200" spc="-30" dirty="0">
                          <a:solidFill>
                            <a:srgbClr val="808080"/>
                          </a:solidFill>
                          <a:latin typeface="Times New Roman"/>
                          <a:cs typeface="Times New Roman"/>
                        </a:rPr>
                        <a:t> </a:t>
                      </a:r>
                      <a:r>
                        <a:rPr sz="1200" spc="120" dirty="0">
                          <a:solidFill>
                            <a:srgbClr val="808080"/>
                          </a:solidFill>
                          <a:latin typeface="Times New Roman"/>
                          <a:cs typeface="Times New Roman"/>
                        </a:rPr>
                        <a:t>car</a:t>
                      </a:r>
                      <a:r>
                        <a:rPr sz="1200" spc="-30" dirty="0">
                          <a:solidFill>
                            <a:srgbClr val="808080"/>
                          </a:solidFill>
                          <a:latin typeface="Times New Roman"/>
                          <a:cs typeface="Times New Roman"/>
                        </a:rPr>
                        <a:t> &amp; </a:t>
                      </a:r>
                      <a:r>
                        <a:rPr sz="1200" spc="95" dirty="0">
                          <a:solidFill>
                            <a:srgbClr val="808080"/>
                          </a:solidFill>
                          <a:latin typeface="Times New Roman"/>
                          <a:cs typeface="Times New Roman"/>
                        </a:rPr>
                        <a:t>love</a:t>
                      </a:r>
                      <a:r>
                        <a:rPr sz="1200" spc="-30" dirty="0">
                          <a:solidFill>
                            <a:srgbClr val="808080"/>
                          </a:solidFill>
                          <a:latin typeface="Times New Roman"/>
                          <a:cs typeface="Times New Roman"/>
                        </a:rPr>
                        <a:t> </a:t>
                      </a:r>
                      <a:r>
                        <a:rPr sz="1200" spc="140" dirty="0">
                          <a:solidFill>
                            <a:srgbClr val="808080"/>
                          </a:solidFill>
                          <a:latin typeface="Times New Roman"/>
                          <a:cs typeface="Times New Roman"/>
                        </a:rPr>
                        <a:t>to  </a:t>
                      </a:r>
                      <a:r>
                        <a:rPr sz="1200" spc="110" dirty="0">
                          <a:solidFill>
                            <a:srgbClr val="808080"/>
                          </a:solidFill>
                          <a:latin typeface="Times New Roman"/>
                          <a:cs typeface="Times New Roman"/>
                        </a:rPr>
                        <a:t>drive</a:t>
                      </a:r>
                      <a:endParaRPr sz="120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extLst>
                  <a:ext uri="{0D108BD9-81ED-4DB2-BD59-A6C34878D82A}">
                    <a16:rowId xmlns:a16="http://schemas.microsoft.com/office/drawing/2014/main" val="10000"/>
                  </a:ext>
                </a:extLst>
              </a:tr>
              <a:tr h="1272447">
                <a:tc vMerge="1">
                  <a:txBody>
                    <a:bodyPr/>
                    <a:lstStyle/>
                    <a:p>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tcPr>
                </a:tc>
                <a:tc>
                  <a:txBody>
                    <a:bodyPr/>
                    <a:lstStyle/>
                    <a:p>
                      <a:pPr marL="68580">
                        <a:lnSpc>
                          <a:spcPct val="100000"/>
                        </a:lnSpc>
                        <a:spcBef>
                          <a:spcPts val="590"/>
                        </a:spcBef>
                      </a:pPr>
                      <a:r>
                        <a:rPr sz="1200" b="1" spc="55" dirty="0">
                          <a:solidFill>
                            <a:srgbClr val="808080"/>
                          </a:solidFill>
                          <a:latin typeface="Times New Roman"/>
                          <a:cs typeface="Times New Roman"/>
                        </a:rPr>
                        <a:t>Key</a:t>
                      </a:r>
                      <a:r>
                        <a:rPr sz="1200" b="1" spc="-25" dirty="0">
                          <a:solidFill>
                            <a:srgbClr val="808080"/>
                          </a:solidFill>
                          <a:latin typeface="Times New Roman"/>
                          <a:cs typeface="Times New Roman"/>
                        </a:rPr>
                        <a:t> </a:t>
                      </a:r>
                      <a:r>
                        <a:rPr sz="1200" b="1" spc="95" dirty="0">
                          <a:solidFill>
                            <a:srgbClr val="808080"/>
                          </a:solidFill>
                          <a:latin typeface="Times New Roman"/>
                          <a:cs typeface="Times New Roman"/>
                        </a:rPr>
                        <a:t>Resources:</a:t>
                      </a:r>
                      <a:endParaRPr sz="1200">
                        <a:latin typeface="Times New Roman"/>
                        <a:cs typeface="Times New Roman"/>
                      </a:endParaRPr>
                    </a:p>
                    <a:p>
                      <a:pPr>
                        <a:lnSpc>
                          <a:spcPct val="100000"/>
                        </a:lnSpc>
                        <a:spcBef>
                          <a:spcPts val="30"/>
                        </a:spcBef>
                      </a:pPr>
                      <a:endParaRPr sz="1200">
                        <a:latin typeface="Times New Roman"/>
                        <a:cs typeface="Times New Roman"/>
                      </a:endParaRPr>
                    </a:p>
                    <a:p>
                      <a:pPr marL="200025" indent="-132080">
                        <a:lnSpc>
                          <a:spcPct val="100000"/>
                        </a:lnSpc>
                        <a:buChar char="-"/>
                        <a:tabLst>
                          <a:tab pos="200660" algn="l"/>
                        </a:tabLst>
                      </a:pPr>
                      <a:r>
                        <a:rPr sz="1200" spc="135" dirty="0">
                          <a:solidFill>
                            <a:srgbClr val="808080"/>
                          </a:solidFill>
                          <a:latin typeface="Times New Roman"/>
                          <a:cs typeface="Times New Roman"/>
                        </a:rPr>
                        <a:t>Platform </a:t>
                      </a:r>
                      <a:r>
                        <a:rPr sz="1200" spc="-30" dirty="0">
                          <a:solidFill>
                            <a:srgbClr val="808080"/>
                          </a:solidFill>
                          <a:latin typeface="Times New Roman"/>
                          <a:cs typeface="Times New Roman"/>
                        </a:rPr>
                        <a:t>&amp;</a:t>
                      </a:r>
                      <a:r>
                        <a:rPr sz="1200" spc="-185" dirty="0">
                          <a:solidFill>
                            <a:srgbClr val="808080"/>
                          </a:solidFill>
                          <a:latin typeface="Times New Roman"/>
                          <a:cs typeface="Times New Roman"/>
                        </a:rPr>
                        <a:t> </a:t>
                      </a:r>
                      <a:r>
                        <a:rPr sz="1200" spc="135" dirty="0">
                          <a:solidFill>
                            <a:srgbClr val="808080"/>
                          </a:solidFill>
                          <a:latin typeface="Times New Roman"/>
                          <a:cs typeface="Times New Roman"/>
                        </a:rPr>
                        <a:t>talent</a:t>
                      </a:r>
                      <a:endParaRPr sz="1200">
                        <a:latin typeface="Times New Roman"/>
                        <a:cs typeface="Times New Roman"/>
                      </a:endParaRPr>
                    </a:p>
                    <a:p>
                      <a:pPr>
                        <a:lnSpc>
                          <a:spcPct val="100000"/>
                        </a:lnSpc>
                        <a:spcBef>
                          <a:spcPts val="30"/>
                        </a:spcBef>
                        <a:buClr>
                          <a:srgbClr val="808080"/>
                        </a:buClr>
                        <a:buFont typeface="Times New Roman"/>
                        <a:buChar char="-"/>
                      </a:pPr>
                      <a:endParaRPr sz="1200">
                        <a:latin typeface="Times New Roman"/>
                        <a:cs typeface="Times New Roman"/>
                      </a:endParaRPr>
                    </a:p>
                    <a:p>
                      <a:pPr marL="200025" indent="-132080">
                        <a:lnSpc>
                          <a:spcPct val="100000"/>
                        </a:lnSpc>
                        <a:buChar char="-"/>
                        <a:tabLst>
                          <a:tab pos="200660" algn="l"/>
                        </a:tabLst>
                      </a:pPr>
                      <a:r>
                        <a:rPr sz="1200" spc="105" dirty="0">
                          <a:solidFill>
                            <a:srgbClr val="808080"/>
                          </a:solidFill>
                          <a:latin typeface="Times New Roman"/>
                          <a:cs typeface="Times New Roman"/>
                        </a:rPr>
                        <a:t>Drivers </a:t>
                      </a:r>
                      <a:r>
                        <a:rPr sz="1200" spc="-30" dirty="0">
                          <a:solidFill>
                            <a:srgbClr val="808080"/>
                          </a:solidFill>
                          <a:latin typeface="Times New Roman"/>
                          <a:cs typeface="Times New Roman"/>
                        </a:rPr>
                        <a:t>&amp;</a:t>
                      </a:r>
                      <a:r>
                        <a:rPr sz="1200" spc="-155" dirty="0">
                          <a:solidFill>
                            <a:srgbClr val="808080"/>
                          </a:solidFill>
                          <a:latin typeface="Times New Roman"/>
                          <a:cs typeface="Times New Roman"/>
                        </a:rPr>
                        <a:t> </a:t>
                      </a:r>
                      <a:r>
                        <a:rPr sz="1200" spc="125" dirty="0">
                          <a:solidFill>
                            <a:srgbClr val="808080"/>
                          </a:solidFill>
                          <a:latin typeface="Times New Roman"/>
                          <a:cs typeface="Times New Roman"/>
                        </a:rPr>
                        <a:t>riders</a:t>
                      </a:r>
                      <a:endParaRPr sz="1200">
                        <a:latin typeface="Times New Roman"/>
                        <a:cs typeface="Times New Roman"/>
                      </a:endParaRPr>
                    </a:p>
                    <a:p>
                      <a:pPr>
                        <a:lnSpc>
                          <a:spcPct val="100000"/>
                        </a:lnSpc>
                        <a:spcBef>
                          <a:spcPts val="30"/>
                        </a:spcBef>
                        <a:buClr>
                          <a:srgbClr val="808080"/>
                        </a:buClr>
                        <a:buFont typeface="Times New Roman"/>
                        <a:buChar char="-"/>
                      </a:pPr>
                      <a:endParaRPr sz="1200">
                        <a:latin typeface="Times New Roman"/>
                        <a:cs typeface="Times New Roman"/>
                      </a:endParaRPr>
                    </a:p>
                    <a:p>
                      <a:pPr marL="200025" indent="-132080">
                        <a:lnSpc>
                          <a:spcPct val="100000"/>
                        </a:lnSpc>
                        <a:buChar char="-"/>
                        <a:tabLst>
                          <a:tab pos="200660" algn="l"/>
                        </a:tabLst>
                      </a:pPr>
                      <a:r>
                        <a:rPr sz="1200" spc="145" dirty="0">
                          <a:solidFill>
                            <a:srgbClr val="808080"/>
                          </a:solidFill>
                          <a:latin typeface="Times New Roman"/>
                          <a:cs typeface="Times New Roman"/>
                        </a:rPr>
                        <a:t>Patents </a:t>
                      </a:r>
                      <a:r>
                        <a:rPr sz="1200" spc="70" dirty="0">
                          <a:solidFill>
                            <a:srgbClr val="808080"/>
                          </a:solidFill>
                          <a:latin typeface="Times New Roman"/>
                          <a:cs typeface="Times New Roman"/>
                        </a:rPr>
                        <a:t>e.g.</a:t>
                      </a:r>
                      <a:r>
                        <a:rPr sz="1200" spc="-200" dirty="0">
                          <a:solidFill>
                            <a:srgbClr val="808080"/>
                          </a:solidFill>
                          <a:latin typeface="Times New Roman"/>
                          <a:cs typeface="Times New Roman"/>
                        </a:rPr>
                        <a:t> </a:t>
                      </a:r>
                      <a:r>
                        <a:rPr sz="1200" spc="130" dirty="0">
                          <a:solidFill>
                            <a:srgbClr val="808080"/>
                          </a:solidFill>
                          <a:latin typeface="Times New Roman"/>
                          <a:cs typeface="Times New Roman"/>
                        </a:rPr>
                        <a:t>designs</a:t>
                      </a:r>
                      <a:endParaRPr sz="1200">
                        <a:latin typeface="Times New Roman"/>
                        <a:cs typeface="Times New Roman"/>
                      </a:endParaRPr>
                    </a:p>
                  </a:txBody>
                  <a:tcPr marL="0" marR="0" marT="7493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vMerge="1">
                  <a:txBody>
                    <a:bodyPr/>
                    <a:lstStyle/>
                    <a:p>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tcPr>
                </a:tc>
                <a:tc>
                  <a:txBody>
                    <a:bodyPr/>
                    <a:lstStyle/>
                    <a:p>
                      <a:pPr marL="71120">
                        <a:lnSpc>
                          <a:spcPct val="100000"/>
                        </a:lnSpc>
                        <a:spcBef>
                          <a:spcPts val="590"/>
                        </a:spcBef>
                      </a:pPr>
                      <a:r>
                        <a:rPr sz="1200" b="1" spc="85" dirty="0">
                          <a:solidFill>
                            <a:srgbClr val="808080"/>
                          </a:solidFill>
                          <a:latin typeface="Times New Roman"/>
                          <a:cs typeface="Times New Roman"/>
                        </a:rPr>
                        <a:t>Channels:</a:t>
                      </a:r>
                      <a:endParaRPr sz="1200">
                        <a:latin typeface="Times New Roman"/>
                        <a:cs typeface="Times New Roman"/>
                      </a:endParaRPr>
                    </a:p>
                    <a:p>
                      <a:pPr>
                        <a:lnSpc>
                          <a:spcPct val="100000"/>
                        </a:lnSpc>
                        <a:spcBef>
                          <a:spcPts val="30"/>
                        </a:spcBef>
                      </a:pPr>
                      <a:endParaRPr sz="1200">
                        <a:latin typeface="Times New Roman"/>
                        <a:cs typeface="Times New Roman"/>
                      </a:endParaRPr>
                    </a:p>
                    <a:p>
                      <a:pPr marL="203200" indent="-132715">
                        <a:lnSpc>
                          <a:spcPct val="100000"/>
                        </a:lnSpc>
                        <a:buChar char="-"/>
                        <a:tabLst>
                          <a:tab pos="203835" algn="l"/>
                        </a:tabLst>
                      </a:pPr>
                      <a:r>
                        <a:rPr sz="1200" spc="114" dirty="0">
                          <a:solidFill>
                            <a:srgbClr val="808080"/>
                          </a:solidFill>
                          <a:latin typeface="Times New Roman"/>
                          <a:cs typeface="Times New Roman"/>
                        </a:rPr>
                        <a:t>Websites</a:t>
                      </a:r>
                      <a:r>
                        <a:rPr sz="1200" spc="-25" dirty="0">
                          <a:solidFill>
                            <a:srgbClr val="808080"/>
                          </a:solidFill>
                          <a:latin typeface="Times New Roman"/>
                          <a:cs typeface="Times New Roman"/>
                        </a:rPr>
                        <a:t> </a:t>
                      </a:r>
                      <a:r>
                        <a:rPr sz="1200" spc="-30" dirty="0">
                          <a:solidFill>
                            <a:srgbClr val="808080"/>
                          </a:solidFill>
                          <a:latin typeface="Times New Roman"/>
                          <a:cs typeface="Times New Roman"/>
                        </a:rPr>
                        <a:t>&amp;</a:t>
                      </a:r>
                      <a:r>
                        <a:rPr sz="1200" spc="-25" dirty="0">
                          <a:solidFill>
                            <a:srgbClr val="808080"/>
                          </a:solidFill>
                          <a:latin typeface="Times New Roman"/>
                          <a:cs typeface="Times New Roman"/>
                        </a:rPr>
                        <a:t> </a:t>
                      </a:r>
                      <a:r>
                        <a:rPr sz="1200" spc="120" dirty="0">
                          <a:solidFill>
                            <a:srgbClr val="808080"/>
                          </a:solidFill>
                          <a:latin typeface="Times New Roman"/>
                          <a:cs typeface="Times New Roman"/>
                        </a:rPr>
                        <a:t>3rd</a:t>
                      </a:r>
                      <a:r>
                        <a:rPr sz="1200" spc="-25" dirty="0">
                          <a:solidFill>
                            <a:srgbClr val="808080"/>
                          </a:solidFill>
                          <a:latin typeface="Times New Roman"/>
                          <a:cs typeface="Times New Roman"/>
                        </a:rPr>
                        <a:t> </a:t>
                      </a:r>
                      <a:r>
                        <a:rPr sz="1200" spc="135" dirty="0">
                          <a:solidFill>
                            <a:srgbClr val="808080"/>
                          </a:solidFill>
                          <a:latin typeface="Times New Roman"/>
                          <a:cs typeface="Times New Roman"/>
                        </a:rPr>
                        <a:t>party</a:t>
                      </a:r>
                      <a:r>
                        <a:rPr sz="1200" spc="-25" dirty="0">
                          <a:solidFill>
                            <a:srgbClr val="808080"/>
                          </a:solidFill>
                          <a:latin typeface="Times New Roman"/>
                          <a:cs typeface="Times New Roman"/>
                        </a:rPr>
                        <a:t> </a:t>
                      </a:r>
                      <a:r>
                        <a:rPr sz="1200" spc="120" dirty="0">
                          <a:solidFill>
                            <a:srgbClr val="808080"/>
                          </a:solidFill>
                          <a:latin typeface="Times New Roman"/>
                          <a:cs typeface="Times New Roman"/>
                        </a:rPr>
                        <a:t>sites</a:t>
                      </a:r>
                      <a:endParaRPr sz="1200">
                        <a:latin typeface="Times New Roman"/>
                        <a:cs typeface="Times New Roman"/>
                      </a:endParaRPr>
                    </a:p>
                    <a:p>
                      <a:pPr>
                        <a:lnSpc>
                          <a:spcPct val="100000"/>
                        </a:lnSpc>
                        <a:spcBef>
                          <a:spcPts val="30"/>
                        </a:spcBef>
                        <a:buClr>
                          <a:srgbClr val="808080"/>
                        </a:buClr>
                        <a:buFont typeface="Times New Roman"/>
                        <a:buChar char="-"/>
                      </a:pPr>
                      <a:endParaRPr sz="1250">
                        <a:latin typeface="Times New Roman"/>
                        <a:cs typeface="Times New Roman"/>
                      </a:endParaRPr>
                    </a:p>
                    <a:p>
                      <a:pPr marL="71120" marR="307340">
                        <a:lnSpc>
                          <a:spcPts val="1430"/>
                        </a:lnSpc>
                        <a:buChar char="-"/>
                        <a:tabLst>
                          <a:tab pos="203835" algn="l"/>
                        </a:tabLst>
                      </a:pPr>
                      <a:r>
                        <a:rPr sz="1200" spc="105" dirty="0">
                          <a:solidFill>
                            <a:srgbClr val="808080"/>
                          </a:solidFill>
                          <a:latin typeface="Times New Roman"/>
                          <a:cs typeface="Times New Roman"/>
                        </a:rPr>
                        <a:t>Mobile</a:t>
                      </a:r>
                      <a:r>
                        <a:rPr sz="1200" spc="-40" dirty="0">
                          <a:solidFill>
                            <a:srgbClr val="808080"/>
                          </a:solidFill>
                          <a:latin typeface="Times New Roman"/>
                          <a:cs typeface="Times New Roman"/>
                        </a:rPr>
                        <a:t> </a:t>
                      </a:r>
                      <a:r>
                        <a:rPr sz="1200" spc="100" dirty="0">
                          <a:solidFill>
                            <a:srgbClr val="808080"/>
                          </a:solidFill>
                          <a:latin typeface="Times New Roman"/>
                          <a:cs typeface="Times New Roman"/>
                        </a:rPr>
                        <a:t>Apps</a:t>
                      </a:r>
                      <a:r>
                        <a:rPr sz="1200" spc="-35" dirty="0">
                          <a:solidFill>
                            <a:srgbClr val="808080"/>
                          </a:solidFill>
                          <a:latin typeface="Times New Roman"/>
                          <a:cs typeface="Times New Roman"/>
                        </a:rPr>
                        <a:t> </a:t>
                      </a:r>
                      <a:r>
                        <a:rPr sz="1200" spc="110" dirty="0">
                          <a:solidFill>
                            <a:srgbClr val="808080"/>
                          </a:solidFill>
                          <a:latin typeface="Times New Roman"/>
                          <a:cs typeface="Times New Roman"/>
                        </a:rPr>
                        <a:t>(Android</a:t>
                      </a:r>
                      <a:r>
                        <a:rPr sz="1200" spc="-35" dirty="0">
                          <a:solidFill>
                            <a:srgbClr val="808080"/>
                          </a:solidFill>
                          <a:latin typeface="Times New Roman"/>
                          <a:cs typeface="Times New Roman"/>
                        </a:rPr>
                        <a:t> </a:t>
                      </a:r>
                      <a:r>
                        <a:rPr sz="1200" spc="-30" dirty="0">
                          <a:solidFill>
                            <a:srgbClr val="808080"/>
                          </a:solidFill>
                          <a:latin typeface="Times New Roman"/>
                          <a:cs typeface="Times New Roman"/>
                        </a:rPr>
                        <a:t>&amp;  </a:t>
                      </a:r>
                      <a:r>
                        <a:rPr sz="1200" spc="55" dirty="0">
                          <a:solidFill>
                            <a:srgbClr val="808080"/>
                          </a:solidFill>
                          <a:latin typeface="Times New Roman"/>
                          <a:cs typeface="Times New Roman"/>
                        </a:rPr>
                        <a:t>iOS)</a:t>
                      </a:r>
                      <a:endParaRPr sz="1200">
                        <a:latin typeface="Times New Roman"/>
                        <a:cs typeface="Times New Roman"/>
                      </a:endParaRPr>
                    </a:p>
                  </a:txBody>
                  <a:tcPr marL="0" marR="0" marT="7493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vMerge="1">
                  <a:txBody>
                    <a:bodyPr/>
                    <a:lstStyle/>
                    <a:p>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tcPr>
                </a:tc>
                <a:extLst>
                  <a:ext uri="{0D108BD9-81ED-4DB2-BD59-A6C34878D82A}">
                    <a16:rowId xmlns:a16="http://schemas.microsoft.com/office/drawing/2014/main" val="10001"/>
                  </a:ext>
                </a:extLst>
              </a:tr>
              <a:tr h="1258733">
                <a:tc gridSpan="2">
                  <a:txBody>
                    <a:bodyPr/>
                    <a:lstStyle/>
                    <a:p>
                      <a:pPr marL="65405">
                        <a:lnSpc>
                          <a:spcPct val="100000"/>
                        </a:lnSpc>
                        <a:spcBef>
                          <a:spcPts val="515"/>
                        </a:spcBef>
                      </a:pPr>
                      <a:r>
                        <a:rPr sz="1200" b="1" spc="80" dirty="0">
                          <a:solidFill>
                            <a:srgbClr val="808080"/>
                          </a:solidFill>
                          <a:latin typeface="Times New Roman"/>
                          <a:cs typeface="Times New Roman"/>
                        </a:rPr>
                        <a:t>Cost</a:t>
                      </a:r>
                      <a:r>
                        <a:rPr sz="1200" b="1" spc="-25" dirty="0">
                          <a:solidFill>
                            <a:srgbClr val="808080"/>
                          </a:solidFill>
                          <a:latin typeface="Times New Roman"/>
                          <a:cs typeface="Times New Roman"/>
                        </a:rPr>
                        <a:t> </a:t>
                      </a:r>
                      <a:r>
                        <a:rPr sz="1200" b="1" spc="70" dirty="0">
                          <a:solidFill>
                            <a:srgbClr val="808080"/>
                          </a:solidFill>
                          <a:latin typeface="Times New Roman"/>
                          <a:cs typeface="Times New Roman"/>
                        </a:rPr>
                        <a:t>Structure:</a:t>
                      </a:r>
                      <a:endParaRPr sz="1200">
                        <a:latin typeface="Times New Roman"/>
                        <a:cs typeface="Times New Roman"/>
                      </a:endParaRPr>
                    </a:p>
                    <a:p>
                      <a:pPr>
                        <a:lnSpc>
                          <a:spcPct val="100000"/>
                        </a:lnSpc>
                        <a:spcBef>
                          <a:spcPts val="30"/>
                        </a:spcBef>
                      </a:pPr>
                      <a:endParaRPr sz="1200">
                        <a:latin typeface="Times New Roman"/>
                        <a:cs typeface="Times New Roman"/>
                      </a:endParaRPr>
                    </a:p>
                    <a:p>
                      <a:pPr marL="196850" indent="-132080">
                        <a:lnSpc>
                          <a:spcPct val="100000"/>
                        </a:lnSpc>
                        <a:buChar char="-"/>
                        <a:tabLst>
                          <a:tab pos="197485" algn="l"/>
                        </a:tabLst>
                      </a:pPr>
                      <a:r>
                        <a:rPr sz="1200" spc="114" dirty="0">
                          <a:solidFill>
                            <a:srgbClr val="808080"/>
                          </a:solidFill>
                          <a:latin typeface="Times New Roman"/>
                          <a:cs typeface="Times New Roman"/>
                        </a:rPr>
                        <a:t>Technological</a:t>
                      </a:r>
                      <a:r>
                        <a:rPr sz="1200" spc="-25" dirty="0">
                          <a:solidFill>
                            <a:srgbClr val="808080"/>
                          </a:solidFill>
                          <a:latin typeface="Times New Roman"/>
                          <a:cs typeface="Times New Roman"/>
                        </a:rPr>
                        <a:t> </a:t>
                      </a:r>
                      <a:r>
                        <a:rPr sz="1200" spc="135" dirty="0">
                          <a:solidFill>
                            <a:srgbClr val="808080"/>
                          </a:solidFill>
                          <a:latin typeface="Times New Roman"/>
                          <a:cs typeface="Times New Roman"/>
                        </a:rPr>
                        <a:t>infrastructure</a:t>
                      </a:r>
                      <a:endParaRPr sz="1200">
                        <a:latin typeface="Times New Roman"/>
                        <a:cs typeface="Times New Roman"/>
                      </a:endParaRPr>
                    </a:p>
                    <a:p>
                      <a:pPr marL="196850" indent="-132080">
                        <a:lnSpc>
                          <a:spcPct val="100000"/>
                        </a:lnSpc>
                        <a:spcBef>
                          <a:spcPts val="735"/>
                        </a:spcBef>
                        <a:buChar char="-"/>
                        <a:tabLst>
                          <a:tab pos="197485" algn="l"/>
                        </a:tabLst>
                      </a:pPr>
                      <a:r>
                        <a:rPr sz="1200" spc="105" dirty="0">
                          <a:solidFill>
                            <a:srgbClr val="808080"/>
                          </a:solidFill>
                          <a:latin typeface="Times New Roman"/>
                          <a:cs typeface="Times New Roman"/>
                        </a:rPr>
                        <a:t>Salaries</a:t>
                      </a:r>
                      <a:r>
                        <a:rPr sz="1200" spc="-25" dirty="0">
                          <a:solidFill>
                            <a:srgbClr val="808080"/>
                          </a:solidFill>
                          <a:latin typeface="Times New Roman"/>
                          <a:cs typeface="Times New Roman"/>
                        </a:rPr>
                        <a:t> </a:t>
                      </a:r>
                      <a:r>
                        <a:rPr sz="1200" spc="140" dirty="0">
                          <a:solidFill>
                            <a:srgbClr val="808080"/>
                          </a:solidFill>
                          <a:latin typeface="Times New Roman"/>
                          <a:cs typeface="Times New Roman"/>
                        </a:rPr>
                        <a:t>to</a:t>
                      </a:r>
                      <a:r>
                        <a:rPr sz="1200" spc="-20" dirty="0">
                          <a:solidFill>
                            <a:srgbClr val="808080"/>
                          </a:solidFill>
                          <a:latin typeface="Times New Roman"/>
                          <a:cs typeface="Times New Roman"/>
                        </a:rPr>
                        <a:t> </a:t>
                      </a:r>
                      <a:r>
                        <a:rPr sz="1200" spc="165" dirty="0">
                          <a:solidFill>
                            <a:srgbClr val="808080"/>
                          </a:solidFill>
                          <a:latin typeface="Times New Roman"/>
                          <a:cs typeface="Times New Roman"/>
                        </a:rPr>
                        <a:t>permanent</a:t>
                      </a:r>
                      <a:r>
                        <a:rPr sz="1200" spc="-20" dirty="0">
                          <a:solidFill>
                            <a:srgbClr val="808080"/>
                          </a:solidFill>
                          <a:latin typeface="Times New Roman"/>
                          <a:cs typeface="Times New Roman"/>
                        </a:rPr>
                        <a:t> </a:t>
                      </a:r>
                      <a:r>
                        <a:rPr sz="1200" spc="130" dirty="0">
                          <a:solidFill>
                            <a:srgbClr val="808080"/>
                          </a:solidFill>
                          <a:latin typeface="Times New Roman"/>
                          <a:cs typeface="Times New Roman"/>
                        </a:rPr>
                        <a:t>employees</a:t>
                      </a:r>
                      <a:endParaRPr sz="1200">
                        <a:latin typeface="Times New Roman"/>
                        <a:cs typeface="Times New Roman"/>
                      </a:endParaRPr>
                    </a:p>
                    <a:p>
                      <a:pPr marL="196850" indent="-132080">
                        <a:lnSpc>
                          <a:spcPct val="100000"/>
                        </a:lnSpc>
                        <a:spcBef>
                          <a:spcPts val="735"/>
                        </a:spcBef>
                        <a:buChar char="-"/>
                        <a:tabLst>
                          <a:tab pos="197485" algn="l"/>
                        </a:tabLst>
                      </a:pPr>
                      <a:r>
                        <a:rPr sz="1200" spc="130" dirty="0">
                          <a:solidFill>
                            <a:srgbClr val="808080"/>
                          </a:solidFill>
                          <a:latin typeface="Times New Roman"/>
                          <a:cs typeface="Times New Roman"/>
                        </a:rPr>
                        <a:t>Launch</a:t>
                      </a:r>
                      <a:r>
                        <a:rPr sz="1200" spc="-25" dirty="0">
                          <a:solidFill>
                            <a:srgbClr val="808080"/>
                          </a:solidFill>
                          <a:latin typeface="Times New Roman"/>
                          <a:cs typeface="Times New Roman"/>
                        </a:rPr>
                        <a:t> </a:t>
                      </a:r>
                      <a:r>
                        <a:rPr sz="1200" spc="135" dirty="0">
                          <a:solidFill>
                            <a:srgbClr val="808080"/>
                          </a:solidFill>
                          <a:latin typeface="Times New Roman"/>
                          <a:cs typeface="Times New Roman"/>
                        </a:rPr>
                        <a:t>events</a:t>
                      </a:r>
                      <a:r>
                        <a:rPr sz="1200" spc="-25" dirty="0">
                          <a:solidFill>
                            <a:srgbClr val="808080"/>
                          </a:solidFill>
                          <a:latin typeface="Times New Roman"/>
                          <a:cs typeface="Times New Roman"/>
                        </a:rPr>
                        <a:t> </a:t>
                      </a:r>
                      <a:r>
                        <a:rPr sz="1200" spc="-30" dirty="0">
                          <a:solidFill>
                            <a:srgbClr val="808080"/>
                          </a:solidFill>
                          <a:latin typeface="Times New Roman"/>
                          <a:cs typeface="Times New Roman"/>
                        </a:rPr>
                        <a:t>&amp;</a:t>
                      </a:r>
                      <a:r>
                        <a:rPr sz="1200" spc="-20" dirty="0">
                          <a:solidFill>
                            <a:srgbClr val="808080"/>
                          </a:solidFill>
                          <a:latin typeface="Times New Roman"/>
                          <a:cs typeface="Times New Roman"/>
                        </a:rPr>
                        <a:t> </a:t>
                      </a:r>
                      <a:r>
                        <a:rPr sz="1200" spc="145" dirty="0">
                          <a:solidFill>
                            <a:srgbClr val="808080"/>
                          </a:solidFill>
                          <a:latin typeface="Times New Roman"/>
                          <a:cs typeface="Times New Roman"/>
                        </a:rPr>
                        <a:t>marketing</a:t>
                      </a:r>
                      <a:r>
                        <a:rPr sz="1200" spc="-25" dirty="0">
                          <a:solidFill>
                            <a:srgbClr val="808080"/>
                          </a:solidFill>
                          <a:latin typeface="Times New Roman"/>
                          <a:cs typeface="Times New Roman"/>
                        </a:rPr>
                        <a:t> </a:t>
                      </a:r>
                      <a:r>
                        <a:rPr sz="1200" spc="135" dirty="0">
                          <a:solidFill>
                            <a:srgbClr val="808080"/>
                          </a:solidFill>
                          <a:latin typeface="Times New Roman"/>
                          <a:cs typeface="Times New Roman"/>
                        </a:rPr>
                        <a:t>expenditure</a:t>
                      </a:r>
                      <a:endParaRPr sz="1200">
                        <a:latin typeface="Times New Roman"/>
                        <a:cs typeface="Times New Roman"/>
                      </a:endParaRPr>
                    </a:p>
                  </a:txBody>
                  <a:tcPr marL="0" marR="0" marT="65405"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hMerge="1">
                  <a:txBody>
                    <a:bodyPr/>
                    <a:lstStyle/>
                    <a:p>
                      <a:endParaRPr/>
                    </a:p>
                  </a:txBody>
                  <a:tcPr marL="0" marR="0" marT="0" marB="0"/>
                </a:tc>
                <a:tc gridSpan="3">
                  <a:txBody>
                    <a:bodyPr/>
                    <a:lstStyle/>
                    <a:p>
                      <a:pPr marL="71120">
                        <a:lnSpc>
                          <a:spcPct val="100000"/>
                        </a:lnSpc>
                        <a:spcBef>
                          <a:spcPts val="515"/>
                        </a:spcBef>
                      </a:pPr>
                      <a:r>
                        <a:rPr sz="1200" b="1" spc="100" dirty="0">
                          <a:solidFill>
                            <a:srgbClr val="808080"/>
                          </a:solidFill>
                          <a:latin typeface="Times New Roman"/>
                          <a:cs typeface="Times New Roman"/>
                        </a:rPr>
                        <a:t>Revenue</a:t>
                      </a:r>
                      <a:r>
                        <a:rPr sz="1200" b="1" spc="-25" dirty="0">
                          <a:solidFill>
                            <a:srgbClr val="808080"/>
                          </a:solidFill>
                          <a:latin typeface="Times New Roman"/>
                          <a:cs typeface="Times New Roman"/>
                        </a:rPr>
                        <a:t> </a:t>
                      </a:r>
                      <a:r>
                        <a:rPr sz="1200" b="1" spc="95" dirty="0">
                          <a:solidFill>
                            <a:srgbClr val="808080"/>
                          </a:solidFill>
                          <a:latin typeface="Times New Roman"/>
                          <a:cs typeface="Times New Roman"/>
                        </a:rPr>
                        <a:t>Streams:</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p>
                      <a:pPr marL="203200" indent="-132715">
                        <a:lnSpc>
                          <a:spcPct val="100000"/>
                        </a:lnSpc>
                        <a:buChar char="-"/>
                        <a:tabLst>
                          <a:tab pos="203835" algn="l"/>
                        </a:tabLst>
                      </a:pPr>
                      <a:r>
                        <a:rPr sz="1200" spc="90" dirty="0">
                          <a:solidFill>
                            <a:srgbClr val="808080"/>
                          </a:solidFill>
                          <a:latin typeface="Times New Roman"/>
                          <a:cs typeface="Times New Roman"/>
                        </a:rPr>
                        <a:t>Car</a:t>
                      </a:r>
                      <a:r>
                        <a:rPr sz="1200" spc="-25" dirty="0">
                          <a:solidFill>
                            <a:srgbClr val="808080"/>
                          </a:solidFill>
                          <a:latin typeface="Times New Roman"/>
                          <a:cs typeface="Times New Roman"/>
                        </a:rPr>
                        <a:t> </a:t>
                      </a:r>
                      <a:r>
                        <a:rPr sz="1200" spc="120" dirty="0">
                          <a:solidFill>
                            <a:srgbClr val="808080"/>
                          </a:solidFill>
                          <a:latin typeface="Times New Roman"/>
                          <a:cs typeface="Times New Roman"/>
                        </a:rPr>
                        <a:t>rides</a:t>
                      </a:r>
                      <a:r>
                        <a:rPr sz="1200" spc="-20" dirty="0">
                          <a:solidFill>
                            <a:srgbClr val="808080"/>
                          </a:solidFill>
                          <a:latin typeface="Times New Roman"/>
                          <a:cs typeface="Times New Roman"/>
                        </a:rPr>
                        <a:t> </a:t>
                      </a:r>
                      <a:r>
                        <a:rPr sz="1200" spc="160" dirty="0">
                          <a:solidFill>
                            <a:srgbClr val="808080"/>
                          </a:solidFill>
                          <a:latin typeface="Times New Roman"/>
                          <a:cs typeface="Times New Roman"/>
                        </a:rPr>
                        <a:t>on</a:t>
                      </a:r>
                      <a:r>
                        <a:rPr sz="1200" spc="-20" dirty="0">
                          <a:solidFill>
                            <a:srgbClr val="808080"/>
                          </a:solidFill>
                          <a:latin typeface="Times New Roman"/>
                          <a:cs typeface="Times New Roman"/>
                        </a:rPr>
                        <a:t> </a:t>
                      </a:r>
                      <a:r>
                        <a:rPr sz="1200" spc="140" dirty="0">
                          <a:solidFill>
                            <a:srgbClr val="808080"/>
                          </a:solidFill>
                          <a:latin typeface="Times New Roman"/>
                          <a:cs typeface="Times New Roman"/>
                        </a:rPr>
                        <a:t>per</a:t>
                      </a:r>
                      <a:r>
                        <a:rPr sz="1200" spc="-20" dirty="0">
                          <a:solidFill>
                            <a:srgbClr val="808080"/>
                          </a:solidFill>
                          <a:latin typeface="Times New Roman"/>
                          <a:cs typeface="Times New Roman"/>
                        </a:rPr>
                        <a:t> </a:t>
                      </a:r>
                      <a:r>
                        <a:rPr sz="1200" spc="150" dirty="0">
                          <a:solidFill>
                            <a:srgbClr val="808080"/>
                          </a:solidFill>
                          <a:latin typeface="Times New Roman"/>
                          <a:cs typeface="Times New Roman"/>
                        </a:rPr>
                        <a:t>km/mile</a:t>
                      </a:r>
                      <a:r>
                        <a:rPr sz="1200" spc="-20" dirty="0">
                          <a:solidFill>
                            <a:srgbClr val="808080"/>
                          </a:solidFill>
                          <a:latin typeface="Times New Roman"/>
                          <a:cs typeface="Times New Roman"/>
                        </a:rPr>
                        <a:t> </a:t>
                      </a:r>
                      <a:r>
                        <a:rPr sz="1200" spc="120" dirty="0">
                          <a:solidFill>
                            <a:srgbClr val="808080"/>
                          </a:solidFill>
                          <a:latin typeface="Times New Roman"/>
                          <a:cs typeface="Times New Roman"/>
                        </a:rPr>
                        <a:t>basis</a:t>
                      </a:r>
                      <a:endParaRPr sz="1200" dirty="0">
                        <a:latin typeface="Times New Roman"/>
                        <a:cs typeface="Times New Roman"/>
                      </a:endParaRPr>
                    </a:p>
                    <a:p>
                      <a:pPr marL="203200" indent="-132715">
                        <a:lnSpc>
                          <a:spcPct val="100000"/>
                        </a:lnSpc>
                        <a:spcBef>
                          <a:spcPts val="735"/>
                        </a:spcBef>
                        <a:buChar char="-"/>
                        <a:tabLst>
                          <a:tab pos="203835" algn="l"/>
                        </a:tabLst>
                      </a:pPr>
                      <a:r>
                        <a:rPr sz="1200" spc="120" dirty="0">
                          <a:solidFill>
                            <a:srgbClr val="808080"/>
                          </a:solidFill>
                          <a:latin typeface="Times New Roman"/>
                          <a:cs typeface="Times New Roman"/>
                        </a:rPr>
                        <a:t>Surge</a:t>
                      </a:r>
                      <a:r>
                        <a:rPr sz="1200" spc="-25" dirty="0">
                          <a:solidFill>
                            <a:srgbClr val="808080"/>
                          </a:solidFill>
                          <a:latin typeface="Times New Roman"/>
                          <a:cs typeface="Times New Roman"/>
                        </a:rPr>
                        <a:t> </a:t>
                      </a:r>
                      <a:r>
                        <a:rPr sz="1200" spc="120" dirty="0">
                          <a:solidFill>
                            <a:srgbClr val="808080"/>
                          </a:solidFill>
                          <a:latin typeface="Times New Roman"/>
                          <a:cs typeface="Times New Roman"/>
                        </a:rPr>
                        <a:t>pricing</a:t>
                      </a:r>
                      <a:endParaRPr sz="1200" dirty="0">
                        <a:latin typeface="Times New Roman"/>
                        <a:cs typeface="Times New Roman"/>
                      </a:endParaRPr>
                    </a:p>
                    <a:p>
                      <a:pPr marL="203200" indent="-132715">
                        <a:lnSpc>
                          <a:spcPct val="100000"/>
                        </a:lnSpc>
                        <a:spcBef>
                          <a:spcPts val="735"/>
                        </a:spcBef>
                        <a:buChar char="-"/>
                        <a:tabLst>
                          <a:tab pos="203835" algn="l"/>
                        </a:tabLst>
                      </a:pPr>
                      <a:r>
                        <a:rPr sz="1200" spc="85" dirty="0">
                          <a:solidFill>
                            <a:srgbClr val="808080"/>
                          </a:solidFill>
                          <a:latin typeface="Times New Roman"/>
                          <a:cs typeface="Times New Roman"/>
                        </a:rPr>
                        <a:t>UberX,</a:t>
                      </a:r>
                      <a:r>
                        <a:rPr sz="1200" spc="-25" dirty="0">
                          <a:solidFill>
                            <a:srgbClr val="808080"/>
                          </a:solidFill>
                          <a:latin typeface="Times New Roman"/>
                          <a:cs typeface="Times New Roman"/>
                        </a:rPr>
                        <a:t> </a:t>
                      </a:r>
                      <a:r>
                        <a:rPr sz="1200" spc="105" dirty="0">
                          <a:solidFill>
                            <a:srgbClr val="808080"/>
                          </a:solidFill>
                          <a:latin typeface="Times New Roman"/>
                          <a:cs typeface="Times New Roman"/>
                        </a:rPr>
                        <a:t>Uber</a:t>
                      </a:r>
                      <a:r>
                        <a:rPr sz="1200" spc="-20" dirty="0">
                          <a:solidFill>
                            <a:srgbClr val="808080"/>
                          </a:solidFill>
                          <a:latin typeface="Times New Roman"/>
                          <a:cs typeface="Times New Roman"/>
                        </a:rPr>
                        <a:t> </a:t>
                      </a:r>
                      <a:r>
                        <a:rPr sz="1200" spc="100" dirty="0">
                          <a:solidFill>
                            <a:srgbClr val="808080"/>
                          </a:solidFill>
                          <a:latin typeface="Times New Roman"/>
                          <a:cs typeface="Times New Roman"/>
                        </a:rPr>
                        <a:t>Taxi,</a:t>
                      </a:r>
                      <a:r>
                        <a:rPr sz="1200" spc="-20" dirty="0">
                          <a:solidFill>
                            <a:srgbClr val="808080"/>
                          </a:solidFill>
                          <a:latin typeface="Times New Roman"/>
                          <a:cs typeface="Times New Roman"/>
                        </a:rPr>
                        <a:t> </a:t>
                      </a:r>
                      <a:r>
                        <a:rPr sz="1200" spc="105" dirty="0">
                          <a:solidFill>
                            <a:srgbClr val="808080"/>
                          </a:solidFill>
                          <a:latin typeface="Times New Roman"/>
                          <a:cs typeface="Times New Roman"/>
                        </a:rPr>
                        <a:t>Uber</a:t>
                      </a:r>
                      <a:r>
                        <a:rPr sz="1200" spc="-20" dirty="0">
                          <a:solidFill>
                            <a:srgbClr val="808080"/>
                          </a:solidFill>
                          <a:latin typeface="Times New Roman"/>
                          <a:cs typeface="Times New Roman"/>
                        </a:rPr>
                        <a:t> </a:t>
                      </a:r>
                      <a:r>
                        <a:rPr sz="1200" spc="85" dirty="0">
                          <a:solidFill>
                            <a:srgbClr val="808080"/>
                          </a:solidFill>
                          <a:latin typeface="Times New Roman"/>
                          <a:cs typeface="Times New Roman"/>
                        </a:rPr>
                        <a:t>Black,</a:t>
                      </a:r>
                      <a:r>
                        <a:rPr sz="1200" spc="-20" dirty="0">
                          <a:solidFill>
                            <a:srgbClr val="808080"/>
                          </a:solidFill>
                          <a:latin typeface="Times New Roman"/>
                          <a:cs typeface="Times New Roman"/>
                        </a:rPr>
                        <a:t> </a:t>
                      </a:r>
                      <a:r>
                        <a:rPr sz="1200" spc="105" dirty="0">
                          <a:solidFill>
                            <a:srgbClr val="808080"/>
                          </a:solidFill>
                          <a:latin typeface="Times New Roman"/>
                          <a:cs typeface="Times New Roman"/>
                        </a:rPr>
                        <a:t>Uber</a:t>
                      </a:r>
                      <a:r>
                        <a:rPr sz="1200" spc="-20" dirty="0">
                          <a:solidFill>
                            <a:srgbClr val="808080"/>
                          </a:solidFill>
                          <a:latin typeface="Times New Roman"/>
                          <a:cs typeface="Times New Roman"/>
                        </a:rPr>
                        <a:t> </a:t>
                      </a:r>
                      <a:r>
                        <a:rPr sz="1200" dirty="0">
                          <a:solidFill>
                            <a:srgbClr val="808080"/>
                          </a:solidFill>
                          <a:latin typeface="Times New Roman"/>
                          <a:cs typeface="Times New Roman"/>
                        </a:rPr>
                        <a:t>SUV</a:t>
                      </a:r>
                      <a:r>
                        <a:rPr sz="1200" spc="-20" dirty="0">
                          <a:solidFill>
                            <a:srgbClr val="808080"/>
                          </a:solidFill>
                          <a:latin typeface="Times New Roman"/>
                          <a:cs typeface="Times New Roman"/>
                        </a:rPr>
                        <a:t> </a:t>
                      </a:r>
                      <a:r>
                        <a:rPr sz="1200" spc="90" dirty="0">
                          <a:solidFill>
                            <a:srgbClr val="808080"/>
                          </a:solidFill>
                          <a:latin typeface="Times New Roman"/>
                          <a:cs typeface="Times New Roman"/>
                        </a:rPr>
                        <a:t>etc.</a:t>
                      </a:r>
                      <a:endParaRPr sz="1200" dirty="0">
                        <a:latin typeface="Times New Roman"/>
                        <a:cs typeface="Times New Roman"/>
                      </a:endParaRPr>
                    </a:p>
                  </a:txBody>
                  <a:tcPr marL="0" marR="0" marT="65405"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07900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US" dirty="0"/>
              <a:t>Exercise 4: Create your business model canvas</a:t>
            </a:r>
            <a:endParaRPr dirty="0"/>
          </a:p>
        </p:txBody>
      </p:sp>
      <p:graphicFrame>
        <p:nvGraphicFramePr>
          <p:cNvPr id="2" name="object 12">
            <a:extLst>
              <a:ext uri="{FF2B5EF4-FFF2-40B4-BE49-F238E27FC236}">
                <a16:creationId xmlns:a16="http://schemas.microsoft.com/office/drawing/2014/main" id="{25224C76-4449-9B9E-34F0-78C0F0115DCE}"/>
              </a:ext>
            </a:extLst>
          </p:cNvPr>
          <p:cNvGraphicFramePr>
            <a:graphicFrameLocks noGrp="1"/>
          </p:cNvGraphicFramePr>
          <p:nvPr>
            <p:extLst>
              <p:ext uri="{D42A27DB-BD31-4B8C-83A1-F6EECF244321}">
                <p14:modId xmlns:p14="http://schemas.microsoft.com/office/powerpoint/2010/main" val="1906088790"/>
              </p:ext>
            </p:extLst>
          </p:nvPr>
        </p:nvGraphicFramePr>
        <p:xfrm>
          <a:off x="0" y="1366456"/>
          <a:ext cx="9144000" cy="5156631"/>
        </p:xfrm>
        <a:graphic>
          <a:graphicData uri="http://schemas.openxmlformats.org/drawingml/2006/table">
            <a:tbl>
              <a:tblPr firstRow="1" bandRow="1">
                <a:tableStyleId>{2D5ABB26-0587-4C30-8999-92F81FD0307C}</a:tableStyleId>
              </a:tblPr>
              <a:tblGrid>
                <a:gridCol w="1453265">
                  <a:extLst>
                    <a:ext uri="{9D8B030D-6E8A-4147-A177-3AD203B41FA5}">
                      <a16:colId xmlns:a16="http://schemas.microsoft.com/office/drawing/2014/main" val="20000"/>
                    </a:ext>
                  </a:extLst>
                </a:gridCol>
                <a:gridCol w="2068156">
                  <a:extLst>
                    <a:ext uri="{9D8B030D-6E8A-4147-A177-3AD203B41FA5}">
                      <a16:colId xmlns:a16="http://schemas.microsoft.com/office/drawing/2014/main" val="20001"/>
                    </a:ext>
                  </a:extLst>
                </a:gridCol>
                <a:gridCol w="1507135">
                  <a:extLst>
                    <a:ext uri="{9D8B030D-6E8A-4147-A177-3AD203B41FA5}">
                      <a16:colId xmlns:a16="http://schemas.microsoft.com/office/drawing/2014/main" val="20002"/>
                    </a:ext>
                  </a:extLst>
                </a:gridCol>
                <a:gridCol w="2340660">
                  <a:extLst>
                    <a:ext uri="{9D8B030D-6E8A-4147-A177-3AD203B41FA5}">
                      <a16:colId xmlns:a16="http://schemas.microsoft.com/office/drawing/2014/main" val="20003"/>
                    </a:ext>
                  </a:extLst>
                </a:gridCol>
                <a:gridCol w="1774784">
                  <a:extLst>
                    <a:ext uri="{9D8B030D-6E8A-4147-A177-3AD203B41FA5}">
                      <a16:colId xmlns:a16="http://schemas.microsoft.com/office/drawing/2014/main" val="20004"/>
                    </a:ext>
                  </a:extLst>
                </a:gridCol>
              </a:tblGrid>
              <a:tr h="2625451">
                <a:tc rowSpan="2">
                  <a:txBody>
                    <a:bodyPr/>
                    <a:lstStyle/>
                    <a:p>
                      <a:pPr marL="65405">
                        <a:lnSpc>
                          <a:spcPct val="100000"/>
                        </a:lnSpc>
                        <a:spcBef>
                          <a:spcPts val="540"/>
                        </a:spcBef>
                      </a:pPr>
                      <a:r>
                        <a:rPr sz="1200" b="1" spc="55" dirty="0">
                          <a:solidFill>
                            <a:srgbClr val="808080"/>
                          </a:solidFill>
                          <a:latin typeface="Times New Roman"/>
                          <a:cs typeface="Times New Roman"/>
                        </a:rPr>
                        <a:t>Key</a:t>
                      </a:r>
                      <a:r>
                        <a:rPr sz="1200" b="1" spc="-30" dirty="0">
                          <a:solidFill>
                            <a:srgbClr val="808080"/>
                          </a:solidFill>
                          <a:latin typeface="Times New Roman"/>
                          <a:cs typeface="Times New Roman"/>
                        </a:rPr>
                        <a:t> </a:t>
                      </a:r>
                      <a:r>
                        <a:rPr sz="1200" b="1" spc="80" dirty="0">
                          <a:solidFill>
                            <a:srgbClr val="808080"/>
                          </a:solidFill>
                          <a:latin typeface="Times New Roman"/>
                          <a:cs typeface="Times New Roman"/>
                        </a:rPr>
                        <a:t>Partners:</a:t>
                      </a:r>
                      <a:endParaRPr sz="1200" dirty="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a:txBody>
                    <a:bodyPr/>
                    <a:lstStyle/>
                    <a:p>
                      <a:pPr marL="68580">
                        <a:lnSpc>
                          <a:spcPct val="100000"/>
                        </a:lnSpc>
                        <a:spcBef>
                          <a:spcPts val="540"/>
                        </a:spcBef>
                      </a:pPr>
                      <a:r>
                        <a:rPr sz="1200" b="1" spc="55" dirty="0">
                          <a:solidFill>
                            <a:srgbClr val="808080"/>
                          </a:solidFill>
                          <a:latin typeface="Times New Roman"/>
                          <a:cs typeface="Times New Roman"/>
                        </a:rPr>
                        <a:t>Key</a:t>
                      </a:r>
                      <a:r>
                        <a:rPr sz="1200" b="1" spc="-25" dirty="0">
                          <a:solidFill>
                            <a:srgbClr val="808080"/>
                          </a:solidFill>
                          <a:latin typeface="Times New Roman"/>
                          <a:cs typeface="Times New Roman"/>
                        </a:rPr>
                        <a:t> </a:t>
                      </a:r>
                      <a:r>
                        <a:rPr sz="1200" b="1" spc="75" dirty="0">
                          <a:solidFill>
                            <a:srgbClr val="808080"/>
                          </a:solidFill>
                          <a:latin typeface="Times New Roman"/>
                          <a:cs typeface="Times New Roman"/>
                        </a:rPr>
                        <a:t>Activities:</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rowSpan="2">
                  <a:txBody>
                    <a:bodyPr/>
                    <a:lstStyle/>
                    <a:p>
                      <a:pPr marL="71120">
                        <a:lnSpc>
                          <a:spcPct val="100000"/>
                        </a:lnSpc>
                        <a:spcBef>
                          <a:spcPts val="540"/>
                        </a:spcBef>
                      </a:pPr>
                      <a:r>
                        <a:rPr sz="1200" b="1" spc="65" dirty="0">
                          <a:solidFill>
                            <a:srgbClr val="808080"/>
                          </a:solidFill>
                          <a:latin typeface="Times New Roman"/>
                          <a:cs typeface="Times New Roman"/>
                        </a:rPr>
                        <a:t>Value</a:t>
                      </a:r>
                      <a:r>
                        <a:rPr sz="1200" b="1" spc="-40" dirty="0">
                          <a:solidFill>
                            <a:srgbClr val="808080"/>
                          </a:solidFill>
                          <a:latin typeface="Times New Roman"/>
                          <a:cs typeface="Times New Roman"/>
                        </a:rPr>
                        <a:t> </a:t>
                      </a:r>
                      <a:r>
                        <a:rPr sz="1200" b="1" spc="100" dirty="0">
                          <a:solidFill>
                            <a:srgbClr val="808080"/>
                          </a:solidFill>
                          <a:latin typeface="Times New Roman"/>
                          <a:cs typeface="Times New Roman"/>
                        </a:rPr>
                        <a:t>Proposition:</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p>
                      <a:pPr>
                        <a:lnSpc>
                          <a:spcPct val="100000"/>
                        </a:lnSpc>
                      </a:pPr>
                      <a:endParaRPr sz="1500" dirty="0">
                        <a:latin typeface="Times New Roman"/>
                        <a:cs typeface="Times New Roman"/>
                      </a:endParaRPr>
                    </a:p>
                    <a:p>
                      <a:pPr>
                        <a:lnSpc>
                          <a:spcPct val="100000"/>
                        </a:lnSpc>
                      </a:pPr>
                      <a:endParaRPr sz="1500" dirty="0">
                        <a:latin typeface="Times New Roman"/>
                        <a:cs typeface="Times New Roman"/>
                      </a:endParaRPr>
                    </a:p>
                    <a:p>
                      <a:pPr>
                        <a:lnSpc>
                          <a:spcPct val="100000"/>
                        </a:lnSpc>
                        <a:spcBef>
                          <a:spcPts val="25"/>
                        </a:spcBef>
                      </a:pPr>
                      <a:endParaRPr sz="1400" dirty="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a:txBody>
                    <a:bodyPr/>
                    <a:lstStyle/>
                    <a:p>
                      <a:pPr marL="71120">
                        <a:lnSpc>
                          <a:spcPct val="100000"/>
                        </a:lnSpc>
                        <a:spcBef>
                          <a:spcPts val="540"/>
                        </a:spcBef>
                      </a:pPr>
                      <a:r>
                        <a:rPr sz="1200" b="1" spc="95" dirty="0">
                          <a:solidFill>
                            <a:srgbClr val="808080"/>
                          </a:solidFill>
                          <a:latin typeface="Times New Roman"/>
                          <a:cs typeface="Times New Roman"/>
                        </a:rPr>
                        <a:t>Customer</a:t>
                      </a:r>
                      <a:r>
                        <a:rPr sz="1200" b="1" spc="-25" dirty="0">
                          <a:solidFill>
                            <a:srgbClr val="808080"/>
                          </a:solidFill>
                          <a:latin typeface="Times New Roman"/>
                          <a:cs typeface="Times New Roman"/>
                        </a:rPr>
                        <a:t> </a:t>
                      </a:r>
                      <a:r>
                        <a:rPr sz="1200" b="1" spc="95" dirty="0">
                          <a:solidFill>
                            <a:srgbClr val="808080"/>
                          </a:solidFill>
                          <a:latin typeface="Times New Roman"/>
                          <a:cs typeface="Times New Roman"/>
                        </a:rPr>
                        <a:t>Relationship:</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rowSpan="2">
                  <a:txBody>
                    <a:bodyPr/>
                    <a:lstStyle/>
                    <a:p>
                      <a:pPr marL="65405">
                        <a:lnSpc>
                          <a:spcPct val="100000"/>
                        </a:lnSpc>
                        <a:spcBef>
                          <a:spcPts val="540"/>
                        </a:spcBef>
                      </a:pPr>
                      <a:r>
                        <a:rPr sz="1200" b="1" spc="95" dirty="0">
                          <a:solidFill>
                            <a:srgbClr val="808080"/>
                          </a:solidFill>
                          <a:latin typeface="Times New Roman"/>
                          <a:cs typeface="Times New Roman"/>
                        </a:rPr>
                        <a:t>Customer</a:t>
                      </a:r>
                      <a:r>
                        <a:rPr sz="1200" b="1" spc="-25" dirty="0">
                          <a:solidFill>
                            <a:srgbClr val="808080"/>
                          </a:solidFill>
                          <a:latin typeface="Times New Roman"/>
                          <a:cs typeface="Times New Roman"/>
                        </a:rPr>
                        <a:t> </a:t>
                      </a:r>
                      <a:r>
                        <a:rPr sz="1200" b="1" spc="114" dirty="0">
                          <a:solidFill>
                            <a:srgbClr val="808080"/>
                          </a:solidFill>
                          <a:latin typeface="Times New Roman"/>
                          <a:cs typeface="Times New Roman"/>
                        </a:rPr>
                        <a:t>Segments:</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extLst>
                  <a:ext uri="{0D108BD9-81ED-4DB2-BD59-A6C34878D82A}">
                    <a16:rowId xmlns:a16="http://schemas.microsoft.com/office/drawing/2014/main" val="10000"/>
                  </a:ext>
                </a:extLst>
              </a:tr>
              <a:tr h="1272447">
                <a:tc vMerge="1">
                  <a:txBody>
                    <a:bodyPr/>
                    <a:lstStyle/>
                    <a:p>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tcPr>
                </a:tc>
                <a:tc>
                  <a:txBody>
                    <a:bodyPr/>
                    <a:lstStyle/>
                    <a:p>
                      <a:pPr marL="68580">
                        <a:lnSpc>
                          <a:spcPct val="100000"/>
                        </a:lnSpc>
                        <a:spcBef>
                          <a:spcPts val="590"/>
                        </a:spcBef>
                      </a:pPr>
                      <a:r>
                        <a:rPr sz="1200" b="1" spc="55" dirty="0">
                          <a:solidFill>
                            <a:srgbClr val="808080"/>
                          </a:solidFill>
                          <a:latin typeface="Times New Roman"/>
                          <a:cs typeface="Times New Roman"/>
                        </a:rPr>
                        <a:t>Key</a:t>
                      </a:r>
                      <a:r>
                        <a:rPr sz="1200" b="1" spc="-25" dirty="0">
                          <a:solidFill>
                            <a:srgbClr val="808080"/>
                          </a:solidFill>
                          <a:latin typeface="Times New Roman"/>
                          <a:cs typeface="Times New Roman"/>
                        </a:rPr>
                        <a:t> </a:t>
                      </a:r>
                      <a:r>
                        <a:rPr sz="1200" b="1" spc="95" dirty="0">
                          <a:solidFill>
                            <a:srgbClr val="808080"/>
                          </a:solidFill>
                          <a:latin typeface="Times New Roman"/>
                          <a:cs typeface="Times New Roman"/>
                        </a:rPr>
                        <a:t>Resources:</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txBody>
                  <a:tcPr marL="0" marR="0" marT="7493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vMerge="1">
                  <a:txBody>
                    <a:bodyPr/>
                    <a:lstStyle/>
                    <a:p>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tcPr>
                </a:tc>
                <a:tc>
                  <a:txBody>
                    <a:bodyPr/>
                    <a:lstStyle/>
                    <a:p>
                      <a:pPr marL="71120">
                        <a:lnSpc>
                          <a:spcPct val="100000"/>
                        </a:lnSpc>
                        <a:spcBef>
                          <a:spcPts val="590"/>
                        </a:spcBef>
                      </a:pPr>
                      <a:r>
                        <a:rPr sz="1200" b="1" spc="85" dirty="0">
                          <a:solidFill>
                            <a:srgbClr val="808080"/>
                          </a:solidFill>
                          <a:latin typeface="Times New Roman"/>
                          <a:cs typeface="Times New Roman"/>
                        </a:rPr>
                        <a:t>Channels:</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txBody>
                  <a:tcPr marL="0" marR="0" marT="7493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vMerge="1">
                  <a:txBody>
                    <a:bodyPr/>
                    <a:lstStyle/>
                    <a:p>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tcPr>
                </a:tc>
                <a:extLst>
                  <a:ext uri="{0D108BD9-81ED-4DB2-BD59-A6C34878D82A}">
                    <a16:rowId xmlns:a16="http://schemas.microsoft.com/office/drawing/2014/main" val="10001"/>
                  </a:ext>
                </a:extLst>
              </a:tr>
              <a:tr h="1258733">
                <a:tc gridSpan="2">
                  <a:txBody>
                    <a:bodyPr/>
                    <a:lstStyle/>
                    <a:p>
                      <a:pPr marL="65405">
                        <a:lnSpc>
                          <a:spcPct val="100000"/>
                        </a:lnSpc>
                        <a:spcBef>
                          <a:spcPts val="515"/>
                        </a:spcBef>
                      </a:pPr>
                      <a:r>
                        <a:rPr sz="1200" b="1" spc="80" dirty="0">
                          <a:solidFill>
                            <a:srgbClr val="808080"/>
                          </a:solidFill>
                          <a:latin typeface="Times New Roman"/>
                          <a:cs typeface="Times New Roman"/>
                        </a:rPr>
                        <a:t>Cost</a:t>
                      </a:r>
                      <a:r>
                        <a:rPr sz="1200" b="1" spc="-25" dirty="0">
                          <a:solidFill>
                            <a:srgbClr val="808080"/>
                          </a:solidFill>
                          <a:latin typeface="Times New Roman"/>
                          <a:cs typeface="Times New Roman"/>
                        </a:rPr>
                        <a:t> </a:t>
                      </a:r>
                      <a:r>
                        <a:rPr sz="1200" b="1" spc="70" dirty="0">
                          <a:solidFill>
                            <a:srgbClr val="808080"/>
                          </a:solidFill>
                          <a:latin typeface="Times New Roman"/>
                          <a:cs typeface="Times New Roman"/>
                        </a:rPr>
                        <a:t>Structure:</a:t>
                      </a:r>
                      <a:endParaRPr sz="1200" dirty="0">
                        <a:latin typeface="Times New Roman"/>
                        <a:cs typeface="Times New Roman"/>
                      </a:endParaRPr>
                    </a:p>
                  </a:txBody>
                  <a:tcPr marL="0" marR="0" marT="65405"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hMerge="1">
                  <a:txBody>
                    <a:bodyPr/>
                    <a:lstStyle/>
                    <a:p>
                      <a:endParaRPr/>
                    </a:p>
                  </a:txBody>
                  <a:tcPr marL="0" marR="0" marT="0" marB="0"/>
                </a:tc>
                <a:tc gridSpan="3">
                  <a:txBody>
                    <a:bodyPr/>
                    <a:lstStyle/>
                    <a:p>
                      <a:pPr marL="71120">
                        <a:lnSpc>
                          <a:spcPct val="100000"/>
                        </a:lnSpc>
                        <a:spcBef>
                          <a:spcPts val="515"/>
                        </a:spcBef>
                      </a:pPr>
                      <a:r>
                        <a:rPr sz="1200" b="1" spc="100" dirty="0">
                          <a:solidFill>
                            <a:srgbClr val="808080"/>
                          </a:solidFill>
                          <a:latin typeface="Times New Roman"/>
                          <a:cs typeface="Times New Roman"/>
                        </a:rPr>
                        <a:t>Revenue</a:t>
                      </a:r>
                      <a:r>
                        <a:rPr sz="1200" b="1" spc="-25" dirty="0">
                          <a:solidFill>
                            <a:srgbClr val="808080"/>
                          </a:solidFill>
                          <a:latin typeface="Times New Roman"/>
                          <a:cs typeface="Times New Roman"/>
                        </a:rPr>
                        <a:t> </a:t>
                      </a:r>
                      <a:r>
                        <a:rPr sz="1200" b="1" spc="95" dirty="0">
                          <a:solidFill>
                            <a:srgbClr val="808080"/>
                          </a:solidFill>
                          <a:latin typeface="Times New Roman"/>
                          <a:cs typeface="Times New Roman"/>
                        </a:rPr>
                        <a:t>Streams:</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txBody>
                  <a:tcPr marL="0" marR="0" marT="65405"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758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6"/>
          <p:cNvSpPr txBox="1">
            <a:spLocks noGrp="1"/>
          </p:cNvSpPr>
          <p:nvPr>
            <p:ph type="body" idx="2"/>
          </p:nvPr>
        </p:nvSpPr>
        <p:spPr>
          <a:xfrm>
            <a:off x="304800" y="152400"/>
            <a:ext cx="7145154" cy="1143000"/>
          </a:xfrm>
          <a:prstGeom prst="rect">
            <a:avLst/>
          </a:prstGeom>
          <a:noFill/>
          <a:ln>
            <a:noFill/>
          </a:ln>
        </p:spPr>
        <p:txBody>
          <a:bodyPr spcFirstLastPara="1" wrap="square" lIns="91425" tIns="45700" rIns="91425" bIns="45700" anchor="ctr" anchorCtr="0">
            <a:noAutofit/>
          </a:bodyPr>
          <a:lstStyle/>
          <a:p>
            <a:pPr marL="457200" lvl="0" indent="-228600" algn="l" rtl="0">
              <a:lnSpc>
                <a:spcPct val="100000"/>
              </a:lnSpc>
              <a:spcBef>
                <a:spcPts val="0"/>
              </a:spcBef>
              <a:spcAft>
                <a:spcPts val="0"/>
              </a:spcAft>
              <a:buClr>
                <a:srgbClr val="0070C0"/>
              </a:buClr>
              <a:buSzPts val="3600"/>
              <a:buNone/>
            </a:pPr>
            <a:r>
              <a:rPr lang="en-US" dirty="0"/>
              <a:t>Exercise 4: Lean Canvas </a:t>
            </a:r>
          </a:p>
          <a:p>
            <a:pPr marL="457200" lvl="0" indent="-228600" algn="l" rtl="0">
              <a:lnSpc>
                <a:spcPct val="100000"/>
              </a:lnSpc>
              <a:spcBef>
                <a:spcPts val="0"/>
              </a:spcBef>
              <a:spcAft>
                <a:spcPts val="0"/>
              </a:spcAft>
              <a:buClr>
                <a:srgbClr val="0070C0"/>
              </a:buClr>
              <a:buSzPts val="3600"/>
              <a:buNone/>
            </a:pPr>
            <a:r>
              <a:rPr lang="en-US" sz="2400" dirty="0"/>
              <a:t>(for new product or early-stage startup)</a:t>
            </a:r>
            <a:endParaRPr dirty="0"/>
          </a:p>
        </p:txBody>
      </p:sp>
      <p:graphicFrame>
        <p:nvGraphicFramePr>
          <p:cNvPr id="3" name="object 12">
            <a:extLst>
              <a:ext uri="{FF2B5EF4-FFF2-40B4-BE49-F238E27FC236}">
                <a16:creationId xmlns:a16="http://schemas.microsoft.com/office/drawing/2014/main" id="{F611AE73-D97E-D35D-C59C-140BEE86BA53}"/>
              </a:ext>
            </a:extLst>
          </p:cNvPr>
          <p:cNvGraphicFramePr>
            <a:graphicFrameLocks noGrp="1"/>
          </p:cNvGraphicFramePr>
          <p:nvPr>
            <p:extLst>
              <p:ext uri="{D42A27DB-BD31-4B8C-83A1-F6EECF244321}">
                <p14:modId xmlns:p14="http://schemas.microsoft.com/office/powerpoint/2010/main" val="977592622"/>
              </p:ext>
            </p:extLst>
          </p:nvPr>
        </p:nvGraphicFramePr>
        <p:xfrm>
          <a:off x="0" y="1366456"/>
          <a:ext cx="9144000" cy="5156631"/>
        </p:xfrm>
        <a:graphic>
          <a:graphicData uri="http://schemas.openxmlformats.org/drawingml/2006/table">
            <a:tbl>
              <a:tblPr firstRow="1" bandRow="1">
                <a:tableStyleId>{2D5ABB26-0587-4C30-8999-92F81FD0307C}</a:tableStyleId>
              </a:tblPr>
              <a:tblGrid>
                <a:gridCol w="1722922">
                  <a:extLst>
                    <a:ext uri="{9D8B030D-6E8A-4147-A177-3AD203B41FA5}">
                      <a16:colId xmlns:a16="http://schemas.microsoft.com/office/drawing/2014/main" val="20000"/>
                    </a:ext>
                  </a:extLst>
                </a:gridCol>
                <a:gridCol w="1992430">
                  <a:extLst>
                    <a:ext uri="{9D8B030D-6E8A-4147-A177-3AD203B41FA5}">
                      <a16:colId xmlns:a16="http://schemas.microsoft.com/office/drawing/2014/main" val="20001"/>
                    </a:ext>
                  </a:extLst>
                </a:gridCol>
                <a:gridCol w="1867301">
                  <a:extLst>
                    <a:ext uri="{9D8B030D-6E8A-4147-A177-3AD203B41FA5}">
                      <a16:colId xmlns:a16="http://schemas.microsoft.com/office/drawing/2014/main" val="20002"/>
                    </a:ext>
                  </a:extLst>
                </a:gridCol>
                <a:gridCol w="1786563">
                  <a:extLst>
                    <a:ext uri="{9D8B030D-6E8A-4147-A177-3AD203B41FA5}">
                      <a16:colId xmlns:a16="http://schemas.microsoft.com/office/drawing/2014/main" val="20003"/>
                    </a:ext>
                  </a:extLst>
                </a:gridCol>
                <a:gridCol w="1774784">
                  <a:extLst>
                    <a:ext uri="{9D8B030D-6E8A-4147-A177-3AD203B41FA5}">
                      <a16:colId xmlns:a16="http://schemas.microsoft.com/office/drawing/2014/main" val="20004"/>
                    </a:ext>
                  </a:extLst>
                </a:gridCol>
              </a:tblGrid>
              <a:tr h="2625451">
                <a:tc rowSpan="2">
                  <a:txBody>
                    <a:bodyPr/>
                    <a:lstStyle/>
                    <a:p>
                      <a:pPr marL="65405">
                        <a:lnSpc>
                          <a:spcPct val="100000"/>
                        </a:lnSpc>
                        <a:spcBef>
                          <a:spcPts val="540"/>
                        </a:spcBef>
                      </a:pPr>
                      <a:r>
                        <a:rPr lang="en-US" sz="1200" b="1" spc="55" dirty="0">
                          <a:solidFill>
                            <a:schemeClr val="tx1"/>
                          </a:solidFill>
                          <a:latin typeface="Times New Roman"/>
                          <a:cs typeface="Times New Roman"/>
                        </a:rPr>
                        <a:t>Problem:</a:t>
                      </a:r>
                      <a:endParaRPr sz="1200" dirty="0">
                        <a:solidFill>
                          <a:schemeClr val="tx1"/>
                        </a:solidFill>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a:txBody>
                    <a:bodyPr/>
                    <a:lstStyle/>
                    <a:p>
                      <a:pPr marL="68580">
                        <a:lnSpc>
                          <a:spcPct val="100000"/>
                        </a:lnSpc>
                        <a:spcBef>
                          <a:spcPts val="540"/>
                        </a:spcBef>
                      </a:pPr>
                      <a:r>
                        <a:rPr lang="en-US" sz="1200" b="1" spc="55" dirty="0">
                          <a:solidFill>
                            <a:schemeClr val="tx1"/>
                          </a:solidFill>
                          <a:latin typeface="Times New Roman"/>
                          <a:cs typeface="Times New Roman"/>
                        </a:rPr>
                        <a:t>Solution:</a:t>
                      </a:r>
                      <a:endParaRPr sz="1200" dirty="0">
                        <a:solidFill>
                          <a:schemeClr val="tx1"/>
                        </a:solidFill>
                        <a:latin typeface="Times New Roman"/>
                        <a:cs typeface="Times New Roman"/>
                      </a:endParaRPr>
                    </a:p>
                    <a:p>
                      <a:pPr>
                        <a:lnSpc>
                          <a:spcPct val="100000"/>
                        </a:lnSpc>
                        <a:spcBef>
                          <a:spcPts val="30"/>
                        </a:spcBef>
                      </a:pPr>
                      <a:endParaRPr sz="1200" dirty="0">
                        <a:solidFill>
                          <a:schemeClr val="tx1"/>
                        </a:solidFill>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rowSpan="2">
                  <a:txBody>
                    <a:bodyPr/>
                    <a:lstStyle/>
                    <a:p>
                      <a:pPr marL="71120">
                        <a:lnSpc>
                          <a:spcPct val="100000"/>
                        </a:lnSpc>
                        <a:spcBef>
                          <a:spcPts val="540"/>
                        </a:spcBef>
                      </a:pPr>
                      <a:r>
                        <a:rPr lang="en-US" sz="1200" b="1" spc="65" dirty="0">
                          <a:solidFill>
                            <a:schemeClr val="tx1"/>
                          </a:solidFill>
                          <a:latin typeface="Times New Roman"/>
                          <a:cs typeface="Times New Roman"/>
                        </a:rPr>
                        <a:t>Unique </a:t>
                      </a:r>
                      <a:r>
                        <a:rPr sz="1200" b="1" spc="65" dirty="0">
                          <a:solidFill>
                            <a:schemeClr val="tx1"/>
                          </a:solidFill>
                          <a:latin typeface="Times New Roman"/>
                          <a:cs typeface="Times New Roman"/>
                        </a:rPr>
                        <a:t>Value</a:t>
                      </a:r>
                      <a:r>
                        <a:rPr sz="1200" b="1" spc="-40" dirty="0">
                          <a:solidFill>
                            <a:schemeClr val="tx1"/>
                          </a:solidFill>
                          <a:latin typeface="Times New Roman"/>
                          <a:cs typeface="Times New Roman"/>
                        </a:rPr>
                        <a:t> </a:t>
                      </a:r>
                      <a:r>
                        <a:rPr sz="1200" b="1" spc="100" dirty="0">
                          <a:solidFill>
                            <a:schemeClr val="tx1"/>
                          </a:solidFill>
                          <a:latin typeface="Times New Roman"/>
                          <a:cs typeface="Times New Roman"/>
                        </a:rPr>
                        <a:t>Proposition:</a:t>
                      </a:r>
                      <a:endParaRPr sz="1200" dirty="0">
                        <a:solidFill>
                          <a:schemeClr val="tx1"/>
                        </a:solidFill>
                        <a:latin typeface="Times New Roman"/>
                        <a:cs typeface="Times New Roman"/>
                      </a:endParaRPr>
                    </a:p>
                    <a:p>
                      <a:pPr>
                        <a:lnSpc>
                          <a:spcPct val="100000"/>
                        </a:lnSpc>
                        <a:spcBef>
                          <a:spcPts val="30"/>
                        </a:spcBef>
                      </a:pPr>
                      <a:endParaRPr sz="1200" dirty="0">
                        <a:solidFill>
                          <a:schemeClr val="tx1"/>
                        </a:solidFill>
                        <a:latin typeface="Times New Roman"/>
                        <a:cs typeface="Times New Roman"/>
                      </a:endParaRPr>
                    </a:p>
                    <a:p>
                      <a:pPr>
                        <a:lnSpc>
                          <a:spcPct val="100000"/>
                        </a:lnSpc>
                      </a:pPr>
                      <a:endParaRPr sz="1500" dirty="0">
                        <a:solidFill>
                          <a:schemeClr val="tx1"/>
                        </a:solidFill>
                        <a:latin typeface="Times New Roman"/>
                        <a:cs typeface="Times New Roman"/>
                      </a:endParaRPr>
                    </a:p>
                    <a:p>
                      <a:pPr>
                        <a:lnSpc>
                          <a:spcPct val="100000"/>
                        </a:lnSpc>
                      </a:pPr>
                      <a:endParaRPr sz="1500" dirty="0">
                        <a:solidFill>
                          <a:schemeClr val="tx1"/>
                        </a:solidFill>
                        <a:latin typeface="Times New Roman"/>
                        <a:cs typeface="Times New Roman"/>
                      </a:endParaRPr>
                    </a:p>
                    <a:p>
                      <a:pPr>
                        <a:lnSpc>
                          <a:spcPct val="100000"/>
                        </a:lnSpc>
                        <a:spcBef>
                          <a:spcPts val="25"/>
                        </a:spcBef>
                      </a:pPr>
                      <a:endParaRPr sz="1400" dirty="0">
                        <a:solidFill>
                          <a:schemeClr val="tx1"/>
                        </a:solidFill>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a:txBody>
                    <a:bodyPr/>
                    <a:lstStyle/>
                    <a:p>
                      <a:pPr marL="71120">
                        <a:lnSpc>
                          <a:spcPct val="100000"/>
                        </a:lnSpc>
                        <a:spcBef>
                          <a:spcPts val="540"/>
                        </a:spcBef>
                      </a:pPr>
                      <a:r>
                        <a:rPr lang="en-US" sz="1200" b="1" spc="95" dirty="0">
                          <a:solidFill>
                            <a:schemeClr val="tx1"/>
                          </a:solidFill>
                          <a:latin typeface="Times New Roman"/>
                          <a:cs typeface="Times New Roman"/>
                        </a:rPr>
                        <a:t>Unfair Advantage</a:t>
                      </a:r>
                      <a:r>
                        <a:rPr sz="1200" b="1" spc="95" dirty="0">
                          <a:solidFill>
                            <a:schemeClr val="tx1"/>
                          </a:solidFill>
                          <a:latin typeface="Times New Roman"/>
                          <a:cs typeface="Times New Roman"/>
                        </a:rPr>
                        <a:t>:</a:t>
                      </a:r>
                      <a:endParaRPr sz="1200" dirty="0">
                        <a:solidFill>
                          <a:schemeClr val="tx1"/>
                        </a:solidFill>
                        <a:latin typeface="Times New Roman"/>
                        <a:cs typeface="Times New Roman"/>
                      </a:endParaRPr>
                    </a:p>
                    <a:p>
                      <a:pPr>
                        <a:lnSpc>
                          <a:spcPct val="100000"/>
                        </a:lnSpc>
                        <a:spcBef>
                          <a:spcPts val="30"/>
                        </a:spcBef>
                      </a:pPr>
                      <a:endParaRPr sz="1200" dirty="0">
                        <a:solidFill>
                          <a:schemeClr val="tx1"/>
                        </a:solidFill>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rowSpan="2">
                  <a:txBody>
                    <a:bodyPr/>
                    <a:lstStyle/>
                    <a:p>
                      <a:pPr marL="65405">
                        <a:lnSpc>
                          <a:spcPct val="100000"/>
                        </a:lnSpc>
                        <a:spcBef>
                          <a:spcPts val="540"/>
                        </a:spcBef>
                      </a:pPr>
                      <a:r>
                        <a:rPr sz="1200" b="1" spc="95" dirty="0">
                          <a:solidFill>
                            <a:schemeClr val="tx1"/>
                          </a:solidFill>
                          <a:latin typeface="Times New Roman"/>
                          <a:cs typeface="Times New Roman"/>
                        </a:rPr>
                        <a:t>Customer</a:t>
                      </a:r>
                      <a:r>
                        <a:rPr sz="1200" b="1" spc="-25" dirty="0">
                          <a:solidFill>
                            <a:schemeClr val="tx1"/>
                          </a:solidFill>
                          <a:latin typeface="Times New Roman"/>
                          <a:cs typeface="Times New Roman"/>
                        </a:rPr>
                        <a:t> </a:t>
                      </a:r>
                      <a:r>
                        <a:rPr sz="1200" b="1" spc="114" dirty="0">
                          <a:solidFill>
                            <a:schemeClr val="tx1"/>
                          </a:solidFill>
                          <a:latin typeface="Times New Roman"/>
                          <a:cs typeface="Times New Roman"/>
                        </a:rPr>
                        <a:t>Segments:</a:t>
                      </a:r>
                      <a:endParaRPr sz="1200" dirty="0">
                        <a:solidFill>
                          <a:schemeClr val="tx1"/>
                        </a:solidFill>
                        <a:latin typeface="Times New Roman"/>
                        <a:cs typeface="Times New Roman"/>
                      </a:endParaRPr>
                    </a:p>
                    <a:p>
                      <a:pPr>
                        <a:lnSpc>
                          <a:spcPct val="100000"/>
                        </a:lnSpc>
                        <a:spcBef>
                          <a:spcPts val="30"/>
                        </a:spcBef>
                      </a:pPr>
                      <a:endParaRPr sz="1200" dirty="0">
                        <a:solidFill>
                          <a:schemeClr val="tx1"/>
                        </a:solidFill>
                        <a:latin typeface="Times New Roman"/>
                        <a:cs typeface="Times New Roman"/>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extLst>
                  <a:ext uri="{0D108BD9-81ED-4DB2-BD59-A6C34878D82A}">
                    <a16:rowId xmlns:a16="http://schemas.microsoft.com/office/drawing/2014/main" val="10000"/>
                  </a:ext>
                </a:extLst>
              </a:tr>
              <a:tr h="1272447">
                <a:tc vMerge="1">
                  <a:txBody>
                    <a:bodyPr/>
                    <a:lstStyle/>
                    <a:p>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tcPr>
                </a:tc>
                <a:tc>
                  <a:txBody>
                    <a:bodyPr/>
                    <a:lstStyle/>
                    <a:p>
                      <a:pPr marL="68580">
                        <a:lnSpc>
                          <a:spcPct val="100000"/>
                        </a:lnSpc>
                        <a:spcBef>
                          <a:spcPts val="590"/>
                        </a:spcBef>
                      </a:pPr>
                      <a:r>
                        <a:rPr sz="1200" b="1" spc="55" dirty="0">
                          <a:solidFill>
                            <a:schemeClr val="tx1"/>
                          </a:solidFill>
                          <a:latin typeface="Times New Roman"/>
                          <a:cs typeface="Times New Roman"/>
                        </a:rPr>
                        <a:t>Key</a:t>
                      </a:r>
                      <a:r>
                        <a:rPr sz="1200" b="1" spc="-25" dirty="0">
                          <a:solidFill>
                            <a:schemeClr val="tx1"/>
                          </a:solidFill>
                          <a:latin typeface="Times New Roman"/>
                          <a:cs typeface="Times New Roman"/>
                        </a:rPr>
                        <a:t> </a:t>
                      </a:r>
                      <a:r>
                        <a:rPr lang="en-US" sz="1200" b="1" spc="95" dirty="0">
                          <a:solidFill>
                            <a:schemeClr val="tx1"/>
                          </a:solidFill>
                          <a:latin typeface="Times New Roman"/>
                          <a:cs typeface="Times New Roman"/>
                        </a:rPr>
                        <a:t>Metric</a:t>
                      </a:r>
                      <a:r>
                        <a:rPr sz="1200" b="1" spc="95" dirty="0">
                          <a:solidFill>
                            <a:schemeClr val="tx1"/>
                          </a:solidFill>
                          <a:latin typeface="Times New Roman"/>
                          <a:cs typeface="Times New Roman"/>
                        </a:rPr>
                        <a:t>s:</a:t>
                      </a:r>
                      <a:endParaRPr sz="1200" dirty="0">
                        <a:solidFill>
                          <a:schemeClr val="tx1"/>
                        </a:solidFill>
                        <a:latin typeface="Times New Roman"/>
                        <a:cs typeface="Times New Roman"/>
                      </a:endParaRPr>
                    </a:p>
                    <a:p>
                      <a:pPr>
                        <a:lnSpc>
                          <a:spcPct val="100000"/>
                        </a:lnSpc>
                        <a:spcBef>
                          <a:spcPts val="30"/>
                        </a:spcBef>
                      </a:pPr>
                      <a:endParaRPr sz="1200" dirty="0">
                        <a:solidFill>
                          <a:schemeClr val="tx1"/>
                        </a:solidFill>
                        <a:latin typeface="Times New Roman"/>
                        <a:cs typeface="Times New Roman"/>
                      </a:endParaRPr>
                    </a:p>
                  </a:txBody>
                  <a:tcPr marL="0" marR="0" marT="7493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vMerge="1">
                  <a:txBody>
                    <a:bodyPr/>
                    <a:lstStyle/>
                    <a:p>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tcPr>
                </a:tc>
                <a:tc>
                  <a:txBody>
                    <a:bodyPr/>
                    <a:lstStyle/>
                    <a:p>
                      <a:pPr marL="71120">
                        <a:lnSpc>
                          <a:spcPct val="100000"/>
                        </a:lnSpc>
                        <a:spcBef>
                          <a:spcPts val="590"/>
                        </a:spcBef>
                      </a:pPr>
                      <a:r>
                        <a:rPr sz="1200" b="1" spc="85" dirty="0">
                          <a:solidFill>
                            <a:schemeClr val="tx1"/>
                          </a:solidFill>
                          <a:latin typeface="Times New Roman"/>
                          <a:cs typeface="Times New Roman"/>
                        </a:rPr>
                        <a:t>Channels:</a:t>
                      </a:r>
                      <a:endParaRPr sz="1200" dirty="0">
                        <a:solidFill>
                          <a:schemeClr val="tx1"/>
                        </a:solidFill>
                        <a:latin typeface="Times New Roman"/>
                        <a:cs typeface="Times New Roman"/>
                      </a:endParaRPr>
                    </a:p>
                    <a:p>
                      <a:pPr>
                        <a:lnSpc>
                          <a:spcPct val="100000"/>
                        </a:lnSpc>
                        <a:spcBef>
                          <a:spcPts val="30"/>
                        </a:spcBef>
                      </a:pPr>
                      <a:endParaRPr sz="1200" dirty="0">
                        <a:solidFill>
                          <a:schemeClr val="tx1"/>
                        </a:solidFill>
                        <a:latin typeface="Times New Roman"/>
                        <a:cs typeface="Times New Roman"/>
                      </a:endParaRPr>
                    </a:p>
                  </a:txBody>
                  <a:tcPr marL="0" marR="0" marT="7493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vMerge="1">
                  <a:txBody>
                    <a:bodyPr/>
                    <a:lstStyle/>
                    <a:p>
                      <a:endParaRPr/>
                    </a:p>
                  </a:txBody>
                  <a:tcPr marL="0" marR="0" marT="68580"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tcPr>
                </a:tc>
                <a:extLst>
                  <a:ext uri="{0D108BD9-81ED-4DB2-BD59-A6C34878D82A}">
                    <a16:rowId xmlns:a16="http://schemas.microsoft.com/office/drawing/2014/main" val="10001"/>
                  </a:ext>
                </a:extLst>
              </a:tr>
              <a:tr h="1258733">
                <a:tc gridSpan="2">
                  <a:txBody>
                    <a:bodyPr/>
                    <a:lstStyle/>
                    <a:p>
                      <a:pPr marL="65405">
                        <a:lnSpc>
                          <a:spcPct val="100000"/>
                        </a:lnSpc>
                        <a:spcBef>
                          <a:spcPts val="515"/>
                        </a:spcBef>
                      </a:pPr>
                      <a:r>
                        <a:rPr sz="1200" b="1" spc="80" dirty="0">
                          <a:solidFill>
                            <a:schemeClr val="tx1"/>
                          </a:solidFill>
                          <a:latin typeface="Times New Roman"/>
                          <a:cs typeface="Times New Roman"/>
                        </a:rPr>
                        <a:t>Cost</a:t>
                      </a:r>
                      <a:r>
                        <a:rPr sz="1200" b="1" spc="-25" dirty="0">
                          <a:solidFill>
                            <a:schemeClr val="tx1"/>
                          </a:solidFill>
                          <a:latin typeface="Times New Roman"/>
                          <a:cs typeface="Times New Roman"/>
                        </a:rPr>
                        <a:t> </a:t>
                      </a:r>
                      <a:r>
                        <a:rPr sz="1200" b="1" spc="70" dirty="0">
                          <a:solidFill>
                            <a:schemeClr val="tx1"/>
                          </a:solidFill>
                          <a:latin typeface="Times New Roman"/>
                          <a:cs typeface="Times New Roman"/>
                        </a:rPr>
                        <a:t>Structure:</a:t>
                      </a:r>
                      <a:endParaRPr sz="1200" dirty="0">
                        <a:solidFill>
                          <a:schemeClr val="tx1"/>
                        </a:solidFill>
                        <a:latin typeface="Times New Roman"/>
                        <a:cs typeface="Times New Roman"/>
                      </a:endParaRPr>
                    </a:p>
                  </a:txBody>
                  <a:tcPr marL="0" marR="0" marT="65405"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hMerge="1">
                  <a:txBody>
                    <a:bodyPr/>
                    <a:lstStyle/>
                    <a:p>
                      <a:endParaRPr/>
                    </a:p>
                  </a:txBody>
                  <a:tcPr marL="0" marR="0" marT="0" marB="0"/>
                </a:tc>
                <a:tc gridSpan="3">
                  <a:txBody>
                    <a:bodyPr/>
                    <a:lstStyle/>
                    <a:p>
                      <a:pPr marL="71120">
                        <a:lnSpc>
                          <a:spcPct val="100000"/>
                        </a:lnSpc>
                        <a:spcBef>
                          <a:spcPts val="515"/>
                        </a:spcBef>
                      </a:pPr>
                      <a:r>
                        <a:rPr sz="1200" b="1" spc="100" dirty="0">
                          <a:solidFill>
                            <a:schemeClr val="tx1"/>
                          </a:solidFill>
                          <a:latin typeface="Times New Roman"/>
                          <a:cs typeface="Times New Roman"/>
                        </a:rPr>
                        <a:t>Revenue</a:t>
                      </a:r>
                      <a:r>
                        <a:rPr sz="1200" b="1" spc="-25" dirty="0">
                          <a:solidFill>
                            <a:schemeClr val="tx1"/>
                          </a:solidFill>
                          <a:latin typeface="Times New Roman"/>
                          <a:cs typeface="Times New Roman"/>
                        </a:rPr>
                        <a:t> </a:t>
                      </a:r>
                      <a:r>
                        <a:rPr sz="1200" b="1" spc="95" dirty="0">
                          <a:solidFill>
                            <a:schemeClr val="tx1"/>
                          </a:solidFill>
                          <a:latin typeface="Times New Roman"/>
                          <a:cs typeface="Times New Roman"/>
                        </a:rPr>
                        <a:t>Streams:</a:t>
                      </a:r>
                      <a:endParaRPr sz="1200" dirty="0">
                        <a:solidFill>
                          <a:schemeClr val="tx1"/>
                        </a:solidFill>
                        <a:latin typeface="Times New Roman"/>
                        <a:cs typeface="Times New Roman"/>
                      </a:endParaRPr>
                    </a:p>
                    <a:p>
                      <a:pPr>
                        <a:lnSpc>
                          <a:spcPct val="100000"/>
                        </a:lnSpc>
                        <a:spcBef>
                          <a:spcPts val="30"/>
                        </a:spcBef>
                      </a:pPr>
                      <a:endParaRPr sz="1200" dirty="0">
                        <a:solidFill>
                          <a:schemeClr val="tx1"/>
                        </a:solidFill>
                        <a:latin typeface="Times New Roman"/>
                        <a:cs typeface="Times New Roman"/>
                      </a:endParaRPr>
                    </a:p>
                  </a:txBody>
                  <a:tcPr marL="0" marR="0" marT="65405" marB="0">
                    <a:lnL w="12700">
                      <a:solidFill>
                        <a:srgbClr val="999999"/>
                      </a:solidFill>
                      <a:prstDash val="solid"/>
                    </a:lnL>
                    <a:lnR w="12700">
                      <a:solidFill>
                        <a:srgbClr val="999999"/>
                      </a:solidFill>
                      <a:prstDash val="solid"/>
                    </a:lnR>
                    <a:lnT w="12700">
                      <a:solidFill>
                        <a:srgbClr val="999999"/>
                      </a:solidFill>
                      <a:prstDash val="solid"/>
                    </a:lnT>
                    <a:lnB w="12700">
                      <a:solidFill>
                        <a:srgbClr val="999999"/>
                      </a:solidFill>
                      <a:prstDash val="solid"/>
                    </a:lnB>
                    <a:solidFill>
                      <a:schemeClr val="bg1"/>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16684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6" name="Google Shape;306;p32"/>
          <p:cNvSpPr txBox="1">
            <a:spLocks noGrp="1"/>
          </p:cNvSpPr>
          <p:nvPr>
            <p:ph type="body" idx="2"/>
          </p:nvPr>
        </p:nvSpPr>
        <p:spPr>
          <a:xfrm>
            <a:off x="1409700" y="2857500"/>
            <a:ext cx="6324600" cy="1143000"/>
          </a:xfrm>
          <a:prstGeom prst="rect">
            <a:avLst/>
          </a:prstGeom>
          <a:noFill/>
          <a:ln>
            <a:noFill/>
          </a:ln>
        </p:spPr>
        <p:txBody>
          <a:bodyPr spcFirstLastPara="1" wrap="square" lIns="91425" tIns="45700" rIns="91425" bIns="45700" anchor="ctr" anchorCtr="0">
            <a:noAutofit/>
          </a:bodyPr>
          <a:lstStyle/>
          <a:p>
            <a:pPr marL="457200" lvl="0" indent="-228600" algn="ctr" rtl="0">
              <a:lnSpc>
                <a:spcPct val="100000"/>
              </a:lnSpc>
              <a:spcBef>
                <a:spcPts val="0"/>
              </a:spcBef>
              <a:spcAft>
                <a:spcPts val="0"/>
              </a:spcAft>
              <a:buClr>
                <a:srgbClr val="0070C0"/>
              </a:buClr>
              <a:buSzPts val="3600"/>
              <a:buNone/>
            </a:pPr>
            <a:r>
              <a:rPr lang="en-US" sz="2800" dirty="0"/>
              <a:t>Thank You!</a:t>
            </a:r>
            <a:endParaRPr sz="2800" dirty="0"/>
          </a:p>
        </p:txBody>
      </p:sp>
    </p:spTree>
    <p:extLst>
      <p:ext uri="{BB962C8B-B14F-4D97-AF65-F5344CB8AC3E}">
        <p14:creationId xmlns:p14="http://schemas.microsoft.com/office/powerpoint/2010/main" val="484498915"/>
      </p:ext>
    </p:extLst>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1216</TotalTime>
  <Words>1721</Words>
  <Application>Microsoft Macintosh PowerPoint</Application>
  <PresentationFormat>On-screen Show (4:3)</PresentationFormat>
  <Paragraphs>314</Paragraphs>
  <Slides>29</Slides>
  <Notes>29</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29</vt:i4>
      </vt:variant>
    </vt:vector>
  </HeadingPairs>
  <TitlesOfParts>
    <vt:vector size="36" baseType="lpstr">
      <vt:lpstr>Arial</vt:lpstr>
      <vt:lpstr>Calibri</vt:lpstr>
      <vt:lpstr>Georgia</vt:lpstr>
      <vt:lpstr>Times New Roman</vt:lpstr>
      <vt:lpstr>2_Office Theme</vt:lpstr>
      <vt:lpstr>4_Office Theme</vt:lpstr>
      <vt:lpstr>Acrobat Document</vt:lpstr>
      <vt:lpstr>Software product management  Assess opportunity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product management  Assess opportunity</dc:title>
  <cp:lastModifiedBy>Barman, Joydeep</cp:lastModifiedBy>
  <cp:revision>4</cp:revision>
  <dcterms:modified xsi:type="dcterms:W3CDTF">2025-11-22T07:05:28Z</dcterms:modified>
</cp:coreProperties>
</file>