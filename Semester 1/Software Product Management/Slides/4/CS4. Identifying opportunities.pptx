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4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  <p:sldMasterId id="2147483651" r:id="rId2"/>
  </p:sldMasterIdLst>
  <p:notesMasterIdLst>
    <p:notesMasterId r:id="rId3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4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2" r:id="rId26"/>
    <p:sldId id="287" r:id="rId27"/>
    <p:sldId id="288" r:id="rId28"/>
    <p:sldId id="289" r:id="rId29"/>
    <p:sldId id="285" r:id="rId30"/>
    <p:sldId id="286" r:id="rId31"/>
    <p:sldId id="290" r:id="rId32"/>
    <p:sldId id="291" r:id="rId33"/>
    <p:sldId id="283" r:id="rId34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0"/>
  </p:normalViewPr>
  <p:slideViewPr>
    <p:cSldViewPr snapToGrid="0">
      <p:cViewPr varScale="1">
        <p:scale>
          <a:sx n="112" d="100"/>
          <a:sy n="112" d="100"/>
        </p:scale>
        <p:origin x="164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deep Barman" userId="722ca666-2eac-4bf2-bd08-e14ba4314914" providerId="ADAL" clId="{38C6F88D-0835-4965-8C00-8BCB89C9FE53}"/>
    <pc:docChg chg="undo redo custSel addSld delSld modSld">
      <pc:chgData name="Joydeep Barman" userId="722ca666-2eac-4bf2-bd08-e14ba4314914" providerId="ADAL" clId="{38C6F88D-0835-4965-8C00-8BCB89C9FE53}" dt="2023-05-19T15:06:35.291" v="549" actId="207"/>
      <pc:docMkLst>
        <pc:docMk/>
      </pc:docMkLst>
      <pc:sldChg chg="modSp mod">
        <pc:chgData name="Joydeep Barman" userId="722ca666-2eac-4bf2-bd08-e14ba4314914" providerId="ADAL" clId="{38C6F88D-0835-4965-8C00-8BCB89C9FE53}" dt="2023-05-18T06:41:52.180" v="14" actId="20577"/>
        <pc:sldMkLst>
          <pc:docMk/>
          <pc:sldMk cId="0" sldId="256"/>
        </pc:sldMkLst>
        <pc:spChg chg="mod">
          <ac:chgData name="Joydeep Barman" userId="722ca666-2eac-4bf2-bd08-e14ba4314914" providerId="ADAL" clId="{38C6F88D-0835-4965-8C00-8BCB89C9FE53}" dt="2023-05-18T06:41:52.180" v="14" actId="20577"/>
          <ac:spMkLst>
            <pc:docMk/>
            <pc:sldMk cId="0" sldId="256"/>
            <ac:spMk id="44" creationId="{00000000-0000-0000-0000-000000000000}"/>
          </ac:spMkLst>
        </pc:spChg>
      </pc:sldChg>
      <pc:sldChg chg="modSp modAnim">
        <pc:chgData name="Joydeep Barman" userId="722ca666-2eac-4bf2-bd08-e14ba4314914" providerId="ADAL" clId="{38C6F88D-0835-4965-8C00-8BCB89C9FE53}" dt="2023-05-19T15:00:16.082" v="541" actId="6549"/>
        <pc:sldMkLst>
          <pc:docMk/>
          <pc:sldMk cId="0" sldId="257"/>
        </pc:sldMkLst>
        <pc:spChg chg="mod">
          <ac:chgData name="Joydeep Barman" userId="722ca666-2eac-4bf2-bd08-e14ba4314914" providerId="ADAL" clId="{38C6F88D-0835-4965-8C00-8BCB89C9FE53}" dt="2023-05-19T15:00:16.082" v="541" actId="6549"/>
          <ac:spMkLst>
            <pc:docMk/>
            <pc:sldMk cId="0" sldId="257"/>
            <ac:spMk id="50" creationId="{00000000-0000-0000-0000-000000000000}"/>
          </ac:spMkLst>
        </pc:spChg>
      </pc:sldChg>
      <pc:sldChg chg="modSp modAnim">
        <pc:chgData name="Joydeep Barman" userId="722ca666-2eac-4bf2-bd08-e14ba4314914" providerId="ADAL" clId="{38C6F88D-0835-4965-8C00-8BCB89C9FE53}" dt="2023-05-18T11:12:56.456" v="40" actId="15"/>
        <pc:sldMkLst>
          <pc:docMk/>
          <pc:sldMk cId="0" sldId="265"/>
        </pc:sldMkLst>
        <pc:spChg chg="mod">
          <ac:chgData name="Joydeep Barman" userId="722ca666-2eac-4bf2-bd08-e14ba4314914" providerId="ADAL" clId="{38C6F88D-0835-4965-8C00-8BCB89C9FE53}" dt="2023-05-18T11:12:56.456" v="40" actId="15"/>
          <ac:spMkLst>
            <pc:docMk/>
            <pc:sldMk cId="0" sldId="265"/>
            <ac:spMk id="105" creationId="{00000000-0000-0000-0000-000000000000}"/>
          </ac:spMkLst>
        </pc:spChg>
      </pc:sldChg>
      <pc:sldChg chg="del">
        <pc:chgData name="Joydeep Barman" userId="722ca666-2eac-4bf2-bd08-e14ba4314914" providerId="ADAL" clId="{38C6F88D-0835-4965-8C00-8BCB89C9FE53}" dt="2023-05-18T12:26:52.155" v="87" actId="47"/>
        <pc:sldMkLst>
          <pc:docMk/>
          <pc:sldMk cId="0" sldId="267"/>
        </pc:sldMkLst>
      </pc:sldChg>
      <pc:sldChg chg="addSp delSp modSp mod">
        <pc:chgData name="Joydeep Barman" userId="722ca666-2eac-4bf2-bd08-e14ba4314914" providerId="ADAL" clId="{38C6F88D-0835-4965-8C00-8BCB89C9FE53}" dt="2023-05-18T12:29:08.816" v="100" actId="1076"/>
        <pc:sldMkLst>
          <pc:docMk/>
          <pc:sldMk cId="0" sldId="268"/>
        </pc:sldMkLst>
        <pc:spChg chg="add mod">
          <ac:chgData name="Joydeep Barman" userId="722ca666-2eac-4bf2-bd08-e14ba4314914" providerId="ADAL" clId="{38C6F88D-0835-4965-8C00-8BCB89C9FE53}" dt="2023-05-18T12:28:58.353" v="98" actId="1076"/>
          <ac:spMkLst>
            <pc:docMk/>
            <pc:sldMk cId="0" sldId="268"/>
            <ac:spMk id="3" creationId="{8EAA8FFE-5155-4933-BCBD-69538094E793}"/>
          </ac:spMkLst>
        </pc:spChg>
        <pc:spChg chg="mod">
          <ac:chgData name="Joydeep Barman" userId="722ca666-2eac-4bf2-bd08-e14ba4314914" providerId="ADAL" clId="{38C6F88D-0835-4965-8C00-8BCB89C9FE53}" dt="2023-05-18T12:29:05.354" v="99" actId="1076"/>
          <ac:spMkLst>
            <pc:docMk/>
            <pc:sldMk cId="0" sldId="268"/>
            <ac:spMk id="129" creationId="{00000000-0000-0000-0000-000000000000}"/>
          </ac:spMkLst>
        </pc:spChg>
        <pc:picChg chg="add del">
          <ac:chgData name="Joydeep Barman" userId="722ca666-2eac-4bf2-bd08-e14ba4314914" providerId="ADAL" clId="{38C6F88D-0835-4965-8C00-8BCB89C9FE53}" dt="2023-05-18T12:28:24.425" v="90" actId="478"/>
          <ac:picMkLst>
            <pc:docMk/>
            <pc:sldMk cId="0" sldId="268"/>
            <ac:picMk id="127" creationId="{00000000-0000-0000-0000-000000000000}"/>
          </ac:picMkLst>
        </pc:picChg>
        <pc:picChg chg="mod">
          <ac:chgData name="Joydeep Barman" userId="722ca666-2eac-4bf2-bd08-e14ba4314914" providerId="ADAL" clId="{38C6F88D-0835-4965-8C00-8BCB89C9FE53}" dt="2023-05-18T12:29:08.816" v="100" actId="1076"/>
          <ac:picMkLst>
            <pc:docMk/>
            <pc:sldMk cId="0" sldId="268"/>
            <ac:picMk id="128" creationId="{00000000-0000-0000-0000-000000000000}"/>
          </ac:picMkLst>
        </pc:picChg>
      </pc:sldChg>
      <pc:sldChg chg="delSp del mod">
        <pc:chgData name="Joydeep Barman" userId="722ca666-2eac-4bf2-bd08-e14ba4314914" providerId="ADAL" clId="{38C6F88D-0835-4965-8C00-8BCB89C9FE53}" dt="2023-05-18T15:30:45.735" v="101" actId="47"/>
        <pc:sldMkLst>
          <pc:docMk/>
          <pc:sldMk cId="0" sldId="279"/>
        </pc:sldMkLst>
        <pc:picChg chg="del">
          <ac:chgData name="Joydeep Barman" userId="722ca666-2eac-4bf2-bd08-e14ba4314914" providerId="ADAL" clId="{38C6F88D-0835-4965-8C00-8BCB89C9FE53}" dt="2023-05-10T14:56:21.694" v="0" actId="478"/>
          <ac:picMkLst>
            <pc:docMk/>
            <pc:sldMk cId="0" sldId="279"/>
            <ac:picMk id="202" creationId="{00000000-0000-0000-0000-000000000000}"/>
          </ac:picMkLst>
        </pc:picChg>
      </pc:sldChg>
      <pc:sldChg chg="del">
        <pc:chgData name="Joydeep Barman" userId="722ca666-2eac-4bf2-bd08-e14ba4314914" providerId="ADAL" clId="{38C6F88D-0835-4965-8C00-8BCB89C9FE53}" dt="2023-05-18T15:30:48.510" v="102" actId="47"/>
        <pc:sldMkLst>
          <pc:docMk/>
          <pc:sldMk cId="0" sldId="280"/>
        </pc:sldMkLst>
      </pc:sldChg>
      <pc:sldChg chg="addSp delSp modSp mod modAnim">
        <pc:chgData name="Joydeep Barman" userId="722ca666-2eac-4bf2-bd08-e14ba4314914" providerId="ADAL" clId="{38C6F88D-0835-4965-8C00-8BCB89C9FE53}" dt="2023-05-18T15:40:26.647" v="173"/>
        <pc:sldMkLst>
          <pc:docMk/>
          <pc:sldMk cId="0" sldId="282"/>
        </pc:sldMkLst>
        <pc:spChg chg="add del">
          <ac:chgData name="Joydeep Barman" userId="722ca666-2eac-4bf2-bd08-e14ba4314914" providerId="ADAL" clId="{38C6F88D-0835-4965-8C00-8BCB89C9FE53}" dt="2023-05-18T15:33:13.577" v="126" actId="478"/>
          <ac:spMkLst>
            <pc:docMk/>
            <pc:sldMk cId="0" sldId="282"/>
            <ac:spMk id="4" creationId="{9AB32557-4AFF-28AE-6F0D-12D4DD64FC50}"/>
          </ac:spMkLst>
        </pc:spChg>
        <pc:spChg chg="add del">
          <ac:chgData name="Joydeep Barman" userId="722ca666-2eac-4bf2-bd08-e14ba4314914" providerId="ADAL" clId="{38C6F88D-0835-4965-8C00-8BCB89C9FE53}" dt="2023-05-18T15:33:32.545" v="128" actId="478"/>
          <ac:spMkLst>
            <pc:docMk/>
            <pc:sldMk cId="0" sldId="282"/>
            <ac:spMk id="5" creationId="{3BEA3B8C-874E-8E02-E7B2-2E8D999AD021}"/>
          </ac:spMkLst>
        </pc:spChg>
        <pc:spChg chg="add mod">
          <ac:chgData name="Joydeep Barman" userId="722ca666-2eac-4bf2-bd08-e14ba4314914" providerId="ADAL" clId="{38C6F88D-0835-4965-8C00-8BCB89C9FE53}" dt="2023-05-18T15:35:11.333" v="157" actId="122"/>
          <ac:spMkLst>
            <pc:docMk/>
            <pc:sldMk cId="0" sldId="282"/>
            <ac:spMk id="6" creationId="{6B10253F-62DF-CA4B-F128-199F0C63F668}"/>
          </ac:spMkLst>
        </pc:spChg>
        <pc:spChg chg="del">
          <ac:chgData name="Joydeep Barman" userId="722ca666-2eac-4bf2-bd08-e14ba4314914" providerId="ADAL" clId="{38C6F88D-0835-4965-8C00-8BCB89C9FE53}" dt="2023-05-18T15:31:06.591" v="104" actId="478"/>
          <ac:spMkLst>
            <pc:docMk/>
            <pc:sldMk cId="0" sldId="282"/>
            <ac:spMk id="220" creationId="{00000000-0000-0000-0000-000000000000}"/>
          </ac:spMkLst>
        </pc:spChg>
        <pc:spChg chg="mod">
          <ac:chgData name="Joydeep Barman" userId="722ca666-2eac-4bf2-bd08-e14ba4314914" providerId="ADAL" clId="{38C6F88D-0835-4965-8C00-8BCB89C9FE53}" dt="2023-05-18T15:31:14.296" v="120" actId="20577"/>
          <ac:spMkLst>
            <pc:docMk/>
            <pc:sldMk cId="0" sldId="282"/>
            <ac:spMk id="221" creationId="{00000000-0000-0000-0000-000000000000}"/>
          </ac:spMkLst>
        </pc:spChg>
        <pc:picChg chg="add mod modCrop">
          <ac:chgData name="Joydeep Barman" userId="722ca666-2eac-4bf2-bd08-e14ba4314914" providerId="ADAL" clId="{38C6F88D-0835-4965-8C00-8BCB89C9FE53}" dt="2023-05-18T15:33:01.475" v="124" actId="732"/>
          <ac:picMkLst>
            <pc:docMk/>
            <pc:sldMk cId="0" sldId="282"/>
            <ac:picMk id="3" creationId="{2B3E06FB-F138-1B3A-E563-7FFA3CFFAAE2}"/>
          </ac:picMkLst>
        </pc:picChg>
        <pc:picChg chg="add mod">
          <ac:chgData name="Joydeep Barman" userId="722ca666-2eac-4bf2-bd08-e14ba4314914" providerId="ADAL" clId="{38C6F88D-0835-4965-8C00-8BCB89C9FE53}" dt="2023-05-18T15:39:50.219" v="168" actId="14100"/>
          <ac:picMkLst>
            <pc:docMk/>
            <pc:sldMk cId="0" sldId="282"/>
            <ac:picMk id="8" creationId="{17438E9D-D50D-5222-BB61-E5EEF5CDEF3A}"/>
          </ac:picMkLst>
        </pc:picChg>
        <pc:picChg chg="add del">
          <ac:chgData name="Joydeep Barman" userId="722ca666-2eac-4bf2-bd08-e14ba4314914" providerId="ADAL" clId="{38C6F88D-0835-4965-8C00-8BCB89C9FE53}" dt="2023-05-18T15:34:18.378" v="130" actId="478"/>
          <ac:picMkLst>
            <pc:docMk/>
            <pc:sldMk cId="0" sldId="282"/>
            <ac:picMk id="2054" creationId="{0C195049-5F4D-3441-CCE1-953B1A649B67}"/>
          </ac:picMkLst>
        </pc:picChg>
        <pc:picChg chg="add mod">
          <ac:chgData name="Joydeep Barman" userId="722ca666-2eac-4bf2-bd08-e14ba4314914" providerId="ADAL" clId="{38C6F88D-0835-4965-8C00-8BCB89C9FE53}" dt="2023-05-18T15:40:14.075" v="172" actId="1076"/>
          <ac:picMkLst>
            <pc:docMk/>
            <pc:sldMk cId="0" sldId="282"/>
            <ac:picMk id="2056" creationId="{92461ED2-5E01-89CF-F6DA-03A68B836452}"/>
          </ac:picMkLst>
        </pc:picChg>
      </pc:sldChg>
      <pc:sldChg chg="delSp modSp mod">
        <pc:chgData name="Joydeep Barman" userId="722ca666-2eac-4bf2-bd08-e14ba4314914" providerId="ADAL" clId="{38C6F88D-0835-4965-8C00-8BCB89C9FE53}" dt="2023-05-18T17:02:51.405" v="512" actId="20577"/>
        <pc:sldMkLst>
          <pc:docMk/>
          <pc:sldMk cId="0" sldId="283"/>
        </pc:sldMkLst>
        <pc:spChg chg="del">
          <ac:chgData name="Joydeep Barman" userId="722ca666-2eac-4bf2-bd08-e14ba4314914" providerId="ADAL" clId="{38C6F88D-0835-4965-8C00-8BCB89C9FE53}" dt="2023-05-18T17:02:40.604" v="500" actId="478"/>
          <ac:spMkLst>
            <pc:docMk/>
            <pc:sldMk cId="0" sldId="283"/>
            <ac:spMk id="226" creationId="{00000000-0000-0000-0000-000000000000}"/>
          </ac:spMkLst>
        </pc:spChg>
        <pc:spChg chg="mod">
          <ac:chgData name="Joydeep Barman" userId="722ca666-2eac-4bf2-bd08-e14ba4314914" providerId="ADAL" clId="{38C6F88D-0835-4965-8C00-8BCB89C9FE53}" dt="2023-05-18T17:02:51.405" v="512" actId="20577"/>
          <ac:spMkLst>
            <pc:docMk/>
            <pc:sldMk cId="0" sldId="283"/>
            <ac:spMk id="227" creationId="{00000000-0000-0000-0000-000000000000}"/>
          </ac:spMkLst>
        </pc:spChg>
        <pc:picChg chg="del">
          <ac:chgData name="Joydeep Barman" userId="722ca666-2eac-4bf2-bd08-e14ba4314914" providerId="ADAL" clId="{38C6F88D-0835-4965-8C00-8BCB89C9FE53}" dt="2023-05-18T17:02:35.703" v="499" actId="478"/>
          <ac:picMkLst>
            <pc:docMk/>
            <pc:sldMk cId="0" sldId="283"/>
            <ac:picMk id="228" creationId="{00000000-0000-0000-0000-000000000000}"/>
          </ac:picMkLst>
        </pc:picChg>
      </pc:sldChg>
      <pc:sldChg chg="addSp delSp modSp new mod">
        <pc:chgData name="Joydeep Barman" userId="722ca666-2eac-4bf2-bd08-e14ba4314914" providerId="ADAL" clId="{38C6F88D-0835-4965-8C00-8BCB89C9FE53}" dt="2023-05-18T12:18:58.195" v="86" actId="20577"/>
        <pc:sldMkLst>
          <pc:docMk/>
          <pc:sldMk cId="906853461" sldId="284"/>
        </pc:sldMkLst>
        <pc:spChg chg="del">
          <ac:chgData name="Joydeep Barman" userId="722ca666-2eac-4bf2-bd08-e14ba4314914" providerId="ADAL" clId="{38C6F88D-0835-4965-8C00-8BCB89C9FE53}" dt="2023-05-18T11:12:37.164" v="39" actId="478"/>
          <ac:spMkLst>
            <pc:docMk/>
            <pc:sldMk cId="906853461" sldId="284"/>
            <ac:spMk id="2" creationId="{304053CF-1347-3A0F-8877-43214B6948A0}"/>
          </ac:spMkLst>
        </pc:spChg>
        <pc:spChg chg="mod">
          <ac:chgData name="Joydeep Barman" userId="722ca666-2eac-4bf2-bd08-e14ba4314914" providerId="ADAL" clId="{38C6F88D-0835-4965-8C00-8BCB89C9FE53}" dt="2023-05-18T12:18:58.195" v="86" actId="20577"/>
          <ac:spMkLst>
            <pc:docMk/>
            <pc:sldMk cId="906853461" sldId="284"/>
            <ac:spMk id="3" creationId="{9EADA4A6-DF18-5E83-001D-3BEA4588F8EF}"/>
          </ac:spMkLst>
        </pc:spChg>
        <pc:picChg chg="add mod">
          <ac:chgData name="Joydeep Barman" userId="722ca666-2eac-4bf2-bd08-e14ba4314914" providerId="ADAL" clId="{38C6F88D-0835-4965-8C00-8BCB89C9FE53}" dt="2023-05-18T11:12:33.059" v="38" actId="1076"/>
          <ac:picMkLst>
            <pc:docMk/>
            <pc:sldMk cId="906853461" sldId="284"/>
            <ac:picMk id="1026" creationId="{B7C3D321-71E9-BA94-1A72-B452654C1D4F}"/>
          </ac:picMkLst>
        </pc:picChg>
      </pc:sldChg>
      <pc:sldChg chg="addSp delSp modSp new mod">
        <pc:chgData name="Joydeep Barman" userId="722ca666-2eac-4bf2-bd08-e14ba4314914" providerId="ADAL" clId="{38C6F88D-0835-4965-8C00-8BCB89C9FE53}" dt="2023-05-18T16:51:59.154" v="306" actId="20577"/>
        <pc:sldMkLst>
          <pc:docMk/>
          <pc:sldMk cId="3132834269" sldId="285"/>
        </pc:sldMkLst>
        <pc:spChg chg="del mod">
          <ac:chgData name="Joydeep Barman" userId="722ca666-2eac-4bf2-bd08-e14ba4314914" providerId="ADAL" clId="{38C6F88D-0835-4965-8C00-8BCB89C9FE53}" dt="2023-05-18T16:48:15.205" v="184" actId="478"/>
          <ac:spMkLst>
            <pc:docMk/>
            <pc:sldMk cId="3132834269" sldId="285"/>
            <ac:spMk id="2" creationId="{60301273-1973-7A81-E4FC-A5B26577914C}"/>
          </ac:spMkLst>
        </pc:spChg>
        <pc:spChg chg="mod">
          <ac:chgData name="Joydeep Barman" userId="722ca666-2eac-4bf2-bd08-e14ba4314914" providerId="ADAL" clId="{38C6F88D-0835-4965-8C00-8BCB89C9FE53}" dt="2023-05-18T16:51:59.154" v="306" actId="20577"/>
          <ac:spMkLst>
            <pc:docMk/>
            <pc:sldMk cId="3132834269" sldId="285"/>
            <ac:spMk id="3" creationId="{BDAAC382-32B0-12D3-0D14-41EB630D34B0}"/>
          </ac:spMkLst>
        </pc:spChg>
        <pc:graphicFrameChg chg="add mod modGraphic">
          <ac:chgData name="Joydeep Barman" userId="722ca666-2eac-4bf2-bd08-e14ba4314914" providerId="ADAL" clId="{38C6F88D-0835-4965-8C00-8BCB89C9FE53}" dt="2023-05-18T16:51:43.692" v="282" actId="2711"/>
          <ac:graphicFrameMkLst>
            <pc:docMk/>
            <pc:sldMk cId="3132834269" sldId="285"/>
            <ac:graphicFrameMk id="4" creationId="{19E3A88E-72C2-942B-AEE6-832C68714228}"/>
          </ac:graphicFrameMkLst>
        </pc:graphicFrameChg>
      </pc:sldChg>
      <pc:sldChg chg="addSp delSp modSp add mod">
        <pc:chgData name="Joydeep Barman" userId="722ca666-2eac-4bf2-bd08-e14ba4314914" providerId="ADAL" clId="{38C6F88D-0835-4965-8C00-8BCB89C9FE53}" dt="2023-05-19T15:06:35.291" v="549" actId="207"/>
        <pc:sldMkLst>
          <pc:docMk/>
          <pc:sldMk cId="1023142658" sldId="286"/>
        </pc:sldMkLst>
        <pc:spChg chg="mod">
          <ac:chgData name="Joydeep Barman" userId="722ca666-2eac-4bf2-bd08-e14ba4314914" providerId="ADAL" clId="{38C6F88D-0835-4965-8C00-8BCB89C9FE53}" dt="2023-05-18T16:50:48.387" v="272" actId="20577"/>
          <ac:spMkLst>
            <pc:docMk/>
            <pc:sldMk cId="1023142658" sldId="286"/>
            <ac:spMk id="3" creationId="{BDAAC382-32B0-12D3-0D14-41EB630D34B0}"/>
          </ac:spMkLst>
        </pc:spChg>
        <pc:spChg chg="add mod">
          <ac:chgData name="Joydeep Barman" userId="722ca666-2eac-4bf2-bd08-e14ba4314914" providerId="ADAL" clId="{38C6F88D-0835-4965-8C00-8BCB89C9FE53}" dt="2023-05-18T16:51:09.282" v="277" actId="113"/>
          <ac:spMkLst>
            <pc:docMk/>
            <pc:sldMk cId="1023142658" sldId="286"/>
            <ac:spMk id="6" creationId="{511361A3-A290-99E9-B7BA-8A3C7379CF78}"/>
          </ac:spMkLst>
        </pc:spChg>
        <pc:spChg chg="add del mod">
          <ac:chgData name="Joydeep Barman" userId="722ca666-2eac-4bf2-bd08-e14ba4314914" providerId="ADAL" clId="{38C6F88D-0835-4965-8C00-8BCB89C9FE53}" dt="2023-05-18T16:49:54.889" v="223"/>
          <ac:spMkLst>
            <pc:docMk/>
            <pc:sldMk cId="1023142658" sldId="286"/>
            <ac:spMk id="7" creationId="{0606A900-5168-C038-8EE8-F6F96DAC8238}"/>
          </ac:spMkLst>
        </pc:spChg>
        <pc:spChg chg="add mod">
          <ac:chgData name="Joydeep Barman" userId="722ca666-2eac-4bf2-bd08-e14ba4314914" providerId="ADAL" clId="{38C6F88D-0835-4965-8C00-8BCB89C9FE53}" dt="2023-05-18T16:51:16.341" v="279" actId="2711"/>
          <ac:spMkLst>
            <pc:docMk/>
            <pc:sldMk cId="1023142658" sldId="286"/>
            <ac:spMk id="8" creationId="{13526362-20FC-3417-3008-1B2791A8E6DD}"/>
          </ac:spMkLst>
        </pc:spChg>
        <pc:graphicFrameChg chg="add mod modGraphic">
          <ac:chgData name="Joydeep Barman" userId="722ca666-2eac-4bf2-bd08-e14ba4314914" providerId="ADAL" clId="{38C6F88D-0835-4965-8C00-8BCB89C9FE53}" dt="2023-05-19T15:06:32.023" v="548" actId="207"/>
          <ac:graphicFrameMkLst>
            <pc:docMk/>
            <pc:sldMk cId="1023142658" sldId="286"/>
            <ac:graphicFrameMk id="2" creationId="{4B618BE2-945E-198D-B048-19DA65114892}"/>
          </ac:graphicFrameMkLst>
        </pc:graphicFrameChg>
        <pc:graphicFrameChg chg="del">
          <ac:chgData name="Joydeep Barman" userId="722ca666-2eac-4bf2-bd08-e14ba4314914" providerId="ADAL" clId="{38C6F88D-0835-4965-8C00-8BCB89C9FE53}" dt="2023-05-18T16:48:50.629" v="207" actId="478"/>
          <ac:graphicFrameMkLst>
            <pc:docMk/>
            <pc:sldMk cId="1023142658" sldId="286"/>
            <ac:graphicFrameMk id="4" creationId="{19E3A88E-72C2-942B-AEE6-832C68714228}"/>
          </ac:graphicFrameMkLst>
        </pc:graphicFrameChg>
        <pc:graphicFrameChg chg="add mod modGraphic">
          <ac:chgData name="Joydeep Barman" userId="722ca666-2eac-4bf2-bd08-e14ba4314914" providerId="ADAL" clId="{38C6F88D-0835-4965-8C00-8BCB89C9FE53}" dt="2023-05-19T15:06:35.291" v="549" actId="207"/>
          <ac:graphicFrameMkLst>
            <pc:docMk/>
            <pc:sldMk cId="1023142658" sldId="286"/>
            <ac:graphicFrameMk id="5" creationId="{B166471B-7C81-726D-201F-F77024774EE0}"/>
          </ac:graphicFrameMkLst>
        </pc:graphicFrameChg>
      </pc:sldChg>
      <pc:sldChg chg="add del">
        <pc:chgData name="Joydeep Barman" userId="722ca666-2eac-4bf2-bd08-e14ba4314914" providerId="ADAL" clId="{38C6F88D-0835-4965-8C00-8BCB89C9FE53}" dt="2023-05-18T16:49:04.054" v="211"/>
        <pc:sldMkLst>
          <pc:docMk/>
          <pc:sldMk cId="698767755" sldId="287"/>
        </pc:sldMkLst>
      </pc:sldChg>
      <pc:sldChg chg="addSp delSp modSp new mod modAnim">
        <pc:chgData name="Joydeep Barman" userId="722ca666-2eac-4bf2-bd08-e14ba4314914" providerId="ADAL" clId="{38C6F88D-0835-4965-8C00-8BCB89C9FE53}" dt="2023-05-18T16:59:11.695" v="402"/>
        <pc:sldMkLst>
          <pc:docMk/>
          <pc:sldMk cId="3707251036" sldId="287"/>
        </pc:sldMkLst>
        <pc:spChg chg="del">
          <ac:chgData name="Joydeep Barman" userId="722ca666-2eac-4bf2-bd08-e14ba4314914" providerId="ADAL" clId="{38C6F88D-0835-4965-8C00-8BCB89C9FE53}" dt="2023-05-18T16:56:01.216" v="348" actId="478"/>
          <ac:spMkLst>
            <pc:docMk/>
            <pc:sldMk cId="3707251036" sldId="287"/>
            <ac:spMk id="2" creationId="{59EF4EFB-563A-9FBF-824C-F0CE1A06B6B4}"/>
          </ac:spMkLst>
        </pc:spChg>
        <pc:spChg chg="mod">
          <ac:chgData name="Joydeep Barman" userId="722ca666-2eac-4bf2-bd08-e14ba4314914" providerId="ADAL" clId="{38C6F88D-0835-4965-8C00-8BCB89C9FE53}" dt="2023-05-18T16:55:56.195" v="347" actId="20577"/>
          <ac:spMkLst>
            <pc:docMk/>
            <pc:sldMk cId="3707251036" sldId="287"/>
            <ac:spMk id="3" creationId="{F847CF8B-00C9-EBEA-F016-D5FA9AF496C7}"/>
          </ac:spMkLst>
        </pc:spChg>
        <pc:spChg chg="add mod">
          <ac:chgData name="Joydeep Barman" userId="722ca666-2eac-4bf2-bd08-e14ba4314914" providerId="ADAL" clId="{38C6F88D-0835-4965-8C00-8BCB89C9FE53}" dt="2023-05-18T16:58:52.473" v="401" actId="164"/>
          <ac:spMkLst>
            <pc:docMk/>
            <pc:sldMk cId="3707251036" sldId="287"/>
            <ac:spMk id="6" creationId="{19BA3AD6-605C-A013-7F71-62AF81C4AE2F}"/>
          </ac:spMkLst>
        </pc:spChg>
        <pc:spChg chg="add mod">
          <ac:chgData name="Joydeep Barman" userId="722ca666-2eac-4bf2-bd08-e14ba4314914" providerId="ADAL" clId="{38C6F88D-0835-4965-8C00-8BCB89C9FE53}" dt="2023-05-18T16:58:52.473" v="401" actId="164"/>
          <ac:spMkLst>
            <pc:docMk/>
            <pc:sldMk cId="3707251036" sldId="287"/>
            <ac:spMk id="7" creationId="{533C88FF-D828-D3C3-9E23-963E9646F691}"/>
          </ac:spMkLst>
        </pc:spChg>
        <pc:spChg chg="add mod">
          <ac:chgData name="Joydeep Barman" userId="722ca666-2eac-4bf2-bd08-e14ba4314914" providerId="ADAL" clId="{38C6F88D-0835-4965-8C00-8BCB89C9FE53}" dt="2023-05-18T16:58:52.473" v="401" actId="164"/>
          <ac:spMkLst>
            <pc:docMk/>
            <pc:sldMk cId="3707251036" sldId="287"/>
            <ac:spMk id="8" creationId="{64382028-F46C-3BF7-C5EA-7881A7B0AD5D}"/>
          </ac:spMkLst>
        </pc:spChg>
        <pc:spChg chg="add mod">
          <ac:chgData name="Joydeep Barman" userId="722ca666-2eac-4bf2-bd08-e14ba4314914" providerId="ADAL" clId="{38C6F88D-0835-4965-8C00-8BCB89C9FE53}" dt="2023-05-18T16:58:52.473" v="401" actId="164"/>
          <ac:spMkLst>
            <pc:docMk/>
            <pc:sldMk cId="3707251036" sldId="287"/>
            <ac:spMk id="9" creationId="{AB73B514-4E96-AFD0-D896-628E383D3787}"/>
          </ac:spMkLst>
        </pc:spChg>
        <pc:grpChg chg="add mod">
          <ac:chgData name="Joydeep Barman" userId="722ca666-2eac-4bf2-bd08-e14ba4314914" providerId="ADAL" clId="{38C6F88D-0835-4965-8C00-8BCB89C9FE53}" dt="2023-05-18T16:58:52.473" v="401" actId="164"/>
          <ac:grpSpMkLst>
            <pc:docMk/>
            <pc:sldMk cId="3707251036" sldId="287"/>
            <ac:grpSpMk id="10" creationId="{2118F55A-F348-34E3-0DBF-2D7631B87BEC}"/>
          </ac:grpSpMkLst>
        </pc:grpChg>
        <pc:picChg chg="add del mod">
          <ac:chgData name="Joydeep Barman" userId="722ca666-2eac-4bf2-bd08-e14ba4314914" providerId="ADAL" clId="{38C6F88D-0835-4965-8C00-8BCB89C9FE53}" dt="2023-05-18T16:56:57.736" v="353" actId="478"/>
          <ac:picMkLst>
            <pc:docMk/>
            <pc:sldMk cId="3707251036" sldId="287"/>
            <ac:picMk id="5" creationId="{4977E8E8-7ABF-8220-302E-4780F39A1937}"/>
          </ac:picMkLst>
        </pc:picChg>
      </pc:sldChg>
      <pc:sldChg chg="addSp delSp modSp add mod delAnim">
        <pc:chgData name="Joydeep Barman" userId="722ca666-2eac-4bf2-bd08-e14ba4314914" providerId="ADAL" clId="{38C6F88D-0835-4965-8C00-8BCB89C9FE53}" dt="2023-05-18T17:01:15.435" v="453" actId="20577"/>
        <pc:sldMkLst>
          <pc:docMk/>
          <pc:sldMk cId="2732733357" sldId="288"/>
        </pc:sldMkLst>
        <pc:spChg chg="add mod">
          <ac:chgData name="Joydeep Barman" userId="722ca666-2eac-4bf2-bd08-e14ba4314914" providerId="ADAL" clId="{38C6F88D-0835-4965-8C00-8BCB89C9FE53}" dt="2023-05-18T17:00:42.131" v="422" actId="403"/>
          <ac:spMkLst>
            <pc:docMk/>
            <pc:sldMk cId="2732733357" sldId="288"/>
            <ac:spMk id="13" creationId="{1F184147-10A6-2222-3F58-336CD0AC34CB}"/>
          </ac:spMkLst>
        </pc:spChg>
        <pc:spChg chg="add mod">
          <ac:chgData name="Joydeep Barman" userId="722ca666-2eac-4bf2-bd08-e14ba4314914" providerId="ADAL" clId="{38C6F88D-0835-4965-8C00-8BCB89C9FE53}" dt="2023-05-18T17:01:15.435" v="453" actId="20577"/>
          <ac:spMkLst>
            <pc:docMk/>
            <pc:sldMk cId="2732733357" sldId="288"/>
            <ac:spMk id="14" creationId="{B2E2289E-F0AC-44A9-6A5C-C52CB91C4D54}"/>
          </ac:spMkLst>
        </pc:spChg>
        <pc:spChg chg="add mod">
          <ac:chgData name="Joydeep Barman" userId="722ca666-2eac-4bf2-bd08-e14ba4314914" providerId="ADAL" clId="{38C6F88D-0835-4965-8C00-8BCB89C9FE53}" dt="2023-05-18T17:01:07.536" v="448" actId="1038"/>
          <ac:spMkLst>
            <pc:docMk/>
            <pc:sldMk cId="2732733357" sldId="288"/>
            <ac:spMk id="15" creationId="{BE8B949A-D638-7C5A-A02E-BBC129799815}"/>
          </ac:spMkLst>
        </pc:spChg>
        <pc:spChg chg="add mod">
          <ac:chgData name="Joydeep Barman" userId="722ca666-2eac-4bf2-bd08-e14ba4314914" providerId="ADAL" clId="{38C6F88D-0835-4965-8C00-8BCB89C9FE53}" dt="2023-05-18T17:00:53.021" v="431" actId="20577"/>
          <ac:spMkLst>
            <pc:docMk/>
            <pc:sldMk cId="2732733357" sldId="288"/>
            <ac:spMk id="16" creationId="{8E41AD29-3C90-DEDD-F8F1-C9887507248F}"/>
          </ac:spMkLst>
        </pc:spChg>
        <pc:grpChg chg="del">
          <ac:chgData name="Joydeep Barman" userId="722ca666-2eac-4bf2-bd08-e14ba4314914" providerId="ADAL" clId="{38C6F88D-0835-4965-8C00-8BCB89C9FE53}" dt="2023-05-18T16:59:38.795" v="404" actId="478"/>
          <ac:grpSpMkLst>
            <pc:docMk/>
            <pc:sldMk cId="2732733357" sldId="288"/>
            <ac:grpSpMk id="10" creationId="{2118F55A-F348-34E3-0DBF-2D7631B87BEC}"/>
          </ac:grpSpMkLst>
        </pc:grpChg>
        <pc:cxnChg chg="add mod">
          <ac:chgData name="Joydeep Barman" userId="722ca666-2eac-4bf2-bd08-e14ba4314914" providerId="ADAL" clId="{38C6F88D-0835-4965-8C00-8BCB89C9FE53}" dt="2023-05-18T16:59:59.308" v="407" actId="692"/>
          <ac:cxnSpMkLst>
            <pc:docMk/>
            <pc:sldMk cId="2732733357" sldId="288"/>
            <ac:cxnSpMk id="4" creationId="{750418DA-DBCB-B17F-E082-5C566B763DCC}"/>
          </ac:cxnSpMkLst>
        </pc:cxnChg>
        <pc:cxnChg chg="add mod">
          <ac:chgData name="Joydeep Barman" userId="722ca666-2eac-4bf2-bd08-e14ba4314914" providerId="ADAL" clId="{38C6F88D-0835-4965-8C00-8BCB89C9FE53}" dt="2023-05-18T17:00:17.175" v="412" actId="1076"/>
          <ac:cxnSpMkLst>
            <pc:docMk/>
            <pc:sldMk cId="2732733357" sldId="288"/>
            <ac:cxnSpMk id="5" creationId="{1E05B6DB-C999-C787-481C-B19CD11F8FF7}"/>
          </ac:cxnSpMkLst>
        </pc:cxnChg>
      </pc:sldChg>
      <pc:sldChg chg="modSp add mod">
        <pc:chgData name="Joydeep Barman" userId="722ca666-2eac-4bf2-bd08-e14ba4314914" providerId="ADAL" clId="{38C6F88D-0835-4965-8C00-8BCB89C9FE53}" dt="2023-05-18T17:02:21.102" v="498" actId="14100"/>
        <pc:sldMkLst>
          <pc:docMk/>
          <pc:sldMk cId="114797428" sldId="289"/>
        </pc:sldMkLst>
        <pc:spChg chg="mod">
          <ac:chgData name="Joydeep Barman" userId="722ca666-2eac-4bf2-bd08-e14ba4314914" providerId="ADAL" clId="{38C6F88D-0835-4965-8C00-8BCB89C9FE53}" dt="2023-05-18T17:01:49.420" v="466" actId="1076"/>
          <ac:spMkLst>
            <pc:docMk/>
            <pc:sldMk cId="114797428" sldId="289"/>
            <ac:spMk id="13" creationId="{1F184147-10A6-2222-3F58-336CD0AC34CB}"/>
          </ac:spMkLst>
        </pc:spChg>
        <pc:spChg chg="mod">
          <ac:chgData name="Joydeep Barman" userId="722ca666-2eac-4bf2-bd08-e14ba4314914" providerId="ADAL" clId="{38C6F88D-0835-4965-8C00-8BCB89C9FE53}" dt="2023-05-18T17:02:21.102" v="498" actId="14100"/>
          <ac:spMkLst>
            <pc:docMk/>
            <pc:sldMk cId="114797428" sldId="289"/>
            <ac:spMk id="14" creationId="{B2E2289E-F0AC-44A9-6A5C-C52CB91C4D54}"/>
          </ac:spMkLst>
        </pc:spChg>
        <pc:spChg chg="mod">
          <ac:chgData name="Joydeep Barman" userId="722ca666-2eac-4bf2-bd08-e14ba4314914" providerId="ADAL" clId="{38C6F88D-0835-4965-8C00-8BCB89C9FE53}" dt="2023-05-18T17:02:11.423" v="488" actId="14100"/>
          <ac:spMkLst>
            <pc:docMk/>
            <pc:sldMk cId="114797428" sldId="289"/>
            <ac:spMk id="15" creationId="{BE8B949A-D638-7C5A-A02E-BBC129799815}"/>
          </ac:spMkLst>
        </pc:spChg>
        <pc:spChg chg="mod">
          <ac:chgData name="Joydeep Barman" userId="722ca666-2eac-4bf2-bd08-e14ba4314914" providerId="ADAL" clId="{38C6F88D-0835-4965-8C00-8BCB89C9FE53}" dt="2023-05-18T17:02:02.880" v="477" actId="1076"/>
          <ac:spMkLst>
            <pc:docMk/>
            <pc:sldMk cId="114797428" sldId="289"/>
            <ac:spMk id="16" creationId="{8E41AD29-3C90-DEDD-F8F1-C9887507248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13:58.3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12822 10622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06:41:16.36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5353 12260 12020,'-45'3'67,"6"8"56,22 23-67,-4 10-555,9-18 0,-1 2 560,-2 3 1,0 1-1881,-1 2 0,-1-1 1903,0 1 0,-1-2 300,1-2 0,0-1-171,-14 18 269,8-14-482,9-15 0,8-9 515,10-24-436,6-8-12,8-22 280,5-8-256,-10 20 1,0 0-76,2-5 1,1-2 1038,1-2 1,0-1-1028,1-3 0,0 0-359,-3-10 1,9 17 330,14 49 0,12 24 0,2 4 0,-9-15 0,15-26 0,-18 43 0,1-1 0,-1 1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06:39:00.73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16576 12631 9666,'0'-5'627,"0"0"897,0 5-1400,-17-37 335,13 21-111,-13-27 189,16 33 46,-1 2 67,-2 3-348,-3 1-122,-2 2 44,-3 1-157,-4 1 45,-1 0 0,-2 0 191,1 1 268,0 2-324,7 0-45,2 2-146,7-4-56,3 2 134,17 1-22,16 2-56,-4-4 0,4 0-194,10-1 1,5 0 0,3 0 142,-7-1 1,2 1 0,2-1-1,1 0-439,-1 0 0,2 0 1,1 0-1,-1 0 0,-1 0 439,1 0 1,-1 0 0,-1 0 0,-2 0 5,9 0 0,-2 0 0,-7 0 0,-9 0 1,-6 1-12,13 0 0,-22 1 0,-14-1 190,-6 1 1358,-3-2-1525,-4 1 2478,0-1-2569,-2 0-10,1 0-2219,3 1-919,-2 3 3216,-4 0 0,4 0 0,-3-1 0</inkml:trace>
  <inkml:trace contextRef="#ctx0" brushRef="#br0" timeOffset="578">16512 12314 11627,'8'-8'684,"-2"2"-102,-6 6 405,0 0-719,40-27 225,-29 19-247,30-20 147,-40 27 503,0 1-661,-6 3-10,-11 8-91,-14 10-111,-18 14-18,20-15 1,-1 1-389,-2 1 1,1-1 399,2-2 0,2 0-17,-16 12-34,13-9 23,12-6-11,10-2 22,4-1-56,3 5 56,11 4 888,9 4-855,20 2-11,-14-13 1,4 0-1,3 0 1,3 0-281,4 1 0,2-1 258,2 0 0,0 0-6,0-2 1,0 0-51,-3-1 0,0 0-1171,4-1 0,-4 0-3502,7 3 4729,-6-3 0,-36-9 0,-6-2 0</inkml:trace>
  <inkml:trace contextRef="#ctx0" brushRef="#br0" timeOffset="3383">18064 12176 12770,'0'4'2185,"0"0"-34,0-4-1411,-5 3 324,3-3-223,-3 3-169,5-2-123,0-1-414,9 1-57,10-10-78,18-5 0,17-11 0,-22 11 0,3 0-759,3-2 1,0 1 730,3 0 0,0 0-23,-1 1 1,-1-1-287,-5 4 1,-1 1-1311,18-8 0,-21 9-437,-16 4-1189,-16 3 3273,-19 6 0,10-3 0,-9 2 0</inkml:trace>
  <inkml:trace contextRef="#ctx0" brushRef="#br0" timeOffset="3820">18297 12100 14686,'3'-4'3328,"0"2"-3115,-3 2-314,0-6-11,0 7 112,1 8 191,2 18-169,2 22-5,-3-20 0,1 2-1,0 2 1,1 0 33,-1 1 1,1-1-51,0-2 0,0-1 0,3 27-179,-1-2-1693,-3-3-1306,-1 0 242,-2-2 392,-7-6 1424,-3-6 1120,-8-10 4616,-9-5-2431,5-13-515,-6-1-247,6-7 1557,-6 1-1691,10 0-505,-1 1 232,15-2-612,2-1-404,2 0 0,6-1 0,43-24-56,4 3-526,-8 2 1,3-1-685,-9 7 0,-1 1-865,-1 2 0,-2 0-1136,-4 2 1,-2 0 3266,16-8 0,-22 7 0,-11 0 0</inkml:trace>
  <inkml:trace contextRef="#ctx0" brushRef="#br0" timeOffset="4295">18814 12020 19919,'-27'37'-39,"0"0"0,-2 9 39,11-4 0,0 8 0,4-4-271,7-5 1,3-4 236,1-1 1,2-1-23,1 25 56,4-12-17,3-14-174,16-13 279,-1-12-10,12-10-67,-4-12 56,2-7 125,2-8-192,-1 0 0,-2-1 56,-4 3 11,-6 5-134,-4 6 234,-5 6-358,-4 5 79,5 20 145,-3 10 114,7 21-80,-3 7-134,-1-1-124,0-3-3182,1-10-3484,2-13 6857,3-12 0,-9-9 0,-1-6 0</inkml:trace>
  <inkml:trace contextRef="#ctx0" brushRef="#br0" timeOffset="4607">19710 12525 16770,'8'0'1457,"-2"0"-1367,-6 0-57,0 0 12,-26 71-1307,4-24 1015,0 5 1,-1 2-1569,7-23 0,1-4 1890,-14 19 0,14-21 0,3-11 0</inkml:trace>
  <inkml:trace contextRef="#ctx0" brushRef="#br0" timeOffset="6081">20037 11853 11616,'0'-11'3418,"0"2"-2780,0 9-190,0 0 270,0-50 1242,0 30-1691,0-32 202,-1 45-471,1 6 728,-1 1-862,0 4 33,1 31 101,-1 7 28,1-5 0,1 2-432,2-4 1,1 0 403,-1 1 0,2 1-43,4 6 1,1-1 53,1 13-11,3 2 0,-10-37-2487,-1-7 705,-2-7-1590,3-6 3570,-1-13 1,1 7 0,-3-6 0</inkml:trace>
  <inkml:trace contextRef="#ctx0" brushRef="#br0" timeOffset="6286">19969 11795 14955,'4'-48'328,"0"1"1,7-8-1,3 5-328,14 2-20,-8 18 1,2 3-653,14-3-3754,-1 11 4435,-4 9 1,-13 7 0,-8 3 0</inkml:trace>
  <inkml:trace contextRef="#ctx0" brushRef="#br0" timeOffset="6642">19925 12013 16411,'41'-19'20,"0"-1"0,1 0 1,-4 1-1,0 1 1,-4 1-27,-1 0 1,-4 0-836,-1 1 1,-1-1-1278,19-14 482,-7 0 23,-5 0 1666,-7 1-53,-5 0 1439,-5 3 208,-6 4 90,-4 6-426,-4 8-148,-2 4-704,0 4-380,-1 1 10,0 22-10,0 6-46,1 28 113,3 4-118,3-17 0,1 2-79,1-5 1,1 0-1995,0 3 1,0-3-1576,3 5 3620,-8-24 0,-5-18 0,0-3 0</inkml:trace>
  <inkml:trace contextRef="#ctx0" brushRef="#br0" timeOffset="7050">20452 11641 8579,'-7'-37'265,"0"1"0,2 2 0,7 2 910,16 7 1,5 4-1176,17-13-45,-9 13 0,-1 2 45,8 3 1218,-16 8-1475,-11 14 593,-22 42-314,-9 3 333,3-9 1,-2 1-345,1-9 0,0-3-22,2-2 0,1-1-23,-8 15 3113,12-13-3147,5-11 260,10-4-192,10-4 213,9-2-191,14 0-44,7-3 22,5 2 0,1 0 0,-2 3 0,-7 1-179,-7 5 798,-13 1-440,-9 5 774,-8 6-314,-16 5-359,-13 8-618,5-18 1,-4-1 337,-3 0 0,-4 0-6,-12 8 1,0-1-662,12-9 0,0-1 667,-9 4 0,4-2 0,13-8 0,4-5 0</inkml:trace>
  <inkml:trace contextRef="#ctx0" brushRef="#br0" timeOffset="7693">21457 12092 17442,'-20'48'-8,"0"1"1,2-3 0,2-2-4397,2-4 1,1-4 4403,-10 9 0,4-6 0,8-33 0</inkml:trace>
  <inkml:trace contextRef="#ctx0" brushRef="#br0" timeOffset="8299">21816 11340 16602,'9'-7'168,"0"11"56,-5 23 460,0 27-606,-1-14 0,0 3-490,-2 7 0,0 3 446,0 3 0,0 0-34,-1-2 0,0-1 11,-1-6 0,0-3-11,1-8 0,-1-3 267,-1 13-424,1-20 157,4-14 359,10-7-147,14-13 24,22-8-158,2-8 0,4-3-1338,-12 6 0,0-1 1260,-5 2 0,2 0 0,-3 1 0,-3 0 0,-4 3-326,18-11 236,-15 7-5994,-17 9 6084,-13 6 0,-3 3 0,-6 2 0</inkml:trace>
  <inkml:trace contextRef="#ctx0" brushRef="#br0" timeOffset="8743">22426 11468 16165,'0'-6'2521,"0"2"-2666,0 4 212,6 25-78,6 4 11,9 27-247,5-2-2408,0-3-2645,-2-8 5300,-4-13 0,-9-15 0,-5-9 0</inkml:trace>
  <inkml:trace contextRef="#ctx0" brushRef="#br0" timeOffset="8885">22540 11189 11067,'-40'-30'0,"8"6"0</inkml:trace>
  <inkml:trace contextRef="#ctx0" brushRef="#br0" timeOffset="10313">22620 11426 15650,'23'11'22,"-3"6"-22,-3 17 112,-2 5-112,-2 4 123,0 14-123,-6-19 0,-1 4 68,-4-25-1,0-8 11,1-4 23,-1-4 191,2-1 178,0-10-223,3-7 133,1-12-189,3-5 258,0 0-438,1 4 34,-2 6-45,-3 7-23,-2 8-33,-3 5-303,0 3 225,3 2-12,4 7 146,5 5-11,4 6-908,9 5 605,-7-12-22,4-1 336,-9-19-45,4-32 45,-6-2-586,-6 6 0,-2-2 658,-3 6 1,-1 0 73,-1-2 0,0-1 151,0-2 0,0 0-98,-2 0 1,-1 0 237,-1 2 0,-1 1-79,-2 4 1,-1 1 459,-7-16 594,-5 10-1311,9 19-101,-1 6-381,7 12 247,0 19 134,0 17 0,2-6 0,1 4 3,0 4 1,1 5 0,1-2 167,2 7 1,2 0-172,-2-7 0,1 2 0,2-4 0,3-2 0,2-4-56,-2-3 0,0-2-9,8 19-114,-4-11 179,0-13-146,-4-8 90,0-10-22,-2-3 994,0-4-882,1-1 395,2-9-361,3-8 88,2-14-144,2-7-1,1-8-11,-1 0 0,0 0-345,-2 4 345,-2 7 0,-4 8-22,-3 10 22,-4 7-56,0 6-314,-1 4 348,0 1 30,0 5-52,0 11 32,1 10-615,3 12 111,4 0 169,3-3 112,4-9 145,0-8-55,0-8 66,-3-6 79,1-2 135,-3-7 33,4-24-157,-5 0 213,-1-23-213,-6 13-11,-2 0 213,-1 5-67,-6 7-23,0 6-101,-7 8 90,1 5-403,2 4 89,2 3 169,3 10-23,0 8-34,3 11-55,2 8 145,3-1-34,8-1 34,5-5 0,7-3-22,-1-6 33,-2-6-22,-4-6-23,-2-4 34,-1-3 168,8-5 34,19-39-191,-19 20 0,-1-2 45,3-7 0,-3-1-22,5-15-34,-12 22 0,-4 8-34,-3 6-112,-2 7 1,-3 3-146,0 2 179,0 14 112,0 4-45,0 16 11,0 1-146,7-2-693,11 1 660,3-17 78,9-2 270,-7-16-90,-4-13 123,-3-10 56,-5-18-368,-6-13 317,-4 24 1,-2-1-23,-4-3 1,-4-1-166,-2 1 0,-4 1 25,-4-1 1,-4 2-12,-3 3 0,-2 2 0,-2 3 0,-2 3-28,-2 4 0,-1 3-12,0 4 1,0 3-301,1 2 1,0 3-844,3 5 1,0 3-2336,-20 15 3518,12 11 0,19-9 0,10-3 0</inkml:trace>
  <inkml:trace contextRef="#ctx0" brushRef="#br0" timeOffset="10566">23791 10877 15616,'50'-32'18,"0"0"1,0 2 0,-1 5-47,-8 13 0,0 3-969,2 0 0,-1 1 969,-1 0 0,1 1-2129,5 2 0,-2 2 2309,6-2 0,-3 3 0,-42 2 0</inkml:trace>
  <inkml:trace contextRef="#ctx0" brushRef="#br0" timeOffset="11200">24082 10778 15538,'-6'9'504,"2"-2"-527,4-7 57,0 0-23,23 28 0,-2-7-11,-1 2 0,1 2 0,9 13-1142,-4 5-595,-12 5 1233,-11-16 0,-5 1 504,-11 15 795,-12 7 930,-5-29-514,1-5-236,2-8-68,7-2 191,6-6-414,8-2-684,3-2-90,2-1 34,8 0-34,10-8 90,16-4 123,14-9-95,-19 9 1,0-1-490,1 1 0,0-1 506,23-11 33,-24 8 1,-1-1-57,6-8 68,0-5 391,-23 5 91,-4 12-135,-4-2-224,-2 12-942,0 1 1662,1 11-933,2 3 101,2 11-101,2-1-78,4 4-90,-2-10-23,-1-3 90,-1-10 101,-3-3 112,4-2-22,2-7-79,5-4 236,1-8-180,-4 9-67,-4 2-79,-6 9 46,-1 1-337,2 1 381,16 18-11,5-2-1669,20 14-7575,0-16 9244,-2-5 0,-16-9 0,-10-1 0</inkml:trace>
  <inkml:trace contextRef="#ctx0" brushRef="#br0" timeOffset="20382">23206 11873 10417,'0'-3'1614,"0"0"-561,0 3 45,-6-9-751,4 6-78,-4-6-123,5 8-157,1 1 11,-1 6-22,-1 8 44,-1 14-22,-1 12 26,-1-4 0,-1 7 0,1-3-15,-1 2 1,0 1-7,1-1 1,-2 7 0,1 0-1,1-6-333,-1 7 0,1-3 346,0-5 1,0 1 0,1-3-1123,1 4 0,0-4 1143,0-1 1,0-1-74,1-5 1,0-2 77,-1 24-44,0-15 68,1-8-68,0-9 11,1-6-11,-1 0 22,2-6 508,-1 3-530,1 5 2368,0-4-2368,0 6-34,0-8 34,0-2 67,0-3-67,-2 0 0,0-1 56,-4 3-45,-2 2 79,-5 3-90,-7 6 11,-9 3 11,-4-1 1,-6 1-23,6-4 0,-2-1-379,0-2 0,-2 2 0,0-2 395,-13 3 1,-1-2-6,13-5 1,-1 0-1,0-1-11,-4 1 0,0 0 0,-1 0-617,-2 0 0,0 0 0,-1-1 594,-1 1 1,0 0 0,0 0 25,1 0 1,0-1 0,0 1-381,0-1 0,0 0 1,0 0 379,2-1 1,0 0 0,-1 0 3,1 0 1,-1 0 0,0 0 18,0-1 0,0-1 0,0 1-34,0 0 1,-1 0 0,0 0 14,0-1 0,-1 1 1,0-1-455,1 0 1,-1 1 0,1-1 446,-1 0 0,1 1 0,0-1-8,0 0 1,1 1-1,0-1-18,2 1 0,0 0 0,1 0 26,1 0 0,1-1 0,1 1 97,-17 6 0,1-1-97,3 0 0,2 0 5,3-1 1,0 1-23,5-3 0,2 1 17,2 0 0,0 0-6,-9 2 1,1 1 10,12-3 1,-2 0-6,-2 1 0,-5 0 0,4 0 0,1-1 0,1-1 33,-14 4 1,2-1-34,14-5 0,2-2-22,4 0 0,0-2 665,-5 0 1,1-1-621,-13 2 55,-8-3-78,22-1 1139,2-2-1139,4 1 0,2 2 0,1 0 2093,-1 5-2115,-5 0 22,-3 5 22,-6 0-22,-4 3-56,-1 0 56,-3 0 232,0 1-165,-3 1-203,12-3 1,-3 3 135,-3 1 0,-1 0 0,2 0 0,-1 0 0,4-2 0,3-2 123,-5-1-123,6-4 33,5-3-10,2-5-12,3 0 34,5-3 554,6 0-487,7 0 196,4 0-308,19-22 45,6-2-45,-1 0 0,2-2-12,2 2 1,2 0-729,4-2 0,1 1 751,4-2 1,2 0 4,1 2 1,0-1-351,2 1 0,-1 1 339,-3 1 1,0 2 11,-4 1 0,-1 2 17,18-12-34,-17 10 0,-13 9 235,-12 7-156,-5 3-23,-10 1 1378,-12 0-1434,-18 3 0,-18 7 177,21-3 1,0 2-178,-4 2 0,0 1-504,1-1 1,0-1 531,1 1 0,1-2-45,5-1 1,1-1-291,-18 5 307,12-3 0,14-4-90,10-2 215,7 4-136,17 0 1053,11 8-1031,22 2 11,-16-7 1,2-1-107,6 2 0,1-1 84,4 1 0,1-1-891,3 2 0,1 0 840,0 1 1,3 1-2184,-6 1 1,2 3-1,-3-2 2234,1 2 0,-3 0 0,5 1 0,-8-2 0,-16-4 0</inkml:trace>
  <inkml:trace contextRef="#ctx0" brushRef="#br0" timeOffset="21751">19203 13816 14798,'7'34'67,"0"-1"1,1-1-1,1 0-180,13 22 305,0-7-237,-3-9 112,0-8 23,-9-15-68,-2-4 12,-7-10 134,-10-27-168,-2 1 22,-7-27 17,6 16 0,0-1-39,4 7 0,1 0-400,-2-10 1,1 0 522,0-13-12,5 9-111,0 13 67,3 12-56,0 12-22,0 4-146,10 7 157,10 14-90,19 15 321,-13-9 1,2 3-260,2 1 0,1 1-350,0-1 0,1-1 378,-3-3 0,-1-2 0,18 12-2940,-12-13 2940,-13-9 257,-9-8-21,-6-9 67,-4-12-258,-2-16 28,-1-3 0,0-3-68,-3 7 1,-1 0 438,0-12 0,-2 0-383,-5 4 1,-1 3-39,-3-13 3391,-3-1-3436,12 36-247,4 8-292,2 5-111,1 14-2409,7 8 3081,6 13 0,-4-11 0,2-4 0</inkml:trace>
  <inkml:trace contextRef="#ctx0" brushRef="#br0" timeOffset="23349">19905 13688 14529,'-33'-2'-34,"0"1"1,-23 9 33,41 30-34,6 8 34,3 6-45,5 0-22,9-4-78,4-6 111,9-10 34,1-8 0,-3-10 224,5-7-56,-7-8-134,3-11 314,-5-10 44,-7-12 0,-1-4 22,2-10-201,-4 8 0,-3 3 157,-5 3 111,-4 4-481,-1 13-112,0 5-246,5 9 235,2 11 123,4 10 0,7 14-146,7 8 146,8 1-224,2-5 156,0-10-32,-3-8 77,-2-10 23,-9-4 135,-1-12-135,-7-7 0,-1-12 67,-2-7 1,-1-4-46,-1 0-22,-4-1 0,-2 4 123,-4 3-123,2 8-11,1 9-34,4 7-415,1 5 460,5 24-156,16 24 133,-1 4 0,-3-20 1,1-2-134,6 1 55,-2-10 22,-6-8 236,-1-7-157,-7-10 0,1-7 23,-3-12-23,-1-8 78,0-1-78,-2 0 22,1 3 23,-2 7-45,1 6-45,-1 10-11,0 5-123,4 3 168,5 4-56,9 10 67,7 7-45,5 10 56,3 0-11,1-4 11,0-9 1,-1-9 100,8-15-34,-21-20 0,-4-8-78,10-16-624,-15 4 0,-6-1 635,-7 14 0,-4 2 22,1-3 1,-3-1-51,-2 0 0,-2 0 151,-8-10 1,-2 2-135,8 15 0,-1 2 0,-3-4 0,1 5-22,-1 11-124,9 10 23,3 19 123,5 14-34,1 21 34,5 10 590,1-27 0,1 1-574,2-1 1,3-1 5,8 10 1,2-2-23,-6-11 0,-1-1-6,9 9 1,0-2 5,-3-5 39,1-2-28,-15-19 11,-2-4 57,-3-3-79,0-1 22,-1 0 423,1 0-445,-1 0 180,0-6-169,1-5 45,0-9-56,2-6 0,3-5-11,6-14-34,-2 12 45,1-2 101,-8 21-101,-2 8-101,-2 4-78,0 2 179,-5 10-12,-1 14-32,0 2 44,1 9-247,5-10 191,7-2-56,4-3 11,10-4 169,3-6-68,3-4 0,-1-4 246,5-7-246,-13-1 0,-1-6 292,-14-2-214,-2-3 1,-2-1-35,-6 0 281,-9 0-325,3 6-89,0 2-1,9 7-89,4 2 22,0 0 78,9 1 79,3 0-34,11 0 34,0 0 68,0 0-68,-5 0-68,-4 0 68,-3 0 259,-5 0-259,0 0 0,-2 0 134,-1-3-134,1-3 0,1-4-22,1-3 22,2 0-23,9-1-201,-3 7 213,8 1-236,-7 17-2173,-1 6-4169,-7 9 6589,-5-4 0,-2-9 0,-3-8 0</inkml:trace>
  <inkml:trace contextRef="#ctx0" brushRef="#br0" timeOffset="23479">20801 13032 10440,'0'0'0</inkml:trace>
  <inkml:trace contextRef="#ctx0" brushRef="#br0" timeOffset="24561">21361 13564 11157,'1'-5'2027,"0"2"-973,-1 3-819,1 26 404,-6 12-628,1-3 1,-2 2-1,-2 3 0,-3 0-321,-2 2 1,-3 2-1846,-1-5 0,-3 2 0,0-4 2155,-4 2 0,-1-3 0,2 3 0,0-6 0,0-14 0</inkml:trace>
  <inkml:trace contextRef="#ctx0" brushRef="#br0" timeOffset="26024">22008 13766 9969,'-7'0'3115,"0"0"-2420,7 0 515,0 0-885,-14-1 145,10-2 157,-13-1-66,15-1-147,0 1-190,0 2-190,2 1-34,-2 1-112,2 10 101,-1 12 22,1 19 23,0 15-34,3-26 0,1 1-627,8 27 593,7-9 34,2-9-168,-4-11-1154,-5-9-314,-5-8-896,-3-7 2532,-2-7 0,-1 1 0,0-4 0</inkml:trace>
  <inkml:trace contextRef="#ctx0" brushRef="#br0" timeOffset="26744">21984 13728 17364,'-14'-23'-56,"2"4"-101,18 19 157,8 1 0,14 5 67,13 4-11,9 6-389,5 0-642,-2 0-380,-5-3 805,-10-3 73,-10-5 477,-8-2 213,-8-3-68,-5-3-44,-3-8 168,-1-6 934,3-16-934,0 0 314,1 1-370,-2 11-213,-3 13-11,-2 6-124,0 16 135,-7 18 56,1-3 0,-2 3-22,-3 9 0,-2 1-461,-1 4 0,-1 1 427,1-1 0,1-1 0,1-5 0,2 0-28,3-8 0,1-2 28,1 16 0,4-16 0,1-16 112,0-8 34,1-6-146,4-11 168,16-35-168,1-3 22,-4 7 0,3-8 1,-2 4-18,-4 10 1,0 0 234,7-22 0,-1 5-240,-7 18 359,-5 13-359,-5 13-112,-2 5 67,-2 3-235,1 7 280,3 13 0,6 15 89,4 16-55,6 7-420,-10-29 1,1 1 385,11 22 11,-2-5-11,-2-9-947,-3-10-1036,-2-9-897,-1-10-1591,2-5 4471,3-13 0,-8 8 0,1-8 0</inkml:trace>
  <inkml:trace contextRef="#ctx0" brushRef="#br0" timeOffset="27112">22818 13684 14899,'-21'50'108,"-1"1"1,3-3-1,4-3-108,9 14 11,3-4 57,3-5-68,8-8-90,3-8 79,10-11-561,2-11 325,5-7 57,5-9 190,5-14 146,3-11-3449,-3-13 3303,-4-7-1842,-12-2 2604,-10-4-385,-8 2 240,-12 3-241,-7 22 0,-4 3-376,-16-7 0,7 14 0,-1 5-33,-14 5 44,0 5 2073,5 3-2285,6 7 1721,9 5-3772,11 9-721,6 2 2973,15-1 0,-7-10 0,7-5 0</inkml:trace>
  <inkml:trace contextRef="#ctx0" brushRef="#br0" timeOffset="28515">23099 13680 17151,'0'-8'-101,"0"10"79,0 15 44,0 14-78,0 20 56,6-12 23,10 16-34,0-33 22,5 1 22,-10-18 91,-3-2-80,2-3 292,1-10-336,16-27 17,-11 8 0,0-2 0,0 0 0,-1 0-17,-1 0 0,-1 3 0,1-2-12,-6 11 12,-1 8-145,-5 8-191,1 2 336,-1 11-67,3 10 67,3 14 0,4 6 56,1-1-23,1-7-66,2-7-35,-7-13-55,2-4 123,-4-16 0,1-9 0,5-17 90,-2-12-101,3-9 11,-6-2 0,-3 1-23,-4 7-33,-4 8 34,-9 5 22,3 17-11,-3 4-169,9 13 1,2 4 22,1 11 123,2 11 34,8 15-45,9 7 113,10 3-534,6-2 488,1-3-11,-6-6-11,-5-8 0,-12-8 0,-5-10 326,-6-4-248,-2-5 101,0-1-111,-6-3 431,-2-7-555,-6-7 56,1-13 0,6-11-67,3-10 83,7 1 1,3-2 5,0 8 1,1-2-926,2-5 1,1-4 0,0 5 930,-1 5 0,0 4 89,3-9 1,-2 6 432,-4 10-550,-1 17-112,-4 9-158,1 57 270,0 5 0,-1-4 0,2 6-147,0-12 0,1 0 0,0-1 141,1 6 1,0-1-1,2 10 1,0-4-847,2 0 2486,0-15-3068,-1-15-304,-1-13 1391,-2-8-908,0-8-3025,-4-12 5169,1-10 1195,-13-31-1154,-1 9-281,2 18 1,0 0 974,-8-5-649,6-4-964,8 15-11,16-7 0,13 14 0,16-2 23,6-1-23,3-3-6,-19 7 1,-1-2 49,12-7 135,0-9-134,-27 12 258,-8 1 571,-5 1-628,-3 3-55,-7 5-169,-3 4-22,-16 5-168,7 11 168,-5 8-201,11 33 167,6-12-56,1 15 68,19-18 22,1-14 0,12-3 269,-1-15-180,1-2-89,2-2 12,0-6 111,1-4-67,0-7-56,-1-1 0,-1-2 112,-2 3-112,-2 0 0,-2 5-34,-2 4 23,-3 4-11,-3 3-314,-2 9 336,-1 9 22,-3 11-22,0 5 0,-3-2 22,0-9 113,-1-9 156,0-8 90,0-3 280,2-2-11,4-10-572,4-10-78,10-17 11,6-10 0,-11 22 1,1 0 10,0-1 1,0 0-23,0 2 0,-1 0-258,14-19-1053,-6 5-7507,-12 5 8818,-5 2 0,-7 14 0,-1 5 0</inkml:trace>
  <inkml:trace contextRef="#ctx0" brushRef="#br0" timeOffset="35100">5708 14231 9319,'-6'1'1345,"2"0"1535,4-1-2153,-14 2-559,11-1 404,-10 0-572,13-1 191,0 0-102,10 0 147,12-2-68,18-7 0,9-4-161,2 0 0,5-3 1,1 0-820,-13 4 1,1-1-1,1 0 1,2 0 811,8-3 0,3 0 0,-1 0 0,-1 2 0,-10 2 0,-2 1 0,0 1 0,1 0-294,0 1 1,1-1 0,0 2 0,-1-1 326,13-1 1,-1 0-1,0 1-59,-5 1 0,0 0 0,-1 0 26,-6 2 0,-1-1 0,-1 0 0,12-2 0,-3-1-6,-9 2 1,-3 0 44,-4-1 1,-5 1-18,4-2 169,-10 2 425,-24 7 381,-2 1 1809,-4 0-2806,1 0 1708,-9-5-1764,5-1-767,-5-5 442,4-1-538,-1-1 303,-3-5-1,-6 0 57,-10-3 392,-9 1 168,1 7 0,-4 1 134,-5 0 1,-1 0-679,0 1 1,0 1 789,3 0 1,4 3 168,-7-1-79,8 4-268,10 3 189,8 1-358,11 0 101,24 9 23,14 4-7,-2-3 1,3 1 45,3-1 0,3-1 27,4-2 1,4-1-1,-1-1-682,8 1 1,2-1 622,-7-1 0,2 0 0,-4-1-30,4 0 0,-5 0-6,-4 1 1,-2 1 676,20 5-671,-23 7 101,-17 9-90,-24 11 1,-9 5 66,-1-5 0,-4 1-1000,0 0 0,-3 2 1,-1-2 926,-11 7 1,-2-2-6,3-3 0,-1-1-530,4-5 1,1-1 394,6-4 1,1-1-1734,4-4 0,0-3 1868,-12 12 0,15-15 0,4-11 0</inkml:trace>
  <inkml:trace contextRef="#ctx0" brushRef="#br0" timeOffset="36379">1386 14486 14227,'24'39'26,"-1"-1"1,0 1 0,-1-3 0,0 0 0,-1-3 34,0 0 1,-1-3-564,0-2 1,0 0 501,-2-3 0,-1 0-224,14 18-3161,-1 9-481,-12-22 3907,0-1 0,-12-24 1,-3-5-1</inkml:trace>
  <inkml:trace contextRef="#ctx0" brushRef="#br0" timeOffset="36601">1735 14488 7436,'-33'-36'870,"-1"0"0,4 4 1,6 6 1906,11 17-2777,6 5 1219,5 3-1275,4 9-168,16 16 224,16 22 100,-8-13 0,3 3-61,5 4 0,2 1 650,2 2 0,0 0-650,2-3 0,0-2-39,-2-3 0,-1-2-773,-1-5 0,-1-2-466,-6-4 1,-1-3-4790,14 8 6028,-21-13 0,-12-9 0,-9-5 0</inkml:trace>
  <inkml:trace contextRef="#ctx0" brushRef="#br0" timeOffset="36790">1639 14911 16546,'-31'0'678,"0"0"0,-18 0-701,51-3 23,16-12 169,15-10-169,-7 4 0,2 0-113,5-3 1,3-2-1758,-1 2 0,4-3 0,-1 0 1870,-1-2 0,-1-2 0,-1 3 0,10-3 0,-4 2 0,-14 3 0,0 0 0</inkml:trace>
  <inkml:trace contextRef="#ctx0" brushRef="#br0" timeOffset="36980">2036 14043 14475,'21'-43'-8,"0"1"1,0 0-1,0-1 1,2-2 0,-1 2-1,5 2-48,9-2 0,4 3 0,1 3-1793,-6 8 0,1 3 1,-4 3 1848,0 0 0,-3 3 0,1 0 0,-6 6 0,-14 10 0</inkml:trace>
  <inkml:trace contextRef="#ctx0" brushRef="#br0" timeOffset="37179">2279 13742 16759,'-11'24'135,"13"2"-124,33-1 28,0-2 0,2 2-39,-7-5 0,1 0 0,11 7 0,0 0-471,-11-8 1,-2 1-595,-2-1 1,0 1-757,-3 0 0,-3 2 1821,8 24 0,-13-20 0,-12-4 0</inkml:trace>
  <inkml:trace contextRef="#ctx0" brushRef="#br0" timeOffset="37319">2547 14420 14708,'-39'21'1008,"-1"0"1,5-2 0,8-5-617,17-9-190,7-3-56,6-7-113,19-21 19,4-2 0,9-8 1,3-3-2230,0 2 1,4-3 0,2-1 0,-2-1 2176,-9 7 0,0-2 0,-1 0 0,1 2 0,-2 1 0,5-1 0,0 2 0,-3 2 0,-5 2 0,-8 0 0,1 0 0</inkml:trace>
  <inkml:trace contextRef="#ctx0" brushRef="#br0" timeOffset="45799">7053 12370 10036,'6'6'56,"-2"-2"-11,-4-4 4796,0 0-4595,-2 2-33,-2-2-213,0 0 179,-1-1-156,2 0-23,1 1 0,1 0 67,-1 0-22,-1 0-45,-2 0 0,-5 0 0,-4 4-124,-5 3 124,-2 5 0,-3 3 45,1 3-45,-2 2 0,0 5 0,-2 5-67,8-7 0,0 2 67,-7 10 0,-5 11-34,20-21 79,2-3-90,6-5 12,1-3 33,2-4-348,0 0 326,4-1 168,12 6-146,12 1-34,4 0 124,2 0-146,-10-3 56,-3 0 0,-4 2 56,-1 8-45,-9-3-34,-1 11 147,-7 0 77,-12 10-201,-9 11 45,-6-10 0,-4 1-45,7-10 0,-1-1-136,-9 9 1,0-3 90,13-14 0,1-4 169,-18 13-158,9-8 34,8-9 0,8-6-67,7-4-202,4-4 562,3-1-472,5-1 179,16-3 78,11-4-100,0 2 0,-5-1 22,-18 5-124,-4 6 124,-3 5 213,-1 14-157,-11 14-11,-6 13-384,2-21 1,-2 2 388,-1 3 1,-1 1-62,0 0 0,0 2 11,0 1 0,1 0 0,0 0 0,1 1 11,2 1 0,1 0 6,1 0 0,0 0-17,2 0 0,1 0-12,1 0 1,0-1 11,2-1 0,1-1-22,1-2 0,1-1-78,1-4 0,1-1 0,0 22 88,1-10-55,6-9 34,4-8 10,8-5 23,7-5 67,7-5-67,8-5-62,-3-4 1,1-2-40,-7-1 1,-1-1-400,11 0 0,-2-1-1304,9-7-1143,-14 0 2998,-15-2 1,-11 6-1,-8 0 1</inkml:trace>
  <inkml:trace contextRef="#ctx0" brushRef="#br0" timeOffset="57040">7781 9938 13196,'-52'-1'2039,"6"1"-1960,33-1 727,-2 1-537,-7 0-33,9 0-191,-2 0-45,12 0-191,2 7 191,10 7 123,14 17-101,15 4 1,6 1 5,-5-5 0,5 2-868,-3-5 1,7 4-1,1-1 1,-3-2 839,-2-2 0,-3-3 0,3 1 0,-1 0 0,2 0 0,0 1 0,-2-2-340,-2 1 1,-1-1 0,0 1 344,-2 0 1,1 1 0,0 1-1,-2-2 36,0 1 0,-3-1 0,2 1-41,6 5 0,0 1 0,-3-3 34,-4-3 0,-2-1-34,5 1 0,0 0 4,-1-4 1,-1-1 0,-10-4 1,-1-2 106,14 6-112,-36-17-100,-2-3 3071,-1 2-2960,0-2 1976,0 0-1819,-7-14-124,-25-24-44,-2-6-210,6 13 1,-2-1 209,-6-5 0,-1 0 22,-1 2 0,-1 1 17,-4-4 1,0 3-18,10 9 1,3 4-23,-4 3-247,20 13 169,22 18 27,25 25 1,10 8 139,-13-16 1,3 2-536,4 6 1,4 3 0,-1-5 450,1-2 1,-1-4-1,2 0 1,2 0-257,-6-7 1,3 1 0,-3-2 250,3 1 0,-1-1-84,7 1 0,-6-2 140,-7-5 134,-19-8-167,-17-2 55,-21 1-78,-21 1 0,12-2 0,-3 1 437,-4 0 1,-3 0-416,2 0 0,-3 0 1,2-1 243,-6 0 1,2 0-262,-13 2 1,3-2-567,23-5 1,3 1 482,-22-1-997,13-1-438,11 0 1577,4-4 0,13 3 0,0-4 1</inkml:trace>
  <inkml:trace contextRef="#ctx0" brushRef="#br0" timeOffset="60592">3885 9078 12031,'0'-50'1050,"0"1"0,0 0 1,0-7-1,-1 7-624,-1-2 650,-1 33-875,-2 4-201,2 2 382,-1 5-337,3 1-34,0 3 101,1-1 101,0 3 33,0-1-604,0 16 313,6 14 45,10 27 67,-3-16 0,1 3-577,5 7 0,0 4 528,-6-14 1,0 2 0,0-1-19,1 2 0,-1 0 0,0 1 33,3 10 1,1 2 0,-1-1-34,-1-8 0,0-1 0,-1 0 11,0-3 0,-1-1 1,-1-3-18,4 6 0,-2-8-50,-6-10 112,0-7 314,-6-17-370,0-2 0,2 0 134,9-9 23,10-12 1,5-5-158,-4 2 0,2-2 106,14-15 1,0-1 290,-9 10 1,-2 1-1928,3-2 1,-3 1 1529,5-10 0,-6 11 0,-23 22 0</inkml:trace>
  <inkml:trace contextRef="#ctx0" brushRef="#br0" timeOffset="61374">4294 9006 17521,'-28'-28'-123,"33"33"201,15 18 0,9 8-78,11 8 0,4 0-594,-12-13 1,1 0-1,-1-2 314,6 3 0,0-4 5,-6-7 1,-2-4 497,11-6-245,-14-32 483,-6-5-399,-14-11 0,-7-5 313,-6 7 1,-2 0 72,2 0 0,-2 2 224,-18-15 56,6 33 929,2 8-1590,4 5-67,5 4-336,5 2 180,16 8 156,16 6 0,23 10-124,-1-4 1,3 0-918,-11-4 0,-1-2 363,14 5 0,-3-3-73,-19-8 1,-3-1-953,19 1-875,-7-15 2567,-22-9 11,-4-15 1675,-36-9 0,-11-2-986,14 14 1,-1 1-1015,-7-3 1,-4-2 0,2 5 699,0 3 1,2 4 1156,-19-18-669,2 6-998,24 16 35,8 4-180,32 13 280,19 0 16,-10-1 1,3 2-297,18 0 0,3 1-757,-7 1 1,0-1 420,2 1 0,-5-1 616,3 3 112,-32-12-45,-20-8 2150,-10-9-1612,-23-18-12,1 16-582,-11-1 57,18 22-259,0 54 191,12 5-459,8-4 0,3 3 459,3-7 0,3 0-101,2-3 0,3-1-784,1-6 0,3-2-1945,10-7 1,2-4 2829,12 1 0,0-11 0,-21-14 0</inkml:trace>
  <inkml:trace contextRef="#ctx0" brushRef="#br0" timeOffset="61812">5274 8288 17342,'10'19'-217,"13"14"1,9 11-1,-2-5 48,-8-14 1,1 0-95,8 17 0,4 6 1,-9-25 262,-14-35 253,-5-15-253,-3-12 0,-2-8 131,-3 1 0,-2-4 0,0 2 76,-2-12 0,-2 1-99,2 14 0,-2 0 1,-2 6 1269,-18-9-903,12 22-475,0 8-459,23 36 515,28 21-280,-8-12 0,2 0-958,-1-2 1,2-2 598,-2-6 0,-2-4-1265,3-4-170,-7-5 304,-9-9 1714,-6-10 0,-5 7 0,-3-6 0</inkml:trace>
  <inkml:trace contextRef="#ctx0" brushRef="#br0" timeOffset="62638">5645 7949 16333,'-28'-45'-314,"34"8"135,46 32 201,-22 5 1,1 4-46,10 6 1,-4 3 22,3 8 11,2 10-11,-22-13 101,-11-9 426,-2-2-516,-7-7 639,-25-24-628,7 4 158,-21-23 66,8-6-246,9-4-134,3 0 122,14-3-66,11 27 78,3-2-90,6 19-167,0 6 167,3 3-235,18 18 325,-5 1 6,1 4 0,0 2-186,15 8 180,-2-3-11,-19-16 11,-18-15 224,-4-41-224,-4 11 0,1-2 61,-1-6 1,1 0-62,-1 8 0,0 5-168,0 1-135,0 25 259,0 3-35,4 0 79,5 0 23,7 0-23,3 0 0,-1 0 224,-3 0 258,-2-17-348,-6-2 1043,-2-37-875,-5 16 213,-2 9 1,-1 1-68,-1 4-246,-4 1-202,5 20-493,1 3-202,17 20 723,19 20 0,11 12 25,-11-10 0,5 4 1,2 3-1,-1 0-399,-7-10 1,-1 0 0,2 1-1,0 1 1,2 4 29,-5-5 1,3 4 0,2 3 0,0 0 0,-1 0 0,-1-1 0,-2-3 0,-4-5-239,3 5 1,-4-5 0,-1 0 0,1 2 541,3 3 1,3 4 0,-2 0 0,-5-4 0,-12-10 382,-16 10-47,-29-28-313,4-19 1,-3-7 363,-6-6 0,-1-5-364,-2-6 1,0-9-1,9 1 0,-1-7 0,2-3 0,5 1-639,2-6 0,6-1 0,4-2-518,2 3 1,3-4-1,3 2 1,7 6 1145,11-12 0,9 10 0,4 18 0,0 11 0,-3 14 0</inkml:trace>
  <inkml:trace contextRef="#ctx0" brushRef="#br0" timeOffset="63091">5276 10588 15112,'-25'-40'982,"-1"1"1,3 3-1,7 7-1587,13 18 817,44 49-190,-18-15 1,1 3-564,3 4 0,3 4 1,-1-1 540,10 12 0,0-2 28,0 2 0,-1-2-140,-2-4 0,-1-2-194,-4-5 1,-1-1-1835,-3-3 0,-3-1-2096,-2 0 4236,-23-18 0,-8-11 0,-10-12 0</inkml:trace>
  <inkml:trace contextRef="#ctx0" brushRef="#br0" timeOffset="63898">5292 10580 13555,'-34'-42'888,"-1"-1"1,6 10 0,11 4-1303,26 3 414,41 32-12,-11 6 1,0 5 11,-3-3 0,-2 2 0,-5 3 0,-5 0-459,0 3 336,-11-10 123,-5-3 201,-8-13-55,-22-30-45,5 2 0,-1-3-62,-2-3 0,-1-2-196,-1-7 0,3 1 330,8 12 1,2 0-174,1-8 0,3 1-67,-1-14 16,9 20 1,9 7-141,18 26 1,5 10 190,17 5 56,-9 10 0,0 8-56,-11 4 0,-3 0 45,-3-5 0,-1-2-84,-1-1 0,-2-3 39,4 1 426,-17-21-292,-6-2 101,-1-2-235,-9 0 56,-1-2 67,-10-2-32,-9-7 592,1 0-426,1-3 1,3-9-213,13-15-45,2-7 50,5 2 1,4-2-51,2 13 0,2-1-244,1-11 0,2-1 289,1 12 0,3 0-45,8-15 0,0 2-23,1-3 23,-5 16 0,-3 6-56,-9 20-134,-2 4-68,-1 2 214,4 1 44,3 8 89,7 7 399,4 10-511,5 4-234,3 1-483,0-6 258,7-1 449,-11-12 156,1-3 123,-16-18 595,-4-6-360,-7-12 551,-8 0-1032,-8 0 0,-7 7 67,-4 4-908,-18 6-1724,24 6 2565,-3 5 0,26 1 0,6 1 0</inkml:trace>
  <inkml:trace contextRef="#ctx0" brushRef="#br0" timeOffset="64712">6065 9383 16098,'-39'-11'933,"0"1"1,5 0 0,6 3-934,10 7-179,5 0 134,0 29-67,6 2 112,2-1 0,3 2-129,15 13 1,7-2-478,10 7 230,-1-15 0,4-6-498,15-18 784,-4-7-145,-9-4 493,-12-26-101,-31-25 0,-2 21 0,-7-2 280,-7 0 0,-8-2 0,-3 4-19,-12 0 0,-4 3 0,1 1-993,9 3 0,1 1 1,-2 2 730,-5 0 1,-2 2 0,7 6-90,-12 2 146,15 7-269,15 1-71,13 2 48,30 23 79,11-2 4,12-3 0,14 0 0,-5-3-4,-10-2 0,2-4-28,2-5 0,7 0 0,0-4 0,-11-4 263,-9-7 0,-5-3-235,9-1 0,-6-4 426,-17-23-258,-15 18 2201,-3-5-2077,-3 9-684,1 10 44,5 2-1277,34 14 0,31 16 1,5-2-1,-24-19 6499,-29-59-4701,23 55 1,21 15 0,-4 0 0,-25-15 414,-55-42 0,-21-4 275,9 20-1378,3 6-1390,26 21 662,20 15-696,19 12 79,8 7-437,9-1 2297,-14-17 0,-2-2 0,1 2 0,5-7 0</inkml:trace>
  <inkml:trace contextRef="#ctx0" brushRef="#br0" timeOffset="65506">6654 9072 16170,'-35'-27'698,"-1"1"0,4 1 1,7 7 164,15 16-863,5 2-307,3 0 162,1 0 172,2 5-229,11 10 287,24 22-405,-8-20 0,2 0 51,1 0 1,0-3 111,0-4 0,-2-6 157,7-15 179,-8-9-179,-12-16 0,-6-12 303,-13-6-147,-14 9 1,-5-2 84,2 10 1,-2 0-729,-1 4 0,-3-1 0,-1 2 986,-6-3 0,-1 3-337,0 2 0,0 2 168,1 3 1,1 2 50,3 4 1,2 3 32,-16-7-280,12 10-134,14 7-123,9 4 90,5 4-225,30 39 219,8-2 0,7 2 56,-14-11 0,1 0 0,2 0-73,9 5 0,4 1 0,-2-4-460,5-1 1,1-3-648,-11-9 0,2 0 1,-3-2 719,-1 0 1,-2-2 492,7-1 1,-12-2 610,-27-6 885,-39-11-902,7 0 1,-4-1 145,-6-3 0,1 0-522,-17-6 1187,22-4-1489,27 2 866,5-16-866,17-19-11,-4 17 1,4-3-382,5-7 1,3 0 425,1-1 0,3-1 3,-5 10 1,3-1 0,-2 3-71,1-1 0,-1 1 67,3-2 0,-2 4 0,-7 6-34,-9 12 34,-4 8-56,-3 4 45,-3 3 22,-4 0 728,-4 0-795,-2 0 11,2 0-157,4 0 146,4 0-583,2 0 449,19 5 100,8 0 1,26 6 89,-21-5 0,2-1-303,3 0 0,0 0 303,2 0 0,0 0 0,-3 0 0,-1 0 16,-1 2 1,-3 1-62,4 1-44,-9 4 89,-23-5-67,-5 6 145,-8 15-156,-8 17 72,5-12 0,-3 2-3257,0 4 0,-2 1 3263,-5 2 0,1-3 0,-3 9 0,1-18 0</inkml:trace>
  <inkml:trace contextRef="#ctx0" brushRef="#br0" timeOffset="75603">15898 5252 11627,'-16'-17'796,"2"3"-505,12 14-145,-1-1 22,-3 1-168,-10 10 0,-14 17-6,7-2 0,-2 4-965,-8 13 1,-2 4 970,7-8 0,-2 3 0,0 1 42,4-6 0,-1 2 0,1 1 0,-2 0-481,-2 5 0,-1 1 0,0 0 0,-1 0 475,-1 2 1,0 0 0,-1 0 0,-2 3-37,5-8 0,-2 2 0,-1 1 0,-1 0 0,1 0 0,0-2 22,3-2 0,-1-1 1,1-1-1,-1 1 1,0-1-1,0 2-6,-3 4 1,-2 1 0,0 1 0,0-1 0,1-1 0,3-3-15,-5 5 1,2-2 0,2-2 0,1-2 41,-4 7 1,1-2 0,4-4-376,0 0 0,3-3 331,2-4 0,0-1-129,5-7 0,1-2 252,-9 11 1260,13-16-1047,10-12 2155,5-6-1885,2-18-606,1-16 0,3 3 0,3-4-307,1-7 1,1-3 345,6-5 1,3-2-40,0-4 0,1 0 26,-6 16 0,1 0 0,0 0-15,1 0 0,-1 0 1,1 0-16,0-1 0,-1 1 0,1 1 4,9-16 0,-1 0-200,0 5 1,1 0 171,-2 5 0,1 1 50,-2 4 1,-1 2-23,-2 4 0,-1 2 90,10-19-46,-9 15-111,-10 13-415,-9 18 448,-18 29 34,1-1 0,-3 7 129,-1 3 0,-5 6 0,-1 4 0,-1-1-129,4-4 0,-1 1 0,-1 1 0,1 0 0,0 0-476,-1 1 1,0 0-1,0 1 1,0-2-1,1 1 456,-5 6 1,0 1-1,2-2 1,3-5 52,-5 9 1,3-3-79,8-14 0,0 1 0,1-2 67,-1 7 1,2-2-23,0-3 0,3-3 0,0 7-146,11-23 1003,2-4-622,10-2-201,32-5 66,11-3 906,-9-2 1,4-2-1007,1-1 0,2-2 39,6 0 1,2-1-18,-18 0 0,2 0 1,1-1 3,13 0 0,2-1 0,-4 1-26,3-1 0,-2 1-118,9 1 1,-7 0 117,-15 2 199,-22 3-8,-11 0 324,-9 0-515,-10 0-381,4 0-425,-5 3-225,11 4 1031,8 1 0,-4-1 0,4-4 0</inkml:trace>
  <inkml:trace contextRef="#ctx0" brushRef="#br0" timeOffset="99033">16311 4614 12512,'0'-10'2051,"0"2"-1345,0 8-404,0 0-55,-9-12-247,5 11-90,-6 5 90,9 27 61,1 11 1,0 4-62,0-8 0,0 1-429,0 13 0,0 0 423,1-18 1,-1-3 5,0 19 0,1-13 45,-1-11 44,0-14-89,0-4 280,0-11-201,0-10 824,-3-10-567,-5-17-324,-4-11-114,5 19 0,-1 0 208,1-2 1,-1-1-90,2-1 0,-1 1 251,1 3 1,0 0 102,-2-20-237,3 17-22,3 13-112,1 14-78,4 4-371,13 20 315,15 15 50,-6-4 0,3 3-408,5 8 1,1 2 491,3 2 0,0 2 39,0 1 0,0-1-39,-2-3 0,-1-3-34,-6-5 1,-1-3-236,15 13 754,-17-20-261,-13-18 78,-7-24 35,-8-22-281,0 8 0,-1-3-123,-2-4 0,0-4 294,-1 3 1,-1-3 0,0 3 186,-1-6 0,0 2-358,-2-11 0,1 3-90,0-1-119,3 16 109,4 18-349,2 11-1041,1 25 162,6 17-1216,2 15 1,1 4 2487,-2-11 0,0 0 0,2 3 0,-1-4 0,-4-7 0</inkml:trace>
  <inkml:trace contextRef="#ctx0" brushRef="#br0" timeOffset="99218">16835 4781 17577,'34'25'-729,"-1"1"1,-7-8 0,-2 1-2623,3 8 1,-3-1 3350,-6-7 0,-3-7 0,-14-12 0</inkml:trace>
  <inkml:trace contextRef="#ctx0" brushRef="#br0" timeOffset="99326">16981 4544 9129,'0'0'0</inkml:trace>
  <inkml:trace contextRef="#ctx0" brushRef="#br0" timeOffset="100232">17204 4590 17263,'-23'30'-94,"0"0"1,2-4 0,6 0 37,18 3 45,35-4 11,2-13-636,-4-7 1,3-4 556,-6-7 1,0-3-46,1-2 1,0-2-96,-3-6 0,-3-3 202,-2 0 1,-4-3 16,-5-1 0,-3-3 157,0-28-157,-9 26 0,-3-1 0,-6 0 0,-3 0 241,0-1 0,-3-1 106,-11-9 0,-4 1 124,-2 3 0,-1 3-63,-5-1 1,-1 3-241,10 13 1,1 4 178,-9 3-347,21 13-33,4 1-12,3 10-179,1 13 207,1 9 0,2 6 17,1-8 0,1 0-40,1 13 1,3 0 107,12 12-68,5-6 0,3-7 903,6 8-903,-10-18 22,0 3 336,-12-22-324,-4-5-34,-1-5 22,-1-2 23,-1-1-45,1-3 22,3-12 281,4-13-281,4-19-22,1-9 168,-5 0-145,-2 7 133,-6 11-156,-2 13 34,-1 9-56,0 9 22,0 4-684,0 3 572,5 6-11,5 7 123,26 18 44,-2-7-88,18 3-175,-21-20 1,2-5 128,2-10 1,0-7 27,9-6 0,-2-7 73,-5-11 1,-5-4-166,-8 2 0,-5 0 126,-6 10 0,-5 3-118,-9-4 146,-13 25-45,-11 5 45,-9 8 0,-3 11-22,2 9-1,6 9 1,14-1-247,7-2 364,47 2-22,-1-24 0,6-4-62,3-2 1,3-5-314,-9-4 1,1-3 0,-3-2 121,5-8 1,-4-2-73,-2 0 0,-2-2-208,-8 3 0,-2 0-212,8-12-594,-17 8-1916,-26 9 3182,-23 7 0,10 6 0,-6 1 0</inkml:trace>
  <inkml:trace contextRef="#ctx0" brushRef="#br0" timeOffset="102899">16909 5354 14944,'-7'-8'1456,"2"2"-1601,5 6 44,0 0 179,13 61-78,-1-22 17,-1 5 0,0 1-17,5 2 157,-3-6-269,-1-6 112,-4-8 0,0-8 22,-3-6-22,0-8 0,-2-2 90,0-3-11,-1-1 346,1-11-380,5-36 201,-1-2-229,-2 12 0,-1-2 39,3-15 78,1-3-44,-3 24-90,0 7-280,-2 22-347,13 27 402,4 8 214,-5-3 0,2 3 11,-2-1 0,0 0-31,-1 1 0,-1 0 31,0-2 0,-2-1 0,8 23 67,-5-8-67,-5-8 0,-3-10 0,-3-9 79,-2-8 189,1-5 64,0-6-254,3-16 213,2-19-252,-2 10 1,1-4 16,1-23 0,1-2-1059,-2 16 0,-1 0 1121,1-12 0,-2 3-96,-1 2 68,-2 16 301,-1 15-391,0 11 0,0 5-380,0 2 110,4 11 158,6 10 112,8 19 0,11 8 61,-12-22 1,1 0-62,2-1 0,1-2 23,22 16 2072,-1-11-1903,-1-12-316,-2-8 124,-2-9 0,-2-12 135,-1-9-135,-2-16 0,-4-8-11,-7-9 72,-13 26 1,-1 0-17,0-29-45,-5 2 0,-12 9-168,-11 4 168,-1 21-136,-6 5 384,12 15-451,0 13 203,2 12-145,0 22 139,8-15 0,2 1-16,0 5 0,2 1-117,0-1 0,1 1 122,2-3 1,1 0 16,6 25-124,6-12 124,5-12-302,0-12 168,-1-11-34,-2-7 168,-2-6 123,1-13 33,-2-11 1,0-5-157,-2 3 0,0-3 0,2-14 0,0-1 61,-5 12 1,-1 1-51,1-25-11,-2 12 0,-5 15 90,0 11-202,-1 10 112,0 6-627,2 3 602,5 15 3,6 11 44,7 20-22,5 9 33,-13-27 1,1 1 67,12 21-101,-5-10 34,0-9 11,-10-15-45,-1-6 291,-8-9-235,1-1 493,-1 0-505,2-6 24,0-11 72,3-12 0,0-7-151,3-14 0,2-3-874,0-1 0,1 0 929,2-3 1,0 4-45,-2 20 0,-1 3-123,13-15-1,-3 17 57,-2 15-168,-2 13-146,0 19 124,3 14 206,-7 6 1,0 4 50,-3-10 0,-2 0-211,2 10 1,-3-2 210,-2 2 1661,-4-17-1572,-1-12 673,0-18-627,-2-18-23,1-21-79,-1 12 1,2-2-317,1-7 0,2-2-37,3-4 1,3-1-211,2-2 1,3 0 64,1-1 0,1 0 235,0 2 1,0 1 111,-3 3 1,-1 0 117,-3 6 0,-2 0 173,-2-1 1,-1 3 722,-2-6-33,-2 5-482,-1 31 403,0 5-1086,-4 17 820,-2 14-518,-1 30 0,5-22 0,1 5 0,1 1-779,0 3 0,0 1 0,1 0 779,1 1 0,0 1 0,1-2 0,-1-5 0,1 0 0,1-4-741,3 5 1,0-5 707,3 9-23,-1-7-23,-2-34 79,-2-6 0,2-6 2850,10-29-2682,-2-3-168,-2 5 0,0-2 129,1-8 0,-2 1-129,-2 11 0,-1 1 1173,1-7 1,-1 2-1084,-1 3-90,-4 10-23,-1 11-22,-2 6-123,1 3-347,2 2 145,5 11 359,15 25 11,-1-1 0,-6-10 0,2-2-45,9 6-45,1-7-425,0-7 179,-1-8 336,-1-5 0,-4-6 213,-6-28-180,-7-2 270,-5-24-1988,-3 24 0,-2 1 2560,-6-9 54,-8-6-458,1 35-426,-1 3-90,8 11-303,5 11 270,0 11-12,8 12-89,7 7-56,11-4-505,8-3 4087,3-11-3795,-3-8 359,-4-9 89,-5-5 0,-3-5 78,-1-10 168,0-8-234,3-17 167,-1-6-179,1-5 73,-8 12 0,-1-2 212,0 2 1,-1 0-140,-1 2 0,0 2-124,5-17 101,-8 34-504,7 9-179,18 37 510,-6-4 0,1 4 50,-1 2 0,0 2-872,3 2 1,-3-3-899,5 2 89,-5-13-1075,-8-23 2296,-9-18-22,-18-22 482,-11-14 527,2 23 0,-1-1 100,0-1 1,-1-1 739,-6-11 0,1 0-1066,7 13 0,1 1 248,-2-6 1,3 3 481,5 0 270,19-7-1301,22 7-62,-5 10 1,7 0-585,8 6 1,7 1-1,-1 0-783,8-4 1,2-1 1428,-7 4 0,2-1 0,-8 3 0,-13 5 0,-4 0 0,9-7 0</inkml:trace>
  <inkml:trace contextRef="#ctx0" brushRef="#br0" timeOffset="105504">7986 12312 10181,'-26'-30'710,"-1"0"0,4 2 0,2 8-430,9 16 33,0 3 135,3 0-380,1 1 235,4 0-12,1 0-34,2 0 225,24 1-482,17-1 129,-4-1 0,3-1-73,-7 0 0,0-2-56,3 0 0,-1-1 50,-2-3 1,-1 0-51,18-2 45,-10 1 0,1 0-45,7 0 0,-15 3 0,-1-1-11,17-3 78,0-2 34,3-2-101,-1-1 0,2-1 50,-14 4 0,0 1-28,-9 3 1,0 0-353,8-3 0,1 0 386,15-6 67,0 0-468,3 0 345,-27 9 0,0 0-34,2 1 1,0-1 72,0 1 0,3-1-45,14-2 1,2-1 5,-11 2 0,-1 0-363,13-2 1,0 0 362,-16 2 0,-2 1 0,1 0 0,2 0 0,13-4 0,1 1-6,-11 3 1,-1 0 5,11-2 0,2 1-206,-3 0 0,-1 1 206,-9 2 0,-1 0 0,11-3 0,2-2 61,3-2 1,1-1-68,3-3 1,1 0 46,-11 5 0,1 0 0,-2 0-41,7-2 0,-2 1-28,8 3 0,-3 2 33,-24 4 1,0 0 22,12-1 0,1 0-28,-12 2 0,0-1 11,3 0 1,0-2 27,1 1 0,3-2-39,-2 1 0,3-2 0,-1 1 5,6-1 1,0 0-6,-6 1 0,2 0 0,-1 0 0,17 0 0,-3 0 22,-13 2 1,-1-1-74,11 1 1,-1 0 50,-19 1 0,-1 1 0,-2 0 0,2 1-71,12-3 1,1-1 93,-12 3 0,2-1 133,5-1 0,3-1 1,-2 0-90,-3 1 0,0 0-67,11-2 0,4-1 15,-7 1 0,3 0 0,-3 0-15,0 0 0,0-1-4,-1 1 0,4 0 1,-2-1 143,8-3 0,-4 0-140,-9 3 0,-1 0 0,13-5 0,1 1 128,-14 4 1,0 0-123,1-1 0,1 0 61,1 1 0,1-1-647,1 0 1,0 0 601,1 1 1,-1 0 5,0 1 0,-1 0 174,0 1 0,-1 1-202,-3 1 0,1 0-34,-2 1 1,1 0 72,-2 0 0,1 0-17,1 1 1,0-1-23,2 0 0,0 1 17,3-1 0,0 1-40,1 0 1,1 1-56,0-1 0,0 0 78,-1 0 0,-1 0 6,0 0 0,-1-1-6,0 0 0,0-1-6,-1 0 0,1 0 0,-1 0 1,0 0 10,-1-1 1,-2 1 11,-2 1 0,-2 0-36,-2 0 1,-2 1 18,24 0 774,-22 1 1,-1 1-797,13 0 22,-11 0 0,-1 0-79,1 3 328,12 1-249,-15 3 22,2 1 815,3-1-803,0-2 342,0-2-376,-2-2 87,-3-1-87,-4 0 0,-1 0 22,0 0 45,-1 0-67,0 0-67,1 0 67,3 0-22,20 0 22,-12 0 78,11 0-44,-22 0-68,-10 0 23,-8 0-482,-6 0-6880,-40 0 7373,-12 0 0,2 0 0,8 0 0</inkml:trace>
  <inkml:trace contextRef="#ctx0" brushRef="#br0" timeOffset="108889">8948 12182 13341,'-60'-2'2298,"13"0"-1940,46 1-504,1 1 146,12-2 258,9 0-258,22-1 0,15-4-230,-21 3 1,1 0 229,8-2 0,1 0-542,5-1 1,2 1 575,2-1 0,3 0-19,-3 1 0,4 0 0,-2 1-15,-13 1 0,-2-1 0,2 1 0,11-1 0,3 0 0,-1 0 30,-1-1 0,0 0 0,-3 0-30,-11 2 0,-2-1 0,3 0 30,5-1 1,5 0 0,0 0 0,-6 0-15,13-1 1,-3 1-17,-9 0 0,3 1 0,-4-1 0,6 1 0,-1 0 82,-1 1 0,4 0 1,-3 0-83,-12 1 0,-1 0 0,3 0 19,7 0 1,5 0 0,1 0-1,-7 0-698,-7 1 0,-3 0 0,1 0 679,11 0 0,2-1 0,-3 0 0,3 0 0,-3-1-252,2-1 1,-1 0 273,0-1 1,-1 1-23,-1-1 0,0-1 0,-2 1 0,0 1-114,-1 0 1,-1 1 113,-3 0 0,1 1 0,-1 0 0,0 1 241,-1 0 1,0 1-220,0-1 0,3 1-37,-4 0 0,3 0 1,1 0 14,0-1 0,2 0 0,-1-1 263,2 1 0,-1-1 0,1 0-278,-2-1 0,0-1 0,-3-1 15,8-2 0,-1-1 39,3-1 1,0-2-7,1 0 1,0-1-40,-1 0 1,1 1 5,-6 1 0,3 0 0,-3 0 11,6 1 0,-2 1-11,-8 1 0,1 1 0,-3 0 58,0 3 0,-3 1-64,-1 1 1,-1 0 10,0 1 1,0 1-12,0-1 1,0 2-7,1-1 1,0 0 11,2 0 0,1 0 0,0 0 0,1 0-6,0 0 1,0 0 323,0-1 1,2 1-308,15-1 0,0 0-11,-13 0 0,-1 0-834,13 0 1,-2 0 844,-17 1 0,-2 0-6,0 0 1,0 0 55,0 0 1,0 0-62,1 0 0,0 0 63,1 0 0,1 0-63,1 1 0,0-1 0,1 2 0,0-1 28,-1 0 0,-1 0-6,0 1 1,0-1-12,-2 0 1,-1 0-12,-2-1 0,0 1 0,-2-1 0,1 1-51,-3-1 1,1 0 50,0 0 0,-1 0 0,0 0 0,1 0 0,1 0 0,0 0 28,1 0 0,0 0-40,1 0 1,0 0 11,-2 0 0,2 0-986,8-1 1,0 2 1018,16-1-33,-26 1 0,-1 0 1433,7 3-1377,-10 2 658,-1-1-714,-12-1 303,-6-1-381,-7-2 3436,-1 0-3391,-1 1-68,0 2 101,0 6-56,0 21 101,1 19-3348,2 2 3315,1 7-12,2-19 134,3 18-134,-1-15-67,1 14 83,-5-27 1,-1-1 6,-1 18-23,0-15 0,0-1 0,-1 11 0,1 4 22,1-1-22,-1 7 45,1 5-45,0 3 1696,-1-29 0,0 1-1707,1 10 0,0 1 50,0-2 0,0 0-39,2 6 0,0 2 39,0-6 0,0-1-39,0-11 0,0 0 0,2 11 0,0-2 0,1 15-200,-3-19 0,-1 1 234,3 20-23,-3 2 11,3 0-78,-2-15 1,2 1 21,3-1 1,1 0 22,0 2 0,1-2-435,2-5 1,-1-3 445,8 13 34,-3-3-409,-3-1 375,-1 0 422,-3-3-411,0-2-22,-1-4 0,0-1 11,-2-4 0,1 0 0,-3-3 101,0-1-79,2 15-22,-2-7 11,3 12 898,-4-13-920,-1-3 11,0 0 0,-1-1 33,1 1-33,1 3 0,2-1 401,1-1-345,5 3-56,-5-16 0,0 2-78,-5-15 78,-2-3 0,0-2 78,-1-1-122,2 3 44,-1 1-12,2 4 12,0 2 0,0 1 0,2 3 12,2 3-46,1 1 23,2 1 11,0-3 11,-1-1 45,-1-4-90,-3-5 68,-2-1-34,-2-4 0,-1 2-134,0-2 134,0 2-56,-2 1 56,-6 1 0,-7 2 22,-9 1-11,-6 1 34,-5-2-45,-7 1 0,-6-2-528,-7 0 539,24-2 0,0 0-11,-3 0 0,-1 0 33,-1 1 1,-1 0-6,-2 1 0,-1-1-23,-2 1 1,-1-1-6,0 1 0,-4 0 22,1 1 1,-3-1 0,1 1-23,-8 1 0,0 1-350,6-1 1,-2 0-1,2-1 350,-4 2 0,3 0 0,-1-1 0,0 0 39,2-1 1,-1 0-40,2-1 0,-1 1 28,-1-1 0,0 0-12,-1 0 1,-1 0-17,-2 0 0,-1 0 0,-2-1 0,0 1-19,19-3 1,0 1-1,-3 0 72,-1-1 1,-4 0-1,0 0 1,3 0-54,-5 1 0,2 0 0,-2 0-310,2-1 0,-2 1 0,0-1 1,3 1 309,-3 0 0,3 0 0,0 1 11,-1-1 0,-1 0 0,1 0-11,0 0 0,0 1 0,-3 1 19,0-1 1,-3 1 0,0 0 0,3 1 43,-4 0 0,2 0 1,-2 1-394,4-1 0,-3 1 0,0 0 0,4 0 371,-1 1 0,4 0 0,0 0-4,-1 0 1,0 1-1,0-1-37,1 1 0,0 0 0,-3 1 11,-1 0 0,-3 0 1,0 1-1,2-1-455,-3 0 1,1 0-1,-1 0 483,3 0 0,-3 1 1,1-1-1,4-1-39,-1-1 0,4-1 0,0 0-384,-1 0 1,0 1 0,1-1 457,0-1 1,1 0 0,0 0-27,0 0 1,1-1-1,0 1-31,3-1 0,-1 1 1,2-1 77,-18 2 1,2 0 69,5 0 0,0 0-165,4-2 0,1 0 5,4 1 1,1-1 61,1 0 1,0-1-68,2 0 0,1 0 0,-1 1 0,0-2 0,1 0 0,-1-2 78,1 1 0,-1-1-72,2 0 0,0-2-12,-1 1 0,1-1 576,0 0 1,0 0-571,-1 0 0,1 0-68,-3 0 1,1 0 67,-1 0 0,-1-1-45,-1 0 1,-2 0 32,0 1 1,-1-1 11,-2 0 0,-1 0 73,-1 1 0,0 0-73,-1 0 0,-1 0 0,1 0 0,-1 0-23,3 0 1,-2 0 0,2 0-12,-10-1 1,1 0 33,8-1 0,-3 1 0,4-1 701,-7-1 0,3-2-712,-1 0 0,1 0-17,1 0 0,0-1 171,3 0 0,1 0-194,2 1 1,1 0 50,2 0 0,1 1 0,2 0 0,1 1 262,2 1 0,0 0-257,4 0 1,1 0 527,-24 0-533,10 0 0,5-1 56,8 0 1130,3-3-1186,4-1 45,2-1-45,0-3 1141,2 3-1141,0-4 391,-7-3-391,7 0-77,-6-5 77,9 0 78,-8-27-78,6 5-217,5 9 1,1-2 216,3 4 0,0 1 33,0-6 1,-1-1-34,1-3 0,0-4 48,2-3 1,1-5 0,0 2-748,2 9 1,1 2 0,0-3 698,-1-14 0,1-2 0,0 2 0,2 13 0,0 2 0,0 0-34,0-1 0,1-2 1,0 1 70,0-1 0,0 0 1,0 0-38,0-1 0,1-1 0,0 1 0,0 1 0,0-1 0,0-2-330,0 1 0,0-3 0,0 0 1,0 3 329,0-1 0,1 2 0,1-3-543,0-4 1,2-6-1,0 2 1,0 6 542,2-7 0,2 3 0,-1 9 0,1 0 0,0 4 60,1 3 0,-1 5-4,8-23-34,-4 14-22,-1 5-90,-3 13 1247,-3-3-1157,-3 10 1314,0-6-1292,-2-6 3381,2-8-3403,-1-6 0,-1-6 125,0 1-125,2 16 0,-1 1 78,1-12-33,2-4-45,-1 26-56,-1 9 56,0 5-235,-1 5 369,0 0-66,-1 1-539,1 0-213,1 0-2184,2-4 1545,1-2 1323,-2-10 0,-2 7 0,-1-2 0</inkml:trace>
  <inkml:trace contextRef="#ctx0" brushRef="#br0" timeOffset="126078">4781 16034 11919,'-34'1'492,"0"-1"1,-24 1-56,39-1 1,1 0-91,0 0 134,2 0-290,4 0 638,3 0-806,5 0-23,2 0 0,2 0 0,14-3 0,16-6-51,24-4 1,8-3 65,-24 7 0,0-1 0,3 0-412,3-1 0,3 0 0,1 0 0,-2 0 423,8-2 0,-2 2 0,1 0-670,2 0 1,1 0 0,0 1 661,-2 1 1,0 0 0,3 1-14,-3 1 1,3 1 0,0 0 0,-2 0-195,-4 0 0,-1-1 0,-1 0 1,1 1 193,0-1 1,2 0 0,-2 1-1,-5-1-5,16-3 0,-9 0 101,-4-2-101,-41 10 56,-4 2 1104,-3 0-1194,0-2 2061,0-4-2935,-10-4 874,-7-8-414,-12-1 0,-6 0 375,5 3 0,-2 0-169,-16-6 0,-1 1 242,7 5 0,0 3 72,0 0 1,-1 0 67,1 2 0,1 1 95,3 2 1,-1 0 44,5 4 0,-2 0 91,-9 1 1,1 1-271,-14 2 252,22 0 0,4 0 118,7 0-471,9 0-146,11 0 0,5 0 146,16 0-78,17 0 78,25 0-306,-19 0 1,2 0 322,8-1 0,2 1 5,5-2 1,1 1 6,-16 0 1,-1 0 0,1 0-513,0 0 1,0 0 0,-1 0 498,15 1 1,-1-1-107,-6 2 1,-4 2-59,-7 1 1,-5 4 91,14 14 56,-22 18 168,-13 20-150,-19-21 1,-8 7 0,-1 1 48,-4 5 1,-3 1-1,-2 1-658,2-6 0,-3 2 0,0-1 0,0-3 565,-2 3 0,1-3 0,1-3-31,-5 6 1,7-7-572,11-7-2510,6-14 3443,15-11 1,-6-6-1,5-4 1</inkml:trace>
  <inkml:trace contextRef="#ctx0" brushRef="#br0" timeOffset="131738">4555 15412 8243,'0'4'504,"0"-2"382,0-2-752,0 5 280,0-1-178,0 3-12,0 0 280,0-1 662,-1 0-349,0-3-660,1 0 2947,0-3-2913,-2 0-34,-2-4-157,-2 0 33,-1-3-89,-1-1 56,-3-3 23,-7-11 44,-4-14-145,0 1 234,0-9-144,7 14-12,0 0 100,-5-6-77,7 12-1,-2-3-22,8 12 56,1 0-224,0 0 168,-1 0 0,1 0 79,-2-2-79,1-2 11,-1-3-11,-1-3 45,-1-1-68,0-1 23,-1 1 0,2-1 56,0 1-56,0 0 0,1-1 0,-1 0 90,2-2-135,-6-12 45,6 11 56,-5-9-11,6 16-12,1 0-33,1-1 0,0-4-78,0-4 78,2-2 0,-1-3 67,-2-17-67,-1 11 56,2 11 0,-1-1-45,-5-11-11,1 3 34,0 9-23,4 11-11,0-1 0,1 0 56,2 1-123,-1-1 78,3 3-11,-1-2 79,1 1-79,0-1 22,0 1 12,-1 2 22,1 4 145,-1 2-201,1 5 67,-1 3-67,1 2-1703,-2 2 0,1 0 0</inkml:trace>
  <inkml:trace contextRef="#ctx0" brushRef="#br0" timeOffset="134018">4739 15451 12882,'-3'-2'975,"0"2"919,3 0-1782,0-9-90,0-3 146,0-24-168,3 7 0,1-15 0,2 12 0,5-13-34,-4 13 90,2-9 68,-4 15-136,1-13-10,-1 9 44,1-9-22,0 10 0,2-1 0,0-2 45,6-14-45,-4 9 79,3-8-35,-5 12-44,1 2 0,-3-2 23,0 3 33,1-9-56,-1 8 68,1-16-80,0 7 147,2 1-68,0-1-67,0 10 0,1-1 134,5-14-100,-4 11 0,4-10 44,-5 15 90,0-2-168,0 2 0,0-1 157,0 0-157,-1 2 0,-1 0 0,-2 2 246,3-22-246,-3 18-22,2-19 67,-1 6-45,-2 8 112,2-7 0,0-1-112,0-2 78,-2 11 0,0-1 69,-3-4-147,-1 13 78,-1-6 113,0 14-191,2-1 134,2-13-134,0 4 0,3-13 0,-1 5 22,2-5 79,2-2-101,0 0 0,1 7 0,-2 5 0,0 4 0,-1 5 0,-1 1 79,-1 3-57,-2 1-22,-1 1 0,0 1 45,1-3-34,-1 3-11,4-15 56,1-3-56,3-2-45,2-11 79,-3 19-34,2-5 0,-5 13 22,-1 3 1,-2 1-23,0 1 0,-1-1 44,1 0-44,0-2 0,0-1-11,1-3 45,1-3-23,2-3-11,0 0 0,0 0 101,0 1-56,1-18 111,2 6-156,-1-5 0,-2 15 23,-3 12-23,0 1-56,-2 4 179,2-4-123,-3 2-78,2 0 145,0-8-67,-1 7 56,2-4-146,-2 5 90,1-2 0,0 1 123,-1 0-111,0 3-12,-2 2 67,1 1-179,-2 2 112,2-1 0,-1 0 0,1-2-11,-1 3-12,0-1 46,-1 6-3631,0-1 3608,1 33 0,-1-23 0,1 23 0</inkml:trace>
  <inkml:trace contextRef="#ctx0" brushRef="#br0" timeOffset="141771">8914 11496 8098,'1'6'-247,"0"-2"0,-1-4 1,0 0-1</inkml:trace>
  <inkml:trace contextRef="#ctx0" brushRef="#br0" timeOffset="143115">8992 11304 9621,'-3'-6'583,"0"2"2622,3 4-2824,-1-1 257,-7 0-615,-1-1-23,-6 2 291,1 0-224,3-1-11,-2 1-10,3-1 77,-2 1-11,-1 0-112,-2 0 0,-4 0 168,-3 0-135,-3 0 91,-4 0-124,-1 2 44,-3 2 192,-2 3-236,-1 1 56,-21 5-45,13-3 22,13-3 1,1 1-34,-14 4 84,11-3 0,0 0-84,-19 7 0,16-6 0,0 0 22,-20 5-11,11-4 1,-2 1-152,11-3 1,-1 0 201,-12 3 0,0-1-57,13-2 1,2-1-6,-2 1 0,0-1 0,1 1 0,-1 0 39,-13 4 0,0-1-39,14-3 0,1 0 0,-7 3 0,2-1 0,-1 0 56,8-2-56,9-2-11,6-1-45,4-1 56,6 0-67,1-2 56,3-1 300,1-1-334,0 0 45,0 1 0,-2 1 0,0 2 0,-2 1 0,-1 0 0,0-1 79,-1-1-34,1-1-45,0 0 0,2-1 22,3-1 34,1 0-168,-2 1 112,0 1-56,-4 3 34,-1 0-158,-1 1-716,-5 7 156,5-4 595,-6 6 145,7-8 0,-1 1 0,3-5 437,-1 0-314,-1-3-101,-2 3 461,-12 3-472,1 4-22,-11 9 179,1 7-146,-9 10-154,15-13 0,-2 2 132,-3 3 0,-3 2-758,-2 3 0,-2 1 775,-3 2 0,0 1-17,-3 0 0,-1 1 0,1-1 0,0 0 16,0-1 1,0 0-13,3-2 1,0-1-5,4-3 0,1 1-51,-7 8 1,0 0 50,6-5 0,2-1 0,2-2 0,2-1 11,7-7 0,2-4-279,-3-2 100,4-4-251,2-7-870,7-3 1685,3-5 1,5 0 0,2 0 0</inkml:trace>
  <inkml:trace contextRef="#ctx0" brushRef="#br0" timeOffset="144763">10965 8611 13768,'20'-11'593,"18"-3"-279,0 1 0,5 0-1593,7-2 0,4-1 1331,-13 3 0,1 0 0,1 0-22,5-1 0,1-1 0,2 1-751,4-1 1,1-1 0,1 0 798,-11 4 1,1 0-1,0-1 1,2 1-79,1-1 0,0 0 0,3 0 0,3 0-70,-5 1 1,4 0 0,2-1 0,1 1 0,0-1 0,0 1 70,-1 0 1,1 0 0,1 0 0,-1 0 0,0 0 0,-1 0-6,0 1 0,0 0 1,0-1-1,-1 1 1,0 0-1,-1 0 15,-3 1 0,1-1 0,-1 1 1,-2 0-1,-3 0 0,-6 2-435,19-5 0,-7 2 424,2-1 0,-8 1 819,-21 5-684,-14 4 2273,-9 1-2016,-2 1 1410,1 0-1869,3 0 1871,6 0-5872,32 7 4068,-20 3 0,15-1 0,-31-1 0</inkml:trace>
  <inkml:trace contextRef="#ctx0" brushRef="#br0" timeOffset="169266">15407 10084 13173,'49'6'138,"1"0"1,0 0-1,0 0-127,-10-1 1,1 1-759,6-1 1,2 2 751,4-1 1,1 0-1073,4 0 1,0 0 1066,-18-3 0,1 0 0,-1 0 22,20 0 0,0-1 17,-5-1 1,1 0 61,4-3 0,-2-2-45,-21 2 0,-4-1-45,5 0 0,-7-2 381,-14 0 326,-8 3 430,-8 0-734,-1 2 1534,0-3-3148,0-1-2874,0-4 4074,-4-2 0,3 4 0,-4 1 0</inkml:trace>
  <inkml:trace contextRef="#ctx0" brushRef="#br0" timeOffset="170389">17825 14789 12927,'0'-4'2286,"0"2"-751,0 2-986,-9-1-482,5 1 291,-6-1 35,9 1 268,0 0-527,7-3-66,11-2-68,18-6 33,23-6-1161,-23 7 1,1 0 1127,6-3 0,0 0 0,2 0 0,0 1-489,1 0 1,1-1 449,-2 2 0,0-1-101,-3 2 0,-2 1 140,-4 0 0,-3 1 0,17-4 56,-17 5 22,-15 2 1882,-10 4-2005,-6 0 1154,-1 1-1669,-5 0-2056,-11 0-812,0 0 3428,-10-2 0,16 2 0,1-2 0</inkml:trace>
  <inkml:trace contextRef="#ctx0" brushRef="#br0" timeOffset="171974">16205 10387 14663,'14'15'101,"3"6"359,6 13-415,5 6-34,2 12-1243,-13-23 1,0 1 1304,1 3 0,0 2 33,1 2 1,1 1-68,0 0 0,1 1-28,-1-1 1,1 1 105,0-1 1,0-1-118,0-1 0,-1 0 70,1 0 0,-1 0 31,0 0 0,-1-1-96,0 2 1,-1-1 50,0 0 0,0 2-8,-2-3 1,1 4 0,-1-3 80,4 9 0,-1-1-200,-2-5 1,1 2 0,-1-2 70,3 7 0,1-1 78,0 0 0,1 0-72,1 1 0,1-1 44,0 0 0,0 0-50,2-2 0,0 2 56,-2-5 0,2 3 0,-2-1-56,6 5 0,0 1 0,-6-8 0,2 1 0,-2-2 17,3 2 0,-2-2 0,0-1 0,0 0 16,-3-2 1,-1 1-18,3 12 1,-2 0-17,-6-12 0,-2-1 0,2 11 0,-3-1 0,-5-15 0,-1-2 45,3 28 0,-1-5-45,-1-4-22,1-3 672,-2-15 0,0 2-650,2 0 0,1 0-17,-1 1 0,1-1 51,10 24-57,-3-17 23,-2-12 0,1 0-33,9 14 61,-7-15 0,-1-1 543,8 10-560,0 0 12,-3-1 33,0 1-56,4 13 44,-5-10 955,4 10-999,-7-13 0,-1-1 11,0 1-22,0 0 11,-1 0 0,0 0-12,-1-3 46,-2 0-34,-1-3 0,0-1 45,-3-3-79,1-4 34,2 4-22,-3-8 22,2 4 0,-4-7 45,1 0-34,-1 3 11,0 3-22,0 4 0,1 2-11,1-2 11,-1-2 0,0-5 102,-3-4 110,-1-5-144,-1-2 44,-2-3-2735,0-2-3360,-10-3 5983,-12-8 0,7 5 0,-5-4 0</inkml:trace>
  <inkml:trace contextRef="#ctx0" brushRef="#br0" timeOffset="176812">18054 15733 10697,'-9'0'1244,"2"0"-639,7 0 1210,0 0-1445,-4 0 123,2 0-325,-3 0 370,5 0 538,-1 0-1076,4 0 33,7 0 23,8 0 157,9 2-213,4-1-11,5 3 134,21-1-101,-11-1-28,-16 0 1,1-1 106,14-1-11,0 1-90,2-1 0,0 0 22,-10 0 0,2 0-22,-9 0 0,1 0-11,12 0 0,1 0 67,-8 0 0,-1 0-62,3 0 1,1-1-353,2 1 1,0-1 357,1 0 0,0 0-12,0 1 1,0-1 28,-2 1 0,-1-1-34,0 1 0,1-1 0,16 1 1,0 0-12,-12 0 0,-1-1 28,12 1 0,1 0 16,-5 0 1,-3-1 33,-13 0 1,0-1-51,7 0 0,-2-1-34,6-2 34,-8 1 90,-7 0-90,-5 2 146,-13 1-90,-3 0 23,-8 1 478,-2 0-1968,3-2-1928,-1-4 3339,0-7 0,0 5 0,-2-1 0</inkml:trace>
  <inkml:trace contextRef="#ctx0" brushRef="#br0" timeOffset="177885">18315 15441 10518,'4'-5'1860,"0"1"-246,-4 4-1368,29-28 258,-20 20-201,21-21 123,-28 28 391,-2 1-817,-6 4 0,-6 5 90,-21 20-45,2-1-45,10-7 0,0 0 45,-11 12-23,0 1-5,10-11 0,1 0 61,-21 18-145,5-3 67,14-16 11,15-15 146,4-5-146,3 0 1121,0-2-1132,5 3 44,8 6 148,35 21-192,0 1 0,-10-8 0,1 1-174,-7-4 0,1-1 179,18 11 1,0 0-927,-12-7 0,-1-1 954,12 7 1,-3-3-62,-18-9 0,-2-3-35,15 10 63,-11-8 56,-12-7-56,-7-5 390,-7-3-368,-2 0 2210,-2-1-3017,2 0-1253,4-1 2038,7-18 0,-5 13 0,1-14 0</inkml:trace>
  <inkml:trace contextRef="#ctx0" brushRef="#br0" timeOffset="-197387.73">9072 16383 10204,'-26'-18'140,"-1"1"1,-16-11 116,41 27 124,0 1 45,0 0-169,0 0-32,0 0 357,1 0-347,-2 0 45,3-1 102,-3 1-102,2-2-22,0 1-258,0 0 55,1-1-99,7 2 100,10-2 5,11 0 1,4 1-62,-2 0 0,2 0-1065,17 0 1,3-1 1165,-4 1 0,0 1-101,7-2 0,3 1-230,-18 0 1,1 0-1,1 0 230,0 0 0,0 0 0,-1 0-51,19-1 1,-2 1 16,-5 0 1,-3 0 66,-8 0 1,-2 1-32,-4-1 1,-3 1-3,3 0 89,-10 0-55,-23 0 2042,-3 0-1851,-4 0 746,0 0-915,-2 0 68,2 0-113,2 0-11,1 0-134,-1 0-203,0-3-189,-5-5-662,-3-1 370,-6-3-1177,-21 2 320,5 7 0,-3 1 1675,-2-1 0,-1 1 0,-21 2 0,26 0 0</inkml:trace>
  <inkml:trace contextRef="#ctx0" brushRef="#br0" timeOffset="-197184.73">9351 16303 10709,'-36'3'935,"0"0"1,-23 3-276,36-4-43,10 1-516,5-3 414,6 1-605,1-1 90,6 0 112,12-3 56,19-5-168,-9 1 0,6-1 26,6-2 0,5-2 1,0 1-616,8-2 1,1-1 502,-5 2 0,1 1 1,-1 0-1283,14 0 1,-6 1-50,-18 4 0,-3 1 1417,2 0 0,-7 1 0,-13 2 0,-15 2 0</inkml:trace>
  <inkml:trace contextRef="#ctx0" brushRef="#br0" timeOffset="-196248.73">9155 16666 15448,'-11'0'-33,"15"-3"100,30-1 414,24-6-481,-19 4 0,2-1-327,5-1 0,4-1 357,1 1 0,4 0 0,-3 0-1328,-11 2 0,-3 1 1,3-1 1267,9 0 0,3 0 0,-4 1-138,7 0 0,-5 1 168,-19 2 0,-2 0-306,25-3 306,-45 5 316,-10 0-316,-16 0 2500,-12 4-2522,-22 3-180,19-1 1,-3 1 355,-5 2 1,-1-1-329,-4 2 0,-1 0 118,-3-1 0,0 1 56,-1-2 0,0 1-6,0-1 1,0 0 27,3-2 1,2 0 91,3-1 0,2 0-81,-1 0 1,2-1 235,-5 0-101,6 0-112,30-3-56,6-1-22,1 0 1187,3 0-1165,13 0-3371,16 0 3707,26-2-230,-18-1 1,2-1-813,7-1 1,4-2 705,-14 2 0,1-1 0,0 0 33,2-1 1,1 0 0,1 1-42,1 0 1,0 0 0,1 0 7,0 1 0,-1-1 0,1 1-64,-1 2 1,-1-1-1,0 1 60,-3 0 1,-1 1-1,-1-1-105,13 1 1,-4 0-598,-3 1 0,-7 0-90,-13 0 852,-28 8-56,-56 2 909,19 0 0,-3 1-848,-7 2 1,-1-1 289,-6 2 1,-1 1-292,18-5 0,-1 1 0,1 0-38,-1 0 0,0 0 1,1 0 44,0-1 0,1 1 1,0-1-63,-16 6 1,1-1 10,5-2 1,2-1 185,5 0 0,2-2-52,2 1 1,3-2-151,-4 1-56,8-2-134,28-6 809,14-1-619,19-2 482,27-10-404,-16 3 1,4-3-120,8-5 1,2-1 40,-15 5 0,1 0 0,1 0 0,0-1 0,1 1 0,1 0-493,10 0 0,2 0 1,-4 2-1615,2 0 0,-4 3 2107,3-1 0,-9 3 0,-19 6 0,-23 0 0</inkml:trace>
  <inkml:trace contextRef="#ctx0" brushRef="#br0" timeOffset="-177392.73">16321 8871 10908,'11'-38'807,"-1"7"-134,-9 28-158,0 2 836,-1 0-1239,-5 5-52,-4 11-49,-10 15 0,-5 15 0,-2 8-11,1-7 0,0 2-324,0-1 0,-2 4 1,1-1 330,2-6 0,1-1 1,-1 0-665,-1 3 1,-1 0-1,1 1 657,-2 0 0,1 1 0,-1 0 33,2 0 1,-1-1 0,1 0-53,0-2 1,1 0-1,1-1-761,1-3 1,1 1-1,0-2 772,3-3 1,0-2 0,0 0 7,-5 13 0,1-1-119,3-6 0,0-1 119,2-3 0,1-1 0,1 0 0,-1-1 28,2 0 0,-1 0-67,0-1 0,0 1 39,1-1 0,0 0 0,0-1 0,0-1 5,0 0 1,1 0-6,0-1 0,0-1 22,1 0 1,0 0-23,-11 23 22,4-8 474,4-10-496,5-12 1403,5-8-1369,2-6 3157,3-5-3191,-1-2 945,1-2-945,0-8 180,0-9-236,0-17 73,4-6 0,2-4-17,-2 6 0,1-2-375,4-17 0,2-2 380,-4 11 1,1 2-6,-1-1 0,1-3 3,-1 8 1,0-2 0,-1 2-4,1-2 0,0 0 0,0-8 0,0 1-84,-2 18 0,-2 3 196,-1-11-45,1 0-67,-3 22 235,0 6-11,0 3 703,0 5-916,0 2 339,0 2-697,0 7 347,-1 17 168,-6 21-101,0-9 1,-1 4-807,-3 10 0,-2 2 746,4-14 0,-1 1 1,-1 3 28,0 1 1,-1 2-1,0 2 1,0-2-34,-1 8 1,1-1 0,0 0-4,0-2 0,0 0 0,2-4-199,0 5 0,4-10 199,4-15 45,15-10-11,13-26-12,27-17-137,-17 5 1,5-7 129,-6 3 1,5-6 0,2-2 0,0 0 0,-5 4 87,5-4 1,-3 4 0,3-4-84,-1 1 0,4-5 0,1-1 1,-3 3-1,-7 6-155,3-3 1,-6 4-287,-2 2 0,-4 3-2974,-7 5 3395,-29 17 0,6 3 0,-7 0 0</inkml:trace>
  <inkml:trace contextRef="#ctx0" brushRef="#br0" timeOffset="-169396.73">9153 13718 12344,'-28'-1'672,"5"0"-100,15-1-359,-6-2 0,1 2-135,-23-1-78,5 12 0,-21 14 84,25-3 0,1 6-67,-5 8 0,0 5-840,7-8 0,1 3 0,-1 2 879,-1 5 0,0 3 0,1 1-4,-1 6 1,0 1-1,2 1-22,4-12 1,1-1 0,2 3 0,4 5-110,7 1 1,3 6 0,3 3 0,2 0-1,2-3 1,1-7-471,2 8 0,4-7 0,8 1 549,8-2 0,8 4 0,4-1 0,1-8 0,-5-14 0,5-14 0,1-12 0,0-5 0,-1 0 0,0 0 0</inkml:trace>
  <inkml:trace contextRef="#ctx0" brushRef="#br0" timeOffset="-168564.73">15636 13293 10237,'9'0'2219,"-2"0"-1715,-7 0 326,0 0-505,2 3-135,6 6-89,7 10 224,13 14-213,8 12-112,-13-16 0,0 1-90,2 3 0,-1 3 101,-1 3 1,-1 2-275,-2 2 1,-2 2 262,-5 2 0,-3 2 5,-1 1 1,-5 0-595,-9 3 0,-7 0-358,-4 0 1,-10 1 946,-2-18 0,-8 0 0,-1-1 0,5-3 0,1 3 0,0-3 0,-3-6 0,-1 1 0,1-1 0</inkml:trace>
  <inkml:trace contextRef="#ctx0" brushRef="#br0" timeOffset="-156159.73">15808 10943 11204,'-30'6'443,"0"-1"0,-18 6 278,42-9 74,3 0 99,-1-2-378,3 1 222,-1-1-738,16-3 134,17-11-56,4-1 1,8-5 0,0 1-882,-4 1 0,0-1 1,3-1 802,2 0 0,3-2 0,2-1 0,1 0 13,-3 3 0,3-2 1,0 1-1,0 0 1,-3 1-661,2 0 1,-2 0 0,0 1 0,2-1 646,1 1 0,2-2 0,1 0 0,-1 1 0,-4 2 0,-4 2 0,-2 1 0,-1 1 0,2-1-163,9-3 0,2 0 0,-1 0 0,-3 1 163,-3 1 0,-2 1 0,0 0 3,5-2 1,0 0 0,-7 2 108,8-4-112,-27 10 393,-14 5 1504,-8 3-519,-2 1 1634,0-3-3169,0-6 4,-3-13-1572,-29-13 1512,-1 4 162,-10 10 1,-3 3 50,16 8 0,1 2-127,-10-2 1,2 0 361,-2 1-145,11 4-45,11 1 0,9 3-90,5 0-90,3 1 135,7 0 332,10 6-265,15 5-67,14 6 22,11 3-210,-27-10 0,0 0 188,0-1 0,-1 1-23,22 10 23,-10 1-179,-11 3 201,-10 5-22,-10 6 56,-5 8-220,-18 8 242,2-23 1,-2 1-79,-8 2 0,-3-1 0,-2 1 0,-1-2-84,-1-2 0,-1-2-56,2-3 0,1-3-1272,-21 9-1748,9-15 3160,7-7 0,16-6 0,6 0 0</inkml:trace>
  <inkml:trace contextRef="#ctx0" brushRef="#br0" timeOffset="-155687.73">17835 9711 16961,'-4'-39'313,"-1"8"-570,5 40 257,-1 10-112,2 18 246,6 14-134,-3-22 0,0 2-755,3 0 0,0 1 755,0-2 0,-1 0-855,4 20-277,-4-12-493,-3-13 539,-2-11 1086,-24-33 0,18 14 0,-18-20 0</inkml:trace>
  <inkml:trace contextRef="#ctx0" brushRef="#br0" timeOffset="-155167.73">17791 9671 3461,'-5'-38'1053,"-1"0"0,1 3 1,0 4 1830,2 1-2817,1 8 1437,2 5-1504,7 0 753,11 2-787,15-3 2992,11 3-2947,-9 8 0,-1 0-145,13 1 44,8 2-279,-36 5 302,-10 10 67,-5 9 145,-17 12-89,-10 8-56,-18 2 22,10-14 1,-2-1-12,6-5 0,0-1-56,0 2 1,3 0-23,0 14 67,22-12-112,16 6 190,14-10-78,14-3-364,11-4 375,6-6-527,-19-5 1,-1-2-1401,13-1 549,4-8-136,-36-3-951,-10-11 2454,-5-4 773,-3-7 1244,-2-6-1020,0-6 675,-1 11 0,-2-2-714,-1 5 0,-1 2-431,-3-28-157,-2 27-356,7 24-26,2 5-111,0 5-22,1 11 145,21 42 89,-4-4-486,1-13 1,1 1 396,-6-11 0,0-2-22,12 25-2377,-11-23 1,-1-1 2398,3 1 0,-1 0 0,-12-27 0</inkml:trace>
  <inkml:trace contextRef="#ctx0" brushRef="#br0" timeOffset="-155034.73">18385 9280 8691,'0'0'0</inkml:trace>
  <inkml:trace contextRef="#ctx0" brushRef="#br0" timeOffset="-154186.73">18607 9427 13476,'8'-4'695,"-1"2"-651,-7 2-32,0 0-12,-37 59 56,27-29 0,0 1-56,-10 13 0,1 0-34,11-11 0,5-4 34,6 0-44,14-7 301,9-12-212,6-20 33,4-17-632,-9-25 554,-14 21 0,-1-3 39,-1-4 0,-3-2-39,-1-2 0,-3-1-430,0-1 0,-2-1 458,-1 1 0,-2 0 0,-2 2 0,-2-1 185,-6-8 0,-3 2-135,3 15 1,-1 3 2,-3-4 0,-2 4-81,-2 7 23,5 11-1,3 7 458,4 4-581,2 2-22,-2 26 145,0 6-22,2-3 0,1 4 0,2-1 0,0 1 5,0 2 1,1 2-1,1-1 1,2 1 168,2 1 1,2-1-175,1-1 0,1-1 16,4-1 1,0-2-23,0-3 1,0-1 5,12 20 0,-3-10 34,-2-8 496,-1-7-530,-4-7 0,-1-5 56,-3-6 157,-1-2-213,2-3 656,-1 1-532,3-9-113,0-3-22,1-13 78,1-2 11,1-4-78,-1 4 0,-2 3-123,-3 8 123,-3 7-79,-4 5-89,2 3 168,0 0-123,5 3 123,5 5 0,5 1 112,4 1-90,4-5 68,16-3 0,-9-15-11,13-9-438,-13-18 359,0-7 45,-18 21 0,-1-1-29,0-1 1,-2 0 6,12-24-23,-5 5 0,-6 8-79,-4 9 79,-5 11-4526,-1 8 4526,-2 7 0,-2 3 0,-1 1 0</inkml:trace>
  <inkml:trace contextRef="#ctx0" brushRef="#br0" timeOffset="-151380.73">15973 12469 13043,'52'-27'409,"0"0"0,-17 8 0,1-1 0,-1 0-202,11-8 1,1-1-849,-12 6 0,0 1 1,2-2 640,2 0 0,1 0 0,0-1 44,3-1 1,1-1 0,0 1-23,1-1 1,2-1-1,-1 1-11,2-1 0,0-1 1,4-1-6,-11 7 1,3-3 0,1 1 0,-1-1-1,-2 2-389,0 1 1,-3 1 0,1 0 0,0-1 373,10-4 1,1-2 0,0 1 0,-5 4 8,-7 3 0,-3 2 0,-2 1 328,11-5 1,-3 1-363,-7 3 1,-3 2 190,18-9-32,-11 3-23,-19 10 936,-6 3-982,-12 8 2169,-2 2-2225,0-4-857,-1-3-219,-8-9-694,-2-4-23,-11-8 571,-3-2-2307,-4-4 3529,-3-1 1154,0 0 397,9 11 1,-2 1-527,1 2 1,1 2 218,-21-19-57,8 17-939,24 13-339,1 4 13,13 3 78,15 1 381,14 7-325,24 3-669,-21-3 1,2 0 623,6 0 0,1-2 118,2 0 0,0 0-51,-1-1 1,-1-1-79,-2 0 0,-2 2-101,0-1 0,-4 7 190,-13 18 1,-8 6-12,-4-5 1,-7 1-576,-12 20 0,-9 1 497,-4-11 0,-3-2-494,1 0 1,-2-2-1899,1-3 0,-1-3 2392,0-5 0,1-3 0,-3 2 0,5-13 0</inkml:trace>
  <inkml:trace contextRef="#ctx0" brushRef="#br0" timeOffset="-149126.73">18503 10714 15392,'-2'-10'101,"0"7"-123,2 23 22,7 15 100,5 23-844,-3-23 0,1 0 744,1 4 0,0-1 16,0 0 1,0-2 217,-2-2 0,1-2-156,7 22-78,-5-14 0,-3-14-101,-5-10 281,-2-10-180,-2-4 134,0-2-123,-5-5-11,-5-10-17,-2-11 1,0-4-1,1 3 0,2-3 17,-1-8 0,1-6 0,1 3 277,3 0 1,1 0-256,-2-12 1,2 1 72,2 13 0,1 4-73,-1-7-201,1 8 112,1 30-123,0 4 190,0 5 0,8 8 11,19 27-11,0-5-79,-7-11 1,1-1-146,5 1-572,-1-9 1218,-4-8-422,-3-5 212,-2-6-200,-3-9 66,1-10 270,-2-11-281,-3 4 0,-1 0 337,1-17-29,-4 12 0,-1 3 275,-2 2-571,-2 3 122,0 21-481,0 36 347,0 9-22,0-3 0,0 3-755,1-1 0,2-1 726,0 1 1,2-1-118,2-3 1,2-2-75,13 21-621,1-13-907,3-12-2409,-2-14 4112,1-7 0,-12-7 0,-4 0 0</inkml:trace>
  <inkml:trace contextRef="#ctx0" brushRef="#br0" timeOffset="-148849.73">19269 10327 13084,'-22'53'532,"0"0"0,6-15 1,0 1-1,0 0-502,1 1 0,-1 0 0,1 0-535,-1 0 1,1 1 0,2-2 504,-3 15 0,2-2-51,4-8 1,4-4-51,15 18 0,17-21-55,21-20 156,12-18-303,-28-8 0,-1-4-392,1-4 1,-2-4-561,-2-5 0,-2-3 1255,-3-2 0,-3 1 0,4-6 0,-10 6 0</inkml:trace>
  <inkml:trace contextRef="#ctx0" brushRef="#br0" timeOffset="-148613.73">19738 10754 13667,'3'4'1086,"-2"-2"-856,-2 26 0,-6 10-118,-6 9-745,2 4 0,-2 1 633,1-20 0,-2-2-252,-2 7 1,-1-3-4130,-6 8 4436,-4-5 0,18-28 1,2-9-1</inkml:trace>
  <inkml:trace contextRef="#ctx0" brushRef="#br0" timeOffset="-148174.73">19775 10201 15370,'5'32'-12,"0"1"1,0-1 0,1 0 11,10 23-1761,5-3 1716,7-7 405,4-12-427,3-11 134,3-12 307,1-11-190,-12-15 1,0-5-39,12-15-96,-16 2 1,-3-2 89,-8 8 0,-4-2 302,-1-14 1,-4-1-298,-3 13 1,-3 1 5,-2-10 1,-3 3-152,-13-1-34,-1 9-22,5 12 662,6 9-1121,3 5-990,5 14-1006,0 9-1355,2 9 3866,10 2 0,-7-13 0,7-6 0</inkml:trace>
  <inkml:trace contextRef="#ctx0" brushRef="#br0" timeOffset="-147916.73">20450 9934 15739,'-12'48'45,"6"-6"0,3 3-17,7 1 0,3 0-45,-3 2 0,1-2-5,3-9 0,0-5-292,2-1-941,-4-12-583,-4-9-2229,-2-7 4067,-11-13 0,7 8 0,-6-8 0</inkml:trace>
  <inkml:trace contextRef="#ctx0" brushRef="#br0" timeOffset="-147537.73">20376 9760 15325,'-2'31'39,"0"1"0,5 25-39,7-19-168,4-7 90,1-11 78,-1-10 34,-1-6 111,1-9 158,2-13-303,2-14 33,5-14-89,0-8 79,-1-1 268,-4 1 169,-6 7 10,-3 7 112,-6 11-582,-1 12-11,-2 10-482,0 14 493,0 14 90,0 21-12,0 18-23,0-25 0,1 1-55,1 1 0,1 1 0,1-2 0,1-1-17,1-3 1,0 0 16,8 19-191,-1-12-1389,1-15-291,3-12 68,2-12-472,7-22 2275,8-18 0,-15 12 0,0-2 0</inkml:trace>
  <inkml:trace contextRef="#ctx0" brushRef="#br0" timeOffset="-147340.73">21078 9443 8321,'-34'38'58,"1"0"0,-1 0 1,4-3-1,0 0 0,7-1 804,5 2 0,6-2-862,-3 24 1394,10-15-1550,18-13 156,43-21-566,-23-16 0,3-4-285,0-1 1,3-3 0,0-3-76,-2-4 0,0-3 0,-1-1 926,3-2 0,-1-2 0,-3 2 0,0 2 0,-4 1 0,-8 3 0,1 1 0</inkml:trace>
  <inkml:trace contextRef="#ctx0" brushRef="#br0" timeOffset="-143869.73">17216 14344 11134,'5'1'1602,"0"0"505,-5-1 280,1 0-2387,-1 2 0,1-1 212,-1 3-212,0-3 0,0 1 157,4 2-67,9 6 280,15 8-314,17 10-291,-14-10 0,2 1 369,6 2 1,1 1-1227,5 2 0,1 0 1097,3 2 1,2 0 1,-16-7 1,1-1-1,1 1-479,1 1 1,1 0 0,0 0 482,3 2 0,1-1 0,0 1-317,2 0 1,0 0 0,5 2 334,-8-4 0,4 1 0,2 2 1,0-2-1,-2 0-29,2 0 0,-2-1 0,0-1 0,4 2 4,-1-1 1,2 2-1,1 0 1,1-1-1,0 0-2,1-1 0,0-1 1,1-1-1,0 1 0,0-1-9,-2 0 0,1-1 1,-1 1-1,1-1 1,-1 0-187,0 1 1,-1-1 0,1 0 0,-2 0 0,-1-1 203,3 1 0,-1 0 0,-2-2 1,-3 0-12,3 1 0,-2-1 0,-4-1 376,3-1 0,-3 0-376,7 2 0,-4-2 1255,-2-3-1255,-5 3 1037,-17-5-993,-3 3 2157,-12-4-2201,-2 1 1037,0 1-1014,1 2-23,-1 0 0,2 0-67,-1 0 145,2-1-78,1 0 11,0-1-11,4-1-22,-7-3 22,1-2 89,-7-2 562,0-1-629,-8-8 0,-10-13-33,-3-5 11,-8-11 0,5 5 11,-3-2 12,-2 0-23,-2 3 0,-3 8 224,-1 4 89,-2 7-55,4 5-56,4 3 123,7 3-303,5 1-22,8 0-67,3 10 34,12 5-46,31 31 34,2-10 45,-8-11 0,1-1-23,20 5-77,-2-4 100,-21-10 0,-2-1-236,10 11 371,-14 16-113,-35-8 45,-24 12-50,10-25 0,-2-1-17,-2 0 0,0-1-163,-1-2 1,1-1-970,-25 9-504,11-9-1669,13-7 3305,14-11 0,9 1 0,5-4 0</inkml:trace>
  <inkml:trace contextRef="#ctx0" brushRef="#br0" timeOffset="-137424.73">17312 16030 14439,'-8'8'101,"2"-2"0,6-6 393,0 0 110,-15 4-77,11-3-123,-11 4-68,15 0-112,0 2 257,4 6-246,8 7-55,10 6 336,17 8-427,-14-14 1,2-1 33,6 3 0,3-1-6,2 1 1,5 1-531,2-2 1,4 1-1,-1-1 469,-8-4 0,-2-1 0,5 0 15,0 0 1,5 1 0,1 0 0,0-1 0,-4-1-72,8 2 0,-3-2 0,2 0 11,-2-1 0,3 1 0,0-1 1,-3 0-12,1-1 0,-4-1 0,1 0 26,-2-1 0,-1 0 0,0 0-11,-4-1 0,0 0 0,-1 0-396,13 3 0,-3-1 381,-8-2 0,-3-2 23,19 5-1,-23-7 12,-17-3 314,-11-1 1892,-5-2-1971,-2 2 935,-2-1-1193,2 0-11,-3 0-1176,-2-1-986,-5 0-1592,-11-5 3754,-13-5 0,14 4 0,-4-3 0</inkml:trace>
  <inkml:trace contextRef="#ctx0" brushRef="#br0" timeOffset="-136738.73">17661 16086 13095,'0'-5'1378,"0"0"-44,0 5-998,0-11 112,-1 9-56,-1-9-392,-4 11 0,-2-1 34,-7 0-34,-5 0-45,-7 0 45,-5 1 56,-5 0-56,-2 0-45,0 0 45,0 0 67,3 0-67,2 0 79,-6 0 66,8 0-3581,1 16 3536,16 3-66,10 23 11,18 9 55,-3-20 1,2 2-192,7 3 0,3 1 96,3 2 1,2 1-483,3-1 1,2 0 560,3 1 1,1-1-85,2-1 0,0 1 879,2-2 1,-1 0-858,1-1 1,-1 0-23,-3-3 0,-1 0 22,-3-4 1,-1-1-23,-6-4 0,-2-2 0,12 13 44,-12-12 46,-11-7 573,-6-9-293,-3-3 1369,-3-2-1851,3-2 691,-2 1-3493,1-2-6005,0-10 8919,1-6 0,-1 3 0,2 1 0</inkml:trace>
  <inkml:trace contextRef="#ctx0" brushRef="#br0" timeOffset="-136028.73">19376 16636 19919,'28'3'930,"6"22"-880,-15 7 0,0 7-938,1 1 0,1 3 0,0-1 877,2 5 0,-1 0 11,-4-9 0,1 2 0,-1-4 0,-4-5 0,0-3 463,6 17-531,-6-12 408,-8-11-485,-4-10-483,-5-6 248,-7-4 1467,-7-8-1300,-7-12 162,2-9 1,1-5 50,3 3 0,1-3-511,-6-15 0,3-2 583,6 7 1,2 0-84,3-4 0,1 0 11,3 0 0,1 0-11,2 4 0,1 1-55,2 5 1,2 3 65,7-18-45,17 11-145,-1 21 156,9 4 12,-8 20 44,-2 13 34,-1 15-56,-9 18 659,-9-22 0,-3 3-553,-7 15 1,-5 1-96,1-13 0,-4-1 6,-5 11 0,-4-4-17,1-17 0,-1-3-2479,-7 2 1,0-2 473,-6 3-1693,1-5 3698,26-16 0,7-3 0,0 0 0</inkml:trace>
  <inkml:trace contextRef="#ctx0" brushRef="#br0" timeOffset="-135286.73">19861 16764 19505,'-6'45'137,"0"0"0,0-1 0,-3 17 0,4-11-215,6-17-79,7-10 34,6-9-1143,22-7 930,2-13 246,-1-20 348,-14-17-236,-15-1 169,-7 0 682,-1 16 1,0 4-224,-2 1-168,0 3-291,-1-1 189,1 1-268,1-11-22,6 9 0,2-7 33,5 12-34,7-1-33,-6 8-56,4 1-44,-5 8 32,15 13 91,-5 3-79,15 14-23,-6-2-122,2-1-270,1-5-413,0-9 267,-4-6 337,-4-4 224,-7-2 67,-9-4 79,-6-5 370,-3-6-192,-9-6-55,-3-1 78,-10-3-145,0 2 22,-1 1-55,4 4-147,3 2 113,7-2-180,4 2 45,6-6 0,13-1 0,10-2 22,1 8 1,4 3-74,15 4 1,2 3 38,-10-3 1,-1 3 0,8 4 0,-5 7-102,-4 11 113,-18-1 113,-5 11-102,-23-8 45,-14 3 0,3-10 123,-6-1-179,16-9-392,5-13 358,3-9-1030,4-19-337,7-8-503,7 0-2578,10 4 4482,7 8 0,-13 18 0,-4 6 0</inkml:trace>
  <inkml:trace contextRef="#ctx0" brushRef="#br0" timeOffset="-133839.73">20998 16120 20602,'4'48'157,"0"-1"0,-1-3 0,3-4-157,11 7 0,-2-11 11,-2-9-11,-3-7-67,-2-8 44,-3-6 23,-1-4-11,0-2-325,0-2 336,2-11 0,1-13 11,1-18 56,-1-14-1130,-4 27 0,-1-1 1080,0-2 0,-1 1 134,0 0 1,-1 1-152,0-26 661,0-1-348,0 27-212,0 6-123,1 26-1,6 13 23,7 13 2138,8 17-2060,-2-8 0,1 0-78,10 13-17,-10-19 1,0-4-175,8-8-369,12-8 112,-11-13 201,8-12 68,-18-12 168,-5-12 56,-9 6 0,-3-1 145,-2-20 51,-9 10 0,-6 1-30,-7-2-55,3 19 1,-1 3 146,-8 5-34,-2 7-213,9 9-157,2 12 101,11 11 45,6 13-45,1 7-56,8-2 56,4-4 103,11-8-103,1-7-213,11-8 179,-9-5-179,10-10-55,-13-11 200,1-11-32,-2-10 55,-3-4 246,0-17-167,-9 18 44,0-6 1,-8 26 55,-1 6 1,-1 7-135,0 3-90,0 9 112,0 9-22,4 10 0,0 7 34,7-1-90,0-6-560,12-7-437,0-10 806,0-9 34,-5-12-123,-11-9 224,-2-9-79,-4-5 191,0-2 158,-2 1 155,-5 1 1413,-5-2-1469,3 19-391,0 1 123,8 17 11,3 1 33,10-2 46,9-1-12,11-5 11,6-3-78,1-3 0,-2-3 45,10-1-45,-16 8 0,5 1 56,-17 22 213,-3 17-196,-10-2 0,-1 3-970,-1 9 1,-1 2 1008,-1 7 1,-1 1-113,-1 0 0,0 0-6,-1-2 1,0-2 5,-1-5 0,1-2 0,-2-7 0,1-2-79,-4 24 79,1-26 213,0-7-403,4-19-35,0-35 203,0-7 464,0 3 1,0-4-443,0 0 0,0-1 0,0-3 0,0 0 28,2 0 0,0 2 11,0 2 1,1 1-40,1 8 0,0 2 89,3-16-167,-4 24-23,3 29 180,6 23-79,0 3-112,6 0 917,-6-22-1241,1-7 436,-1-4-68,1-12 68,-2-12-22,0-19 22,-1-14 11,-5 22 0,-1-1-11,1-5 0,0-2-474,-1-3 1,1-4 536,2-1 1,3-4-1,-1 2-57,2-5 0,1 2 27,-1 8 1,2-1-1,0 7 51,0 10 0,-1 6-50,6-4-34,-8 18-112,-6 29 112,-1 28 168,-2-7 0,-1 5-831,1 10 1,-1 4 662,-1 2 0,0 1 34,-2-2 0,0-2 185,-2-4 0,0-4-309,2-7 0,0-2-1031,-1-7 1,2-1-1838,5 14-4896,27-20 7854,-1-26 0,5-1 0,-15-12 0</inkml:trace>
  <inkml:trace contextRef="#ctx0" brushRef="#br0" timeOffset="-133720.73">22594 15426 20893,'17'-6'-7933,"2"4"7933,-5 22 0,-5-8 0,0-3 0</inkml:trace>
  <inkml:trace contextRef="#ctx0" brushRef="#br0" timeOffset="-132771.73">22953 15705 18216,'-37'42'475,"0"0"0,0-1 0,-1 2 1,0-1-1,1 0-330,3-6 1,0-1 0,-1 1-643,5-5 1,-2 0 0,-1 1 0,-1 0 515,-3 3 1,-1 1 0,-2-1 0,0 1-597,-5 2 1,-1 1-1,0-1 1,-2 0 587,9-7 0,-2 1 0,0-1 1,0 0-1,0 0-111,-2 0 1,0 0 0,0-1 0,0 1 0,0-1 103,0-1 1,-1-1-1,1 1 1,0-1 0,1-1 56,-9 6 1,1-1 0,0 0 0,1 0-60,3-3 1,1-1 0,1 0 0,1 0-7,-6 4 0,1 0 1,3-1-1,7-4 0,2-1 1,2-1-14,-3 4 0,4-3-57,-6 8-610,22-19 756,24-12-405,20-22 1,15-21 0,4-1 292,-7 8 1,2-1 0,3-2 0,3-3 43,-7 7 1,2-3 0,2-2 0,2-1 0,0 1 0,-2 0 0,-1 2-33,0 1 0,-1 0 0,0 1 0,-1 1 0,0 0 0,1 0 5,1 1 1,1-1-1,-1 1 1,0 1 0,-1 1-1,-2 3-120,3-1 0,-3 2 0,0 2 0,0 1 223,10-5 1,-1 1-1,-1 1-174,-6 4 1,0 1 0,-2 1-298,11-4 1,-3 1 390,-10 5 0,-3 2 0,13-5 11,-20 9 2528,-17 8-2158,-6 7 257,-22 18 1,-12 7-454,3-2 0,-4 2-53,-4 3 0,-4 3 0,-5 1-128,5-7 1,-3 1-1,-3 0 1,1 0 0,1-1-244,-2 1 0,2-1 1,-1 0-1,-3 2 252,-1 0 1,-4 1 0,0 1-1,1-1 1,2-2-14,4-3 0,2-1 0,1-1 0,-1 1 182,-5 4 0,-2 1 0,1-1 0,4-2-126,5-3 0,2-2 0,1 0-56,-3 2 0,1 1 0,10-6-403,11-4 257,34-28 146,31-24-149,-19 10 1,5-7-1,2-2 1,-1 2-624,4-4 0,0 0 0,2-3 769,-7 8 1,1-3 0,1-1 0,0 0-1,-2 3 3,0 0 0,-1 2 0,0 0 0,0 1-56,11-10 0,0 0 0,0 3 48,-1 2 1,0 2 0,0 2-33,-3 2 0,0 2 0,-1 1-28,13-6 1,-1 4 766,-9 4 0,-3 3-677,-8 7 1,-4 2 78,0-1 560,-35 26-431,-30 20 0,-16 9-85,16-11 1,-3 3-1,-2 1 1,0-1 16,-1 2 0,0-1 0,-1 1 0,-1 1-122,7-6 0,-2 2 1,1-1-1,0-1 1,3-2 0,-8 6 0,2-2 0,2-2 147,2-2 1,0-1-1,3 0-171,-11 6 0,4-2-34,10-8 0,4-3-286,-1 5-156,74-53 190,-13 4 1,3-5-356,6-4 0,5-5 0,-1-1 273,-1-2 0,-2-1 0,1-1 149,-9 8 0,1-1 0,0 0 1,-1 0 159,1 0 0,-1-1 0,1 2 0,-1-1 27,9-7 0,0 0 0,-1 2 30,-3 5 0,0 1 0,-2 3-38,10-7 1,-3 5 968,-10 9 1,-3 4-589,3-1 1661,-23 16-1627,-38 31-172,-2 1 1,-10 7 0,-2 3-689,8-7 0,-2 2 1,-2 1-1,0 1 1,-1-1 467,0 1 0,-1 1 0,0-1 0,-1 1 0,0-1 22,-2 2 0,0 1 1,-1-1-1,1-1 1,3-3 3,-9 5 0,2-3 0,1-2 217,3-1 0,1-1 1,1-3-241,6-3 1,2-2 0,1-2-59,-6 4 0,4-3-169,-6 1-2242,21-16-2450,29-33 1,13-13 4786,-6 5 1,2-1 0,3-4 0,0 1 0,5-11 0</inkml:trace>
  <inkml:trace contextRef="#ctx0" brushRef="#br0" timeOffset="-130629.73">14368 16760 14182,'-12'-33'2005,"2"6"-1444,9 26 447,-1 0-1131,4 12 134,15 14-11,20 22-642,-5-15 1,5 1 646,8 3 1,3 1 27,-12-10 1,2 0 0,1-1-34,0-1 0,2 1 0,0-1 0,-1 0 0,1-1 0,-1 0-4,-2-1 0,0-1 0,-1 0 32,14 7 0,-3-2-28,-6-4 0,-3-1 34,-7-5 0,-2-2-81,12 6 47,-15-10 0,-14-6 56,-6-4 191,-4-1-213,-2-2 624,-20-25-658,-10 7 0,-11-2 0,6 2 0,-10-20 0,-5 13 0,0 0 0</inkml:trace>
  <inkml:trace contextRef="#ctx0" brushRef="#br0" timeOffset="-130157.73">14615 16738 16143,'-21'44'11,"0"0"0,-7-6-11,19 3 0,4-6 0,3-25 146,1-7-124,0-1 34,-1-3 124,-12-25 279,-14-21 280,-2 3 1,-2-1-595,12 15 1,0 2 162,-7-5 0,3 8-128,15 18 313,2 4-314,5 2 437,2 1-616,0-3-448,3-3 448,10-1-1341,24 0 0,17 0 0,0 2 1341,-9 2 0,-1 1 0,1 0 0,10-3 0,1 0 0,-6 2 0,-6 3 0,0 0 0</inkml:trace>
  <inkml:trace contextRef="#ctx0" brushRef="#br0" timeOffset="-129527.73">14463 16876 17431,'-31'9'-28,"1"-1"0,-17 17 17,41 11 0,10 12 0,3-1-901,5 9 0,2-2 912,-3 0 0,2-4 166,6-12 0,0-9-166,-2-12 349,-4-8-81,-8-43-268,-10 1 0,-2-3 50,0-4 1,0-1 22,-5-9 0,-2 1 27,-3 3 1,-1 4 39,7 13 1,1 1 32,-3-2 1,2 3 173,1 10-44,7 10 694,-2 4-907,5 3-661,-1 0 571,8 12-3359,15 9 3415,17 19-56,-9-15 0,3-1 4,2 1 0,3 0-12,-3-3 1,3-1-1,-2-1-1040,2 0 1,-1 0-1699,13 5 1,-7-3-1131,-20-8 3876,-21-2 0,-12-11 0,-9-1 0</inkml:trace>
  <inkml:trace contextRef="#ctx0" brushRef="#br0" timeOffset="-129226.73">14633 17097 8770,'-39'-31'2610,"0"1"1,-1-6 0,15 16-2561,52 58 1,14 15-40,-15-21 45,3 5-56,-33-40-95,-14-17 0,-5-8 184,-8-15 1,-2-4-593,8 13 1,0-1 0,0-2 614,-1-3 0,0-1 0,3 2 106,0-3 1,2 2 102,-1 0 0,2 3-220,-2-3-202,4 9-683,16 39 672,7 20-2975,10 16 0,3 6 3087,-4-9 0,-1-1 0,5 6 0,-1-4 0,-5-6 0</inkml:trace>
  <inkml:trace contextRef="#ctx0" brushRef="#br0" timeOffset="-129027.73">14306 16736 16400,'-10'0'650,"2"0"-874,8 0 191,83-38-4883,-44 27 1,2-1 4638,10-5 0,5-3 1,-7 4-1,-10 6 1,-4 3-1,23-4 1</inkml:trace>
  <inkml:trace contextRef="#ctx0" brushRef="#br0" timeOffset="-112736.73">15579 14069 11045,'7'-2'1523,"-1"0"-884,-6 2 5008,0 0-5647,8-1 202,12 7 212,20 4-319,-13-1 1,5 2 98,5 1 0,6 3 1,-2-1-825,9 4 1,2 1 640,-7-3 0,3 3 1,0 1-1,1 4 0,1 2 1,-3 0 29,-9-4 0,-2 0 0,1 1-41,11 8 0,2 2 0,-3-1 0,-13-7 0,-3-1 0,0 0 16,16 12 1,1 2-17,-8-8 0,3 3 0,-2-3 11,4 4 1,-1-1-9,-7-7 1,1 1 0,-4-2-10,-3-1 1,-2-2-1,-2 0 1,-2-1 5,17 17 0,-6-3-500,-6-7 466,-5-4 56,-3-5-22,-6-7 0,-4-3-11,-4-5 1224,-3-1-1280,-3-2-2323,0 0 26,-2-7-3452,-5-3 5816,-12-9 0,8 7 0,-6 1 0</inkml:trace>
  <inkml:trace contextRef="#ctx0" brushRef="#br0" timeOffset="-112128.73">15746 13818 13274,'-1'-4'1188,"0"0"-146,1 4-762,22-11-45,-12 6-111,16-8 403,-20 11-270,-3 1 46,-2 1 167,-10-3-470,-9-1-22,-16-2-124,-11 1 258,-4 3-112,-1 0 0,4 2 56,4 0-45,-6 10-89,6 5 123,4 4-90,15 5 34,17-1 11,3 12 67,13 10-67,-2-16 0,4 1-282,5 2 0,3 1 271,3 2 0,3 1-12,2 0 1,2-1-398,0 0 0,3 0-1702,-1-4 1,2 1 0,-2-1 2121,4 1 0,-2-1 0,1 1 0,-4-5 0,-7-6 0</inkml:trace>
  <inkml:trace contextRef="#ctx0" brushRef="#br0" timeOffset="-110027.73">13272 14909 9913,'3'-2'3339,"-1"0"-527,-2 2-2419,-22-4 66,6 3 0,-18-3-11,13 3-279,5 1 111,2 0-202,5-1 180,1 1-258,5-1 56,0 1-280,3 0 224,9-3 112,10 2-112,19-5-11,18 4 11,-23 0 0,3 0 44,4 1 1,1 1-794,2-1 1,1 1 692,0 0 0,0 0 56,-3 0 0,-2 0-11,-4 0 1,-3 0 10,17 0 0,-19 0 0,-16 0 12,-8 0 21,-5 0-33,-9 0 1466,-2 0-1892,-8 0-329,1 0-880,0 0-1828,1 0 3463,-3-3 0,9 3 0,1-3 0</inkml:trace>
  <inkml:trace contextRef="#ctx0" brushRef="#br0" timeOffset="-108881.73">8760 14807 10563,'-6'0'560,"2"0"1020,4 0-818,-3 0 358,2 1-851,-1-1-33,1 2-79,-1-2 123,-1 2-202,-1-1 45,-2 2 348,0-1-404,-1 2 191,0-1 190,0 0-269,2 1 101,1-3-246,2 1 279,1-2-313,11 2 0,9 0 73,14 1 0,5 0-73,-2-2 0,2 0-327,0 1 1,5 0 0,-1 0 158,-2-1 0,-1 1 0,2 0-1490,5 0 0,1 2 0,1 0 272,2 0 0,0 2 1,1-1 1385,-1 0 0,0-1 0,-5 1 0,-1 0 0,-5 0 0,19-1 0</inkml:trace>
  <inkml:trace contextRef="#ctx0" brushRef="#br0" timeOffset="-108299.73">10344 14863 17420,'25'-18'179,"19"-1"-179,-6 10 0,5 1-935,7-1 0,2 2-572,4 1 0,2 2 1507,-16 2 0,-1-1 0,-3 2 0,-1 0 0,-4 1 0,21-1 0</inkml:trace>
  <inkml:trace contextRef="#ctx0" brushRef="#br0" timeOffset="-102936.73">10498 15031 12333,'-29'-24'1625,"6"5"-1267,19 15-44,0 0-169,-9-3-145,2 1 112,-8-3-112,-6 0 24,5 1-13,-10-1 106,-2 5 1,0 0-96,-7 2-16,3-1 0,0 1 50,2 2 44,0 0 192,2 0-147,0 2-145,4-1 314,-9 5-292,1 2-11,-1 1 45,-8 10-56,14-4 12,-10 8-12,-6 6 0,-1-1 67,-1 1-67,9-7 22,14-10-111,3 1 89,-1-2 0,1 1 33,-2 2 12,-1 1-90,-20 13 45,12-6-56,-17 10 56,18-8 0,-2-1 56,3 2-33,3-4-23,4 0-23,5-2 23,3-1-157,4 1 157,1 2 0,0 3 68,-5 20-68,4-7 0,-6 15 22,5-12-11,-2 1 0,4-10 1,0 0 10,-7 16-17,7-18 1,1-1-17,-2 7 11,2-5 0,4-2-45,1 0 45,4 0 0,0 1 0,2 0 11,0 1 34,8 27-56,8-7 11,-6-19 0,1-2 56,14 9 56,5-7-78,-8-10-23,8 5 404,-9-9-292,16 5-11,-8-5-67,15 4 56,-9-7-101,5-1 0,5-1 89,6-1-33,6 0-254,-26-6 0,-1 0 226,1 1 0,0 0-6,-1 0 1,1-1 55,27 7-78,-2 1 0,1 0 34,-2 0 0,3 0-34,-2-2 0,1-2 179,-3-3-78,2-3-101,-1-1 44,1-2-32,-2 0 78,-3 0-90,0 0 78,-1 0-67,3-4 84,0 0 1,3-2-96,-21 2 0,1 0 56,21-2 0,-1 0-56,-25 3 0,-2 1 16,1 0 1,0 0 6,29-1-23,0 3-11,-1 0 11,-1 0-68,0-1 68,2-1 0,-29 0 0,3 1 17,16-2 0,1 0 39,-9 0 0,-1 0-344,14 0 1,-1-1 287,-13 0 0,-3 1-28,1 0 0,-1 0 28,-1 1 0,1-1 0,-2 1 0,-1 0 22,0 1 1,-1 0-12,-2 0 0,2 0-6,13 0 1,1 1-6,-12 0 0,1-1-1552,11 1 0,-1 0 1558,-13 0 0,-2 0-950,1 0 1,0 0 976,-1 0 1,2-1-278,10-1 0,4-1 0,-2-1 244,-2 1 0,1 0-41,11-3 0,7 0 0,-7 1 41,-11 1 0,-4 2 5,15-3 1,-1 1 59,-15 3 1,1 1-27,15 0 1,0-1-40,-15 1 0,0 0-79,10 0 1,-3 0 123,10 1-45,-5 2 67,-2 0-67,3 2 0,0-1 0,2 0 34,1 1-90,-1-1 56,0 0 0,-3-2 89,-3-1-66,-4-1 21,-2 0 1756,-2 0-1778,2-4-100,1-2 78,3-5 0,3 1 0,-14 2 0,1 0 0,17-3 0,-18 3 0,-2 0 2293,11-2-2316,-3 0 23,0 1 0,-3 0 1752,-1 2-1740,-2 1 21,15-2-10,-11 4-124,13-2 101,5 2 0,-12 1 157,-14 1 1,-1 0-158,14-2-11,1-1 100,0 1-133,0-1 44,-15 3 0,0 0 11,13 0 0,13 0 23,-8 1 10,-13 0-133,22-3 89,-26 2 571,10-3-560,-12 3-11,1-1 0,0 0 56,1 2-90,1-3 34,-1 3-33,11-6 33,-12 3 0,5-2-23,-13 2 124,-3-1-157,-2 1 56,-1-1 0,-3 1 11,4-2-11,-2-3 0,-1 1-22,-2-3 22,-3 1 0,2-3 67,2-5-67,4-2 11,0-4-33,1-2 67,-2 0 11,-3 1-56,-4 1 0,-3 2 45,-3 1-34,-2 0 45,-1-1-56,-1-4 22,0-1 23,-7-20-45,0 10 235,-9-14-224,2 14 102,-2 3-68,0 2 11,-1 4 168,0 2-224,-4 1 0,1 1 213,-4 0-213,1 1 11,-1-1-90,1 2 169,-1-2-56,-1 1-34,-3 0-23,-2-1 1,-3-3-23,-2 2 45,-2-1-22,-2 3 78,1 0-23,9 8 1,1-1-34,-15-7-6,7 4 1,-1 0 10,8 5 1,1 0 10,-1 0 1,2 1 185,-18-9-202,19 9 0,-3-7 0,6 4 0,-20-17 0,12 9 45,-15-8-45,6 10 0,-1 1 0,11 9 0,-2 1-17,-1 0 0,-1 2 17,-9-3 0,-1 2 0,-1 0 0,1 2-411,8 2 1,1 0 410,0 1 0,0 0-245,-6 0 1,0 0 305,5 1 1,-1 0-107,-14-2 0,-1 0 45,8 1 0,0 0-708,-2-1 1,-1 0 701,0 0 1,-1 1 5,1-2 0,-2 0-298,5 0 0,-2 1 0,1-1 309,-7 0 1,0 0-1,9 0 0,-3 1 0,3 0-11,-2 1 0,1 1-19,2 2 1,-2-1-1,2 1 52,-7 1 1,0-1-23,7 1 0,-2 1 1,0-1-9,2 1 1,0 0 0,1 0 7,-7 0 1,0 0-12,8 1 0,-2 0 0,2 0 0,-2 0 0,0 1-62,-16 0 0,0 1 62,14-1 0,1-1-6,-12 0 1,1 1 44,18-2 1,0 0-35,-16 2 1,-2 0-6,13 0 0,0 0 16,-13 1 1,1 0-17,18 0 0,0 0-17,-12 0 1,-1 1-26,-2 0 1,1 1 13,0 0 0,1 0-40,0-1 1,3 1-23,13 0 1,1 0-49,-1 0 0,1 0-143,-28 6-43,8-2-57,10 0 1475,10-2-2326,5 3 1581,12-4-1828,1 7-1765,4-2 3244,-7 2 0,7-4 0,-3-4 0</inkml:trace>
  <inkml:trace contextRef="#ctx0" brushRef="#br0" timeOffset="-96935.73">9239 12777 10380,'7'44'19,"0"-1"1,0 0 0,4 14 0,5-10-65,23-13 45,7-23 207,-19-21 0,0-9 301,2-10 0,0-8 0,-1-1-407,-5 4 0,-1-1 0,0-3-763,0 0 0,1-3 0,-1-1 0,-2 3 706,0-2 1,-2 2 0,-1-1-45,-1 2 0,-1 0 0,0 1-39,5-14 0,-2 1-1599,-2 0 0,-2 4 1638,1-2 0,-4 8 0,-11 40 0</inkml:trace>
  <inkml:trace contextRef="#ctx0" brushRef="#br0" timeOffset="-96571.73">9101 13756 16524,'-6'-1'73,"0"38"0,5 18-51,1-16 0,2 4-1898,0 9 1,1 7 0,2-3 1882,1-13 1,2-3-1,1 0-7,7 15 0,4-4 507,1-9 1,2-6-519,1-10 0,3-9 173,16-16 1,1-12 49,-7-10 1,-1-8-191,-3-1 1,2-5 0,-4-3-244,-4-4 1,-3-3-1,0-1 221,1-3 0,-1-1 0,1-3-933,-2 1 0,1-3 1,-2-1-1,-2 2 817,-5 7 1,-1 1 0,-2 2-1,1 0 1,5-7 0,0 1 0,-4 6-1,-9 6 1,-1 0 0</inkml:trace>
  <inkml:trace contextRef="#ctx0" brushRef="#br0" timeOffset="-93743.73">6109 15511 11728,'-2'-43'298,"0"0"1,1 3 0,0 6 385,1 6 369,0-8-728,0 12-168,0-6 426,0 9-415,0 5 45,0 0-101,0 7 123,0 3-235,0 3-11,0 1-281,0 11 292,12 25-364,-1-1 0,3 5 367,0 0 1,1 2 0,2 3 37,3 7 0,0 3 0,1 2-356,-4-12 1,0 1-1,0 1 1,1 2 325,0 0 0,1 2 0,1 1 1,-1-1-1,-1-3-890,4 11 0,-1-4 0,1 2 879,-4-8 0,1 1 0,-1-1 0,-2-6 5,1 5 1,-2-7 22,-3-7 0,-1-3 28,4 12-56,-4-18 543,-6-13-532,-2-13 913,-2-20-912,-13-22-7,3 7 1,-1-3 1041,-7-12 1,-2-3-1026,5 12 1,0-1-1,0-2-797,-2-6 1,1-1-1,0-2 777,3 11 1,0 0 0,1-2 0,-1 0 30,0-2 1,1 0 0,-1-1 0,0 0-32,1 0 1,0 0 0,0 0 0,0 0 2,1 4 1,0-1 0,1 2-1,-1 1-5,0-8 0,-1 2 0,2 3-290,-2-9 0,1 7 245,4 15 0,1 5-157,-2 2 68,4 17 1023,1 35-850,3 27 0,3 11-28,0-21 0,0 2 1,1 2 335,0 3 1,0 3-1,0 3 1,1-1-358,0-6 1,1 1 0,-1 1 0,1-2 0,-1-2-739,2 11 1,-1-3 0,0 1 761,-1-7 0,0 2 0,0-2 0,-1-6-8,-1 4 0,-1-7-6,0-3 0,-1-5 22,0 3-236,2-17 214,-2-41 315,-1-25-315,0 9 0,-2-3 13,2-10 1,-2-2 27,0 13 0,-1-1 0,0 0 540,0-2 0,0 0 0,-1 0-551,0 1 0,0 0 0,0 2-13,-1-15 0,0 3-12,2 11 1,1 4-17,-1-10-292,2 26 303,0 37 23,0 38 49,0-4 1,1 6-661,0-7 0,1 2 0,-1 2 588,0 5 0,-1 2 0,1 0 15,0 0 0,0 0 0,0-2-180,0-4 1,-1-1 0,-1-3 164,-1 13 0,-1-4-561,-1-5 1,-1-6-1389,-6 6-2164,-9-62 1200,5-43 2849,3-4 1,0-2 0,6 28 0,1 2 0,-6-27-1</inkml:trace>
  <inkml:trace contextRef="#ctx0" brushRef="#br0" timeOffset="-93118.73">6079 14975 7199,'5'50'57,"0"-1"1,0 0-1,1 0 1,-1 2 0,-1-1-1,1 0 1,-1-1-58,0-3 0,-1-1 0,0 0 0,0 0 0,-1 0 0,0 1 0,0-1 0,-1 0 147,0 12 0,0 0 0,0-2-136,-2-6 0,0 0 1,-1-3 583,0 14 0,-1-5-595,-1-11 0,0-5 1062,-2 14-3303,3-24 4536,4-33-2374,7-27 73,-2-1 1,0-4-102,2-10 1,0-4 662,-3 12 0,1-2 0,-1-3-520,0-4 0,0-3 1,-1-3-1,1 1-175,1-2 1,-1 0-1,1 0 1,0-2 413,-1 6 1,0-2 0,0 0 0,0 1-1,0 3-189,2-12 0,0 3 1,0 4 109,-1-11 0,2 21-17,0 37-134,-3 50-1,-2 5 1,0 8-911,-1-7 0,0 4 0,0 1 866,-1-9 0,0 2 0,0 0 0,-1 0 0,1 3 0,0 1 0,0-1 0,-1 0-145,0-2 1,0-1 0,-1-1-1,-1 0 145,0 9 0,0-1 0,-1-3 30,0-8 0,0-1 0,-1-3-30,-2 7 0,0-3 750,-2 14-840,4-25-201,2-18 235,2-19 2807,0-23-2628,4-24 0,2-11-123,-4 4 0,0-3-63,0 15 0,1-4 1,0-1-1,-1 1 66,0-8 1,-2 0 0,0 0-4,0 13 0,0-1 0,0 0 0,0-3 27,0-1 0,0-3 0,0-1 0,0 2 0,0 3 14,1-12 0,-1 3 0,1 0 34,0 6 1,-1-2 0,1 3 0,1 7-76,0 1 0,1 9 285,2-5-419,-1 39 235,-1 47-101,-2-4 0,0 6-324,0-5 0,0 5 1,0 5 361,0-5 0,-1 4 0,1 3 0,-1 0 0,-1 0-495,0-2 1,0 0 0,-1-1 0,1 1 0,-1 0 426,1-1 1,0 0 0,0 0 0,0-1 0,0-4-375,-2 17 1,-1-3 0,2-10-300,0-14 0,0-5-2804,2 12 3507,0-23 0,0-13 0,0-9 0</inkml:trace>
  <inkml:trace contextRef="#ctx0" brushRef="#br0" timeOffset="-85593.73">6538 15376 10899,'-33'-25'582,"8"5"-436,13 7-79,3 4 12,3 4-79,-1 0 0,4 0-292,0-2 304,-1-9 10,0 0-11,2-4-11,-2 7 56,-1-2 11,-1 4 34,-1 0-56,-1 3 157,-1 1-157,1 2 145,0-1 292,0 1-314,0-1 325,0 0-459,1 1 257,1-1 303,1 1-359,1 0 79,0-1-78,-5-2-24,1 1-200,-4-1-12,2 2 235,3 0-134,-2 0 55,4 0-32,-2 1-46,5 1-78,-1 0 0,2 3 22,1 0-66,-2 0-124,2 8-45,7 13 213,11 25 0,-2-9 0,2 5-1105,-2-6 1,1 2-1,1 2 1105,1 7 0,1 1 0,0 1 0,3 6 0,0 0 0,-1 1-405,1-1 1,0 1 0,0-1 460,-1-2 0,0-1 0,0-1-71,-1-5 0,-1-2 0,1-1 15,-3-5 0,-1-1 0,1-2 0,5 11 0,0-4 11,-3-4 1,-2-2-12,-3-4 0,-1-2 0,6 15-34,-7-11 112,-6-15 214,-4-9-259,0-6 2792,-2-2-2343,2-1 1343,-2 0-1612,1 0-224,-2-6 11,0 1 0,0-8 101,-2 1-34,-1-2-67,-2-1 0,0 2 0,-1-1-22,2 3 22,1 2 0,1 1 0,0 4 33,1 1 12,-1 2 11,2 0-56,-1 0 123,0-1-123,1 0 0,-1 0-5131,1 1 5131,-1-3 0,1 4 0,-1-3 0</inkml:trace>
  <inkml:trace contextRef="#ctx0" brushRef="#br0" timeOffset="-83845.73">6614 14975 9028,'21'-48'309,"-1"0"1,-1 2 0,-2 3-74,6-9-135,-11 22 0,1-2-79,1-4 1,1-2-1227,3-6 0,1-5 1204,-3 7 0,2-5 0,1-2 0,-1 2-912,2-8 1,0 2 0,1-3 911,-5 10 0,2-2 0,1-2 0,-1 1 0,-1 2 0,0-1 0,-1 1 0,0 1 0,-1 0 110,1 0 1,0 0 0,-1-1-1,1 0-93,2-7 0,0-1 0,0 1 0,-2 3-17,1-1 0,-1 4 0,-1 0-102,1 2 0,-1 0 1,-2 7 101,2-7 796,-10 33-673,-5 9 2915,0 2-2747,0-1 783,0 0-749,0 1 275,0-1 106,0-1-582,0 2 413,0-2-481,0 3 123,0-1 181,0 1-360,0-2 44,0 1 393,-1-1-448,-5 1-34,1 1-11,-16 0 23,-14 21 21,-5 2 12,14-1 0,0 4 28,-7 10 0,2 1-837,7-7 1,-1 0 813,-5 7 1,0-1-6,-1 6-101,12-15-67,10-13 34,6-8 134,5-10 123,11-13-89,11-16 27,-4 8 1,3-2 348,4-4 1,2-2-411,1-2 0,1 0 39,1 1 1,-1 1-40,-3 4 0,-1 0 0,-4 6 0,0 3-135,19-12-212,-7 28 347,-2 20 0,-14 26 0,-2 19 0,-3-3-1464,-5-17 0,-1-2 0,0 4 1409,1 8 0,0 6 0,0-2 0,-3-9 0,0-4 0,-4-7 0,-2 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06:58:35.15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3363 10694 11672,'-37'4'306,"-1"-1"0,6 0 1,2 0 130,-1 5-78,-16 7-242,16-5 1,-2 1-73,-1 0 0,-2 1-215,-2 0 0,-1-1 175,9-1 1,1-2 140,-28 8-135,2 2-11,5-1 145,4 0-50,1 1-16,-1 1-29,13-6 1,-1 2 44,1-1 0,-2 1-28,-6 3 0,0 1-50,4 0 0,2 0-17,-14 9 111,23-10 0,1 2-111,-9 16-11,1 2 11,4 3 0,10-8 0,-1 2 11,1 4-22,-3 6 11,-2 9 0,11-23 0,-1 1 0,0 1 0,0 3 28,-6 17 0,1 0-625,5-12 0,0 0 597,-3 12 0,1 0-34,6-15 0,2-2 34,1 1 0,0 0-297,1 1 0,1 1 314,1-1 0,0 1-17,1-1 0,0-1-6,0 2 0,1-1 0,1-1 1,0 1 5,0 16 0,0 1 0,1-11 0,0-1-6,0 14 1,1-1 5,2-13 0,0-2-409,0 1 1,1 1 413,3 0 1,1 1-23,-1 0 0,1 0 34,0 0 0,1 3-14,0-3 1,0 2 0,0-1-4,3 6 0,-1 0 0,-1-8 0,0 3 0,1-4 0,1 1 0,0-2 11,1-1 1,0-1-29,1 0 0,1-2 39,1-1 1,1-1-46,0 1 1,2-1 39,1 1 0,2-1-17,0 2 0,1 1 5,1 0 1,0 1-6,2 1 0,0 0 0,0 0 0,1 0 0,0-1 0,0 1 16,0-3 1,0-2-51,-1 0 1,1-3 50,0-2 0,0-2-17,-1-3 0,0 0 33,-1-4 1,1 0-34,-3-1 0,2 0-210,8 7 1,2 2 270,7 2 1,1 0-62,1 0 0,2-1-17,5 1 0,1-3 6,-10-8 0,2-1 22,-1-2 0,4 0 0,-1-1-334,8 2 1,1-1 348,-8-2 0,1 0 1,2-1-31,2-3 0,1 0 1,-1-2 3,-11-1 0,-1-1 0,2-1 18,12 2 1,1-1 0,3-2-14,-12-3 1,2 0-1,0-2 1,-2 1-6,5 0 0,-1 0 0,3 0 2,-2-2 1,3 0 0,1 0 0,-3-2-26,4 0 1,-3-2 0,0 0-447,3-3 1,-1 0-1,0-2 469,0 0 0,0-2 0,5-4 11,-13 2 0,5-3 0,3-2 1,0 0-1,-2 0 0,-4 2-20,2-1 1,-4 1 0,0 0 0,6-3 11,-5 0 0,6-2 0,3-1 0,1-1 1,-2 0-1,-4 1 0,-6 2-3,1-1 0,-7 3 0,-1-2 0,4-2-4,1-1 0,3-2 1,1-1-1,1-2 0,-1 0 1,-2 1-87,0-2 1,-2 1 0,-1-1-1,0-1 1,2-2 98,0 1 1,1-1-1,0-2 1,1 0-1,-1 0 1,-1-1-10,-3 2 0,0-2 0,0 1 0,-1-1 0,-2 1 0,-1 1-231,8-7 1,-2 0 0,-2 1 0,-3 0 266,-5 3 0,-1 1 1,-3-1-1,-4 0 199,-1-11 0,-5 0 1,-3 1 100,1-9 1,-3-1-307,-5 7 0,-1-3 0,-3 2 71,-3 11 0,-2 2 0,-2-4 22,-3-5 0,-3-3 0,-2-3 1,-1 0-26,-1 6 1,-1-2-1,-1 0 1,-1 0-1,0 0-120,0 0 0,-1 0 0,0 0 0,-2 0 1,0 1 47,-2-1 1,-1 0 0,-1 1 0,0 2 0,0 3 36,-6-9 1,-1 4 0,1 1 51,-1 1 1,-1 2 0,0 0 52,1 4 0,-1 0 0,-3-1-163,-2 3 1,-4-2 0,-2 0-1,2 4 25,-5-4 0,0 2 0,-3 0-1,9 10 1,-2-2-1,-1 0 1,-1 2 0,2 2-25,-3 0 1,0 3-1,1 1 1,-1 0-1,-2 0 1,1 1 0,-1 0-1,-1 1 12,2 0 0,-1 2 0,-1 0 0,-2 0-17,0 2 0,-3 1 0,-2 0 0,1 1 0,3 1 11,-2 0 0,2 2 0,-1 1 0,-1 1-11,2 0 0,-3 0 0,-1 1 0,2 1 0,3 2 0,-12 0 0,4 3 0,0 0-26,2 2 0,0 0 0,2 2-183,3 1 0,1 2 0,-2 2-783,3 4 0,-2 3 1,1 1-1,3 1-297,-2 2 0,2 1 1,0 3 1284,2-1 0,-2 3 1,2 0-1,6-3 1,4 1-1,5-2 1,-17 13-1</inkml:trace>
  <inkml:trace contextRef="#ctx0" brushRef="#br0" timeOffset="28825">15287 10558 13857,'6'1'325,"0"0"22,-6-1 180,0 0-292,-36-7-134,19 5-67,-31-4-34,26 5 11,-9 3 0,-2 3 79,-12 5-74,7-1 1,-2 1-5,-12 12-7,13-6 1,-6 1 31,-2-1 0,-6 0 1,-3-1 43,5-3 0,-3-2 0,-2 1 1,2-2-872,-1 1 1,0-1 0,1-1 0,1-1 856,-7-1 1,1-2-1,3-2 138,5-3 1,1-1-1,5-1-104,1 1 0,2-1-90,-6-1 0,2 1 0,-5-1-22,35 4-11,6 0 134,-49 6-101,30-2-11,-6-1 0,0 0 3392,6 2-3370,0-3-22,-4 1 0,-2 0-11,-18 2 11,14 0 90,-16 4-90,32-3-34,-8 2 23,14-3-12,1 2 1,2-2 11,5 1-68,-4 5 23,-6 6 12,-5 15-12,2 1 50,9-7 0,0 3-61,-6 25 67,2 1-6,9-18 1,1 1-29,2-4 1,1 0 33,-1 1 0,1 0-17,2-1 0,-1 0 6,2 0 0,1 1 11,-1 6 0,2 4 7,-1 3 1,1 6-1,-1-2 0,1-6 1,0 0 0,1 1-454,-1 11 0,1 3 0,0-4 446,0 0 0,0-2 11,1-5 0,0 2 0,0-3-11,0 0 0,0-2 0,0-5 0,1 1 0,1 1-8,-1-3 1,0-1 0,0 0-60,3 17 0,2 2 85,-1-5 1,1 3 0,0 0 3,1 0 1,-1 0 0,1-1-417,-1-8 1,0-1-1,-1-1 394,1 3 0,-1-2 0,0-2-1259,0-2 1,-1-1 1261,0 1 1,1 3 0,-1-2-4,0 7 0,1 2 131,-2-10 1,0 4 0,0 2 0,-1-3-129,0 6 1,0-2 0,0 0-4,0 2 0,0-1 0,1-1 7,-2-7 1,0 0-1,2 5-10,3 1 1,1 8 0,2 2 0,-1-3 0,-1-7 2,-2-4 0,0-6 0,0 6 3,1-1 1,1 8 0,1 3 0,0-1 0,-1-3-1,-1-8 8,4 16 1,-1-5-12,-2-9 0,0 1 0,0-2-197,2 6 0,1-3 197,-2-6 0,0-3-11,5 12 827,0 0-805,0-6 1502,-6-13 0,1 2-1513,0 4 0,1-1-11,-3-6 0,1 0 11,-1 0 0,-1-2 430,-1-7-430,2 6 11,-2-9 720,0 5-675,-2-5-101,0-4 45,-1 1-45,2-1-45,-1-5 90,6 4 0,-2-8 0,5 0 140,23-4 0,10-4-146,-1-4 1,3-1 31,-1 2 0,4 0 1,-1-1-382,-2-3 0,-1-1 0,-3 1 349,6-1 1,-1 0-22,-7 1 1,1 0 0,0 1-1481,15-4 1,-1 1 1506,-18 4 0,0 0 0,0 1 0,1-1 0,-1 0 0,-2 2 14,5-2 1,-1 1-4,-3 1 1,2-1-1,-1 0-17,4-1 1,1 1 16,2-1 0,3 0 0,1 1 7,-1 0 1,0 0 0,0 1-329,3 1 0,0 0 0,-1 0 310,-1 1 0,-1 0 0,-2 1 0,9 1 0,-4 1 0,-14 1 0,-2-1 11,3 1 0,-1-1-11,0 1 0,1-1 202,-1 1 0,2-1-199,-2 1 1,3-1 0,-2 1-4,7 0 0,-1 0 768,-6 0 0,2-1 0,-1 1-757,18 0 0,-2 0-5,-13 0 0,1 0-6,10 0 0,3 0-12,1-1 1,-2-1 44,-12 1 1,0-1-45,-6 0 0,3 0 0,-3-1 11,4 0 0,0-2-4,-1 0 0,3 0 1,-1 0 3,6-1 0,0-1 0,-6 2 0,1-1 0,0 0 0,-1 0 0,1 0 0,0 1 0,2-1 0,1 1 0,2 0 2,-5 1 1,3-1 0,-1 1 0,-2 0 8,5 0 0,-2 0 0,1 0-7,9 0 0,1 0 0,-2 0-16,-10 1 1,-1-1 0,0 1 33,-1-1 1,1 1-1,-1-1-22,15-1 0,-1 1-17,-2 0 1,-2 2 10,-12-1 0,1 1-727,13 0 1,0 0 715,-16 0 1,-1 1 10,-1-2 1,1 1-20,0 0 1,0-1 29,0 1 1,-1 0 60,0 0 1,2 0-56,13-1 1,1 1-24,-14 0 1,-1 0 78,12 0 0,-2 1-67,-16-1 0,-2 1 5,0-1 1,0 0-6,1 1 0,0-1 0,0-1 0,0 0 0,1-1 0,1 1 5,17-4 1,2-1 11,-13 2 0,3-1-2,4 0 0,6 0 0,-1 1-30,-8 0 0,-1 0 0,1 1 15,-1 0 0,1 1 0,-2 0-12,19-3 1,-6 2 5,-18 2 1,-2 1 10,-2 0 1,1-1-12,-2 1 1,1 0 5,12 0 0,1 0 5,-13 1 1,1 0 0,8 0 0,0-1 5,11 1-11,-4-2 0,0-1 0,1-1 1386,2-2-1386,3 0 5,-13 1 1,2 1 11,-12 0 0,1 1 741,21-4 1,2 0-776,-8 1 0,-3-1 39,-10 2 1,-3 0 5,3-2 0,-9-2 84,-15-1-112,2-19 56,-7 2 452,3-17-497,-7 10 1,-2-2-35,0 3 1,1 0-518,-2-15 1,1-2 578,-1 10 1,0 0-34,0-2 0,0-2-6,-1 5 0,0-2 0,0 1 16,-2-5 1,-1-1-17,0-13 0,-1 2 39,-1 18 1,0 0-282,1 3 1,1-4 0,1 0 259,-2-4 1,1-2 0,0-2-17,1 1 1,-1-3 0,1 0 0,0 1 23,-1-8 0,0 2 1,1-1-30,0 13 0,1-1 0,0 0 0,-1-1 6,1-3 0,0-2 0,-1 2 0,2 1-565,-1-2 0,1 1 0,0-1 573,0 4 0,-1-1 1,1-1-1,0 1-8,1-10 1,0 2 0,0 2 1,1-7 1,0 1-2,0 9 0,0-1 0,1 4 7,1 1 0,0 2-86,1 3 1,0 1 74,-2 3 0,0 1 403,-1-8 1,0 0-343,0 5 1,-2 1-62,0 0 0,0 2-67,-3-22 67,-5 23 799,-2-11-721,-3-4-78,6 19 0,0 0 56,-3-18 2028,-1 4-2073,0 6-55,1 12 288,-7-8-244,4 13 22,-5 1 46,-1-1-68,-6-2-12,-3 1 6,3 4 1,-1 0 5,-18-12 0,14 10 0,-2-1-470,-6-5 0,0 0 487,8 6 0,0 0 5,-11-8 1,1 0 5,11 10 0,3 0-40,-2 0 1,1 1-170,2 2 1,-1 0 169,-25-13 11,2 5-33,-1 2-6,15 8 1,-2 1 43,-4-2 1,-1 0-6,1 0 0,0 0-518,0 0 0,1 1 518,12 3 0,1 0-17,-2 1 0,1-1 232,0 1 0,0 0-227,0 1 1,-1-1 0,-27-7-17,14 7 0,-1 2 0,9 1 0,-1 2 9,-7 0 0,-5 0 1,4 1-10,-2 2 0,1 0 28,5 0 0,-2 1 0,-2 0 30,-7 2 0,-2 0 0,3 1-453,8 0 0,1 1 1,-2 1 422,-13-1 0,-4 1 0,3 1-8,13 1 1,2 0-1,0 0 19,-1 0 0,-1 0 1,1-1-12,0 1 0,0-1 0,0 0-749,1-1 1,0 1 0,0-1 753,-18 1 1,1-1-6,2-2 0,1 0-169,2-1 0,0 0 169,3 0 0,-3-2 29,5-1 1,-4-1 0,3 0-30,-9 0 0,-1 0 4,8-1 0,-3-1 0,4 1 1,-7 0 1,2 1-1,-3 1 1,1-1 5,0 1 0,-2 0-26,6 1 0,-3 0 1,3 0 14,11 1 0,2 0 0,-2-1-12,-9 1 1,-3 0 0,5-1 28,-3 1 0,4 0-17,3 0 0,0 0 0,3 1 0,1-1 0,3 1 0,0-1-49,-12 3 0,0 0 49,15-1 0,-1 1 0,-2 1 0,-4-1 0,5 1-23,3 0 1,1 0 22,-11 0 0,-1 0 33,-2 0 1,1 0-29,11-1 1,-2 1-6,-3-1 0,-4 0 0,4 0-6,2 0 1,1 1 5,-12 0 0,-1 0 231,13 0 1,1 0-255,-3-1 1,1 0 22,-2 0 0,0 0 16,0 0 1,1-1-17,1 0 0,0 1 1059,2-1 0,-1 0-1070,3 0 0,-1 0 11,0 1 0,-1 0 0,1 1 0,0 0-6,0-1 1,-1 2 33,-12 0 0,-1 1 0,13-1 0,0-1-28,-9 2 0,0 0 0,15-2 0,1 1-17,-1 0 0,-1 1-22,-2 2 0,-3 2-1667,-7 3 0,-5 1 1706,-1-3 0,-3 1 0,5-2 0,6 2 0,3-2 0,-11-2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I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  <a:defRPr sz="32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" descr="BITS_university_logo_whitevert.png"/>
          <p:cNvPicPr preferRelativeResize="0"/>
          <p:nvPr/>
        </p:nvPicPr>
        <p:blipFill rotWithShape="1">
          <a:blip r:embed="rId4">
            <a:alphaModFix/>
          </a:blip>
          <a:srcRect t="1" b="28591"/>
          <a:stretch/>
        </p:blipFill>
        <p:spPr>
          <a:xfrm>
            <a:off x="76200" y="3352800"/>
            <a:ext cx="2057400" cy="197961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-76200" y="5257800"/>
            <a:ext cx="22098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</a:pPr>
            <a:r>
              <a:rPr lang="en-IN" sz="2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IN" sz="2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2084387" y="6550025"/>
            <a:ext cx="7059612" cy="49212"/>
            <a:chOff x="2083888" y="6550671"/>
            <a:chExt cx="7060112" cy="48665"/>
          </a:xfrm>
        </p:grpSpPr>
        <p:sp>
          <p:nvSpPr>
            <p:cNvPr id="23" name="Google Shape;23;p3"/>
            <p:cNvSpPr txBox="1"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"/>
            <p:cNvSpPr txBox="1"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" name="Google Shape;26;p3" descr="Picture 7.png"/>
          <p:cNvPicPr preferRelativeResize="0"/>
          <p:nvPr/>
        </p:nvPicPr>
        <p:blipFill rotWithShape="1">
          <a:blip r:embed="rId3">
            <a:alphaModFix/>
          </a:blip>
          <a:srcRect l="1921" b="5332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2133600" y="6553200"/>
            <a:ext cx="7010400" cy="46037"/>
            <a:chOff x="1905000" y="6553200"/>
            <a:chExt cx="7010400" cy="45719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"/>
            <p:cNvSpPr txBox="1"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 txBox="1"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0" y="1295400"/>
            <a:ext cx="7010400" cy="46037"/>
            <a:chOff x="1905000" y="6553200"/>
            <a:chExt cx="7010400" cy="45719"/>
          </a:xfrm>
        </p:grpSpPr>
        <p:sp>
          <p:nvSpPr>
            <p:cNvPr id="32" name="Google Shape;32;p3"/>
            <p:cNvSpPr txBox="1"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 txBox="1"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"/>
            <p:cNvSpPr txBox="1"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br.org/2002/08/the-discipline-of-innov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br.org/2002/08/the-discipline-of-innovation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https://solmesz.medium.com/kano-model-product-design-and-startups-a-powerful-combination-61eacf1a6f30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2571750" y="5181600"/>
            <a:ext cx="6019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Joydeep Barman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413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2362200" y="3670300"/>
            <a:ext cx="6248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121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en-IN" sz="32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Software product management</a:t>
            </a:r>
            <a:br>
              <a:rPr lang="en-IN" sz="32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IN" sz="32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32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 process: </a:t>
            </a:r>
            <a:r>
              <a:rPr lang="en-IN" sz="3200" dirty="0"/>
              <a:t>Identify opportunity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dirty="0"/>
              <a:t>Overview of product process</a:t>
            </a:r>
            <a:endParaRPr dirty="0"/>
          </a:p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 dirty="0"/>
              <a:t>Identifying opportunity</a:t>
            </a:r>
          </a:p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IN"/>
              <a:t>Product </a:t>
            </a:r>
            <a:r>
              <a:rPr lang="en-IN" dirty="0"/>
              <a:t>Strategy</a:t>
            </a:r>
            <a:endParaRPr dirty="0"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IN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Identify opportunity </a:t>
            </a:r>
            <a:endParaRPr/>
          </a:p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Assess the opportunity </a:t>
            </a:r>
            <a:endParaRPr/>
          </a:p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Create business plan</a:t>
            </a:r>
            <a:endParaRPr/>
          </a:p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Specify product features</a:t>
            </a:r>
            <a:endParaRPr/>
          </a:p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Specify Minimum Viable Product (MVP) feature set </a:t>
            </a:r>
            <a:endParaRPr/>
          </a:p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Test your MVP </a:t>
            </a:r>
            <a:endParaRPr/>
          </a:p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Iterate &amp; Pivot  to improve product-market fit </a:t>
            </a:r>
            <a:endParaRPr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Overview of product process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Build-Measure-Learn cycle</a:t>
            </a:r>
            <a:endParaRPr/>
          </a:p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7545" y="1527628"/>
            <a:ext cx="4503756" cy="441050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322052" y="5909106"/>
            <a:ext cx="30241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# Visits, conversion, retention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many use new feature?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 txBox="1"/>
          <p:nvPr/>
        </p:nvSpPr>
        <p:spPr>
          <a:xfrm>
            <a:off x="491318" y="2877933"/>
            <a:ext cx="17991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Customer interviews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Root cause analysis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 txBox="1"/>
          <p:nvPr/>
        </p:nvSpPr>
        <p:spPr>
          <a:xfrm>
            <a:off x="7087832" y="2902929"/>
            <a:ext cx="19606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Agile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Continuous integration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3620012" y="3564927"/>
            <a:ext cx="224493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Minimize total time through the loop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1539" y="4472525"/>
            <a:ext cx="936592" cy="1379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Identify underserved customer needs (LPP)</a:t>
            </a:r>
            <a:endParaRPr dirty="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Sources of innovation (</a:t>
            </a:r>
            <a:r>
              <a:rPr lang="en-IN" u="sng" dirty="0">
                <a:solidFill>
                  <a:schemeClr val="hlink"/>
                </a:solidFill>
                <a:hlinkClick r:id="rId3"/>
              </a:rPr>
              <a:t>Peter Drucker</a:t>
            </a:r>
            <a:r>
              <a:rPr lang="en-IN" dirty="0"/>
              <a:t>)</a:t>
            </a:r>
            <a:endParaRPr dirty="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Hack days (Inspired)</a:t>
            </a:r>
            <a:endParaRPr dirty="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Ideation techniques (Cooper &amp; </a:t>
            </a:r>
            <a:r>
              <a:rPr lang="en-IN" dirty="0" err="1"/>
              <a:t>Edgett</a:t>
            </a:r>
            <a:r>
              <a:rPr lang="en-IN" dirty="0"/>
              <a:t>) (SPM book)</a:t>
            </a:r>
            <a:endParaRPr dirty="0"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 dirty="0"/>
          </a:p>
          <a:p>
            <a:pPr marL="228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Identify opportunity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304800" y="134370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Observe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Experience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Fortune at the bottom of the Pyramid – CK Prahlad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Desire to do social good can find new opportunities </a:t>
            </a:r>
            <a:endParaRPr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Identifying underserved needs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304800" y="1398301"/>
            <a:ext cx="8229600" cy="2979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Toyota Sienna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The car was successful in Japan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Toyota wanted to understand the specific needs of US market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A senior manager spent several months driving 70,000 miles across length &amp; breadth of US observing how people use cars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In US children sit in the backside of the mini van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So changes were made to make the back seats more comfortable, safe, etc.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When it was launched the car became a big hit</a:t>
            </a:r>
            <a:endParaRPr sz="1800"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Observe</a:t>
            </a:r>
            <a:endParaRPr/>
          </a:p>
        </p:txBody>
      </p:sp>
      <p:pic>
        <p:nvPicPr>
          <p:cNvPr id="87" name="Google Shape;8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874" y="4582913"/>
            <a:ext cx="3843128" cy="1840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34334" y="4582913"/>
            <a:ext cx="2800066" cy="1840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Oyo: Economy hotels were not clean, lacked basic amenities, etc.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Sketch: Observed that Photoshop was not easy to use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Slack: Collaboration between teams was clumsy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Spotify: People wanted to listen to music legally when illegal music sharing sites were banned</a:t>
            </a:r>
            <a:endParaRPr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Observe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AC5293-4F49-0FF1-1017-0D1DF877E183}"/>
                  </a:ext>
                </a:extLst>
              </p14:cNvPr>
              <p14:cNvContentPartPr/>
              <p14:nvPr/>
            </p14:nvContentPartPr>
            <p14:xfrm>
              <a:off x="4615920" y="382392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AC5293-4F49-0FF1-1017-0D1DF877E1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6560" y="38145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Ola cabs: Founder was travelling in a cab and cab driver demanded exorbitant amount to change the destination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DropBox: Founder kept forgetting to carry files in pen drive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Tally: Experienced that existing accounting packages had a User interface that catered to accounts / finance professional. But not to non-finance folks</a:t>
            </a:r>
            <a:endParaRPr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Experience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body" idx="1"/>
          </p:nvPr>
        </p:nvSpPr>
        <p:spPr>
          <a:xfrm>
            <a:off x="632352" y="12345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Opportunities are aplenty if looked at the right market</a:t>
            </a:r>
            <a:endParaRPr dirty="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CK </a:t>
            </a:r>
            <a:r>
              <a:rPr lang="en-IN" dirty="0" err="1"/>
              <a:t>Prahlad</a:t>
            </a:r>
            <a:r>
              <a:rPr lang="en-IN" dirty="0"/>
              <a:t> wrote a book ‘Fortune at the bottom of the Pyramid’</a:t>
            </a:r>
            <a:endParaRPr dirty="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Large business tend to target the middle class and upper middle class</a:t>
            </a:r>
            <a:endParaRPr dirty="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However there is a huge market at the bottom of the pyramid of society</a:t>
            </a:r>
            <a:endParaRPr dirty="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They need products but can not afford high price</a:t>
            </a:r>
            <a:endParaRPr dirty="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If the products are priced right, there is a big opportunity</a:t>
            </a:r>
            <a:endParaRPr dirty="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Examples: </a:t>
            </a:r>
            <a:endParaRPr dirty="0"/>
          </a:p>
          <a:p>
            <a:pPr lvl="1"/>
            <a:r>
              <a:rPr lang="en-IN" dirty="0"/>
              <a:t>Shampoo sachet for Re.1</a:t>
            </a:r>
            <a:endParaRPr lang="en-IN" sz="1400" dirty="0"/>
          </a:p>
          <a:p>
            <a:pPr lvl="1"/>
            <a:r>
              <a:rPr lang="en-IN" dirty="0"/>
              <a:t>Micro credits to rural people to buy a sewing machine, a cow to start milk business, etc. It was observed that default by rural people is significantly less compared to urban people because of the fear of ostracism</a:t>
            </a:r>
            <a:endParaRPr sz="1400" dirty="0"/>
          </a:p>
          <a:p>
            <a:pPr lvl="1"/>
            <a:r>
              <a:rPr lang="en-IN" dirty="0"/>
              <a:t>Jio, </a:t>
            </a:r>
            <a:r>
              <a:rPr lang="en-IN" dirty="0" err="1"/>
              <a:t>Nirma</a:t>
            </a:r>
            <a:r>
              <a:rPr lang="en-IN" dirty="0"/>
              <a:t> are other examples of targeting the bottom of the pyramid</a:t>
            </a:r>
            <a:endParaRPr dirty="0"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Opportunities are in plenty at the bottom of the Pyramid</a:t>
            </a:r>
            <a:endParaRPr/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2137" y="5265816"/>
            <a:ext cx="1037465" cy="1539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285" y="5256065"/>
            <a:ext cx="1148542" cy="153928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7201F5-A71B-EBD6-946F-0F9B246FA6ED}"/>
                  </a:ext>
                </a:extLst>
              </p14:cNvPr>
              <p14:cNvContentPartPr/>
              <p14:nvPr/>
            </p14:nvContentPartPr>
            <p14:xfrm>
              <a:off x="1800000" y="4397760"/>
              <a:ext cx="224640" cy="199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7201F5-A71B-EBD6-946F-0F9B246FA6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3800" y="4381560"/>
                <a:ext cx="257040" cy="23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DA4A6-DF18-5E83-001D-3BEA4588F8E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Maslow’s Hierarchy of Needs </a:t>
            </a:r>
            <a:r>
              <a:rPr lang="en-US" b="0" dirty="0"/>
              <a:t>(Bonus content)</a:t>
            </a:r>
            <a:endParaRPr lang="en-US" dirty="0"/>
          </a:p>
        </p:txBody>
      </p:sp>
      <p:pic>
        <p:nvPicPr>
          <p:cNvPr id="1026" name="Picture 2" descr="Maslow's Hierarchy of Needs">
            <a:extLst>
              <a:ext uri="{FF2B5EF4-FFF2-40B4-BE49-F238E27FC236}">
                <a16:creationId xmlns:a16="http://schemas.microsoft.com/office/drawing/2014/main" id="{B7C3D321-71E9-BA94-1A72-B452654C1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097" y="1355315"/>
            <a:ext cx="4803006" cy="4803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F8BAD86-7185-246A-EB06-4FDB9FA88BFC}"/>
                  </a:ext>
                </a:extLst>
              </p14:cNvPr>
              <p14:cNvContentPartPr/>
              <p14:nvPr/>
            </p14:nvContentPartPr>
            <p14:xfrm>
              <a:off x="498960" y="1443960"/>
              <a:ext cx="8434440" cy="4840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F8BAD86-7185-246A-EB06-4FDB9FA88B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2760" y="1427760"/>
                <a:ext cx="8466840" cy="487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6853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Grameen Bank: Mohammad Yunus helped poor to stand on their own legs through micro-businesses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Aravind Eye Hospitals: Free eye surgery for poor, funded by rich patients, developing low cost intraocular lenses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Narayana Hrudalaya: Dr Devi Shetty offeres low-priced heart surgeries by employing efficient operation procedures, low cost insurance schemes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Selco: Dr. Harish Hande developed solar lamps to helps silk farmers harvest mulberry leaves which needs to be done during cooler hours – late evening or early morining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Rivigo: Helped truck drivers lead a stigma free life through relay based truck logistics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Apna: Developed an app for finding blue collar jobs such as delivery boys</a:t>
            </a:r>
            <a:endParaRPr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 sz="2800"/>
              <a:t>Desire to do social good can find new opportunities </a:t>
            </a:r>
            <a:endParaRPr/>
          </a:p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 sz="2800"/>
              <a:t>(Social entrepreneurship)</a:t>
            </a:r>
            <a:endParaRPr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Sources of Innovation: Peter Drucker</a:t>
            </a:r>
            <a:endParaRPr/>
          </a:p>
        </p:txBody>
      </p:sp>
      <p:pic>
        <p:nvPicPr>
          <p:cNvPr id="128" name="Google Shape;12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4249" y="2012776"/>
            <a:ext cx="209550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3575573" y="4561295"/>
            <a:ext cx="199285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Father of management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Social scientist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A8FFE-5155-4933-BCBD-69538094E793}"/>
              </a:ext>
            </a:extLst>
          </p:cNvPr>
          <p:cNvSpPr txBox="1"/>
          <p:nvPr/>
        </p:nvSpPr>
        <p:spPr>
          <a:xfrm>
            <a:off x="2286000" y="550306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https://hbr.org/2002/08/the-discipline-of-innovation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IN"/>
              <a:t>Drucker argues that most innovative business ideas come from methodically analyzing seven areas of opportunity </a:t>
            </a:r>
            <a:endParaRPr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Some of which lie within particular companies or industries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Some of which lie in broader social or demographic trends. </a:t>
            </a:r>
            <a:endParaRPr/>
          </a:p>
          <a:p>
            <a:pPr marL="228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228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IN"/>
              <a:t>Astute managers will ensure that their organizations maintain a clear focus on all seven</a:t>
            </a:r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Sources of Innovation: Peter Drucker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Unexpected occurrence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Incongruities (incompatibilities)</a:t>
            </a:r>
            <a:endParaRPr sz="180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Process needs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Industry &amp; market changes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Demographic changes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Change in perception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New knowledge</a:t>
            </a:r>
            <a:endParaRPr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Sources of innovation: Peter Drucker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Unexpected occurrence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IBM developed accounting machines in 1930s. Banks did not have money to buy. But libraries had money and they bought 100 machines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80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Ford Edsel was very carefully designed. But people bought cars for lifestyle. This resulted in newer models like Mustang</a:t>
            </a:r>
            <a:endParaRPr sz="1800"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Sources of innovation: Peter Drucker</a:t>
            </a:r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835" y="4103213"/>
            <a:ext cx="26670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2095" y="3993675"/>
            <a:ext cx="2847975" cy="16002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537D85-BFFB-6161-DB2A-AA08496EDFA6}"/>
                  </a:ext>
                </a:extLst>
              </p14:cNvPr>
              <p14:cNvContentPartPr/>
              <p14:nvPr/>
            </p14:nvContentPartPr>
            <p14:xfrm>
              <a:off x="636840" y="3795840"/>
              <a:ext cx="7317000" cy="1960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537D85-BFFB-6161-DB2A-AA08496EDF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0640" y="3779640"/>
                <a:ext cx="7349400" cy="199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Incongruities (incompatibilities)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 dirty="0"/>
              <a:t>Cataract operation: Cutting eye ligament is difficult. Instead used enzyme to dissolve ligament</a:t>
            </a:r>
            <a:endParaRPr dirty="0"/>
          </a:p>
          <a:p>
            <a:pPr marL="914400" lvl="1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800" dirty="0"/>
          </a:p>
          <a:p>
            <a:pPr marL="914400" lvl="1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800" dirty="0"/>
          </a:p>
          <a:p>
            <a:pPr marL="914400" lvl="1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800" dirty="0"/>
          </a:p>
          <a:p>
            <a:pPr marL="914400" lvl="1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800" dirty="0"/>
          </a:p>
          <a:p>
            <a:pPr marL="914400" lvl="1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800" dirty="0"/>
          </a:p>
          <a:p>
            <a:pPr marL="914400" lvl="1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800" dirty="0"/>
          </a:p>
          <a:p>
            <a:pPr marL="584200" lvl="1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800" dirty="0"/>
          </a:p>
        </p:txBody>
      </p:sp>
      <p:sp>
        <p:nvSpPr>
          <p:cNvPr id="155" name="Google Shape;155;p2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Sources of innovation: Peter Drucker</a:t>
            </a:r>
            <a:endParaRPr/>
          </a:p>
        </p:txBody>
      </p:sp>
      <p:pic>
        <p:nvPicPr>
          <p:cNvPr id="156" name="Google Shape;156;p21" descr="Types of Knee Ligaments | Stanford Health Ca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7" y="2876835"/>
            <a:ext cx="2859564" cy="334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 descr="Anatomy - Ocular Manifestations Of Systemic Diseas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0479" y="3079249"/>
            <a:ext cx="3917842" cy="3138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sz="2000"/>
              <a:t>Incongruities (incompatibilities)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80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Shipping industry trying to improve speed and fuel efficiency. But problem was time wasted at ports to load &amp; unload. Adopted containers used in railroad and trucks</a:t>
            </a:r>
            <a:endParaRPr sz="1800"/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Sources of innovation: Peter Drucker</a:t>
            </a:r>
            <a:endParaRPr/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50" y="3713488"/>
            <a:ext cx="3552683" cy="2001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7294" y="3713488"/>
            <a:ext cx="3018674" cy="2001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Process needs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Newspapers needed a faster way to print. This resulted in Linotype machine</a:t>
            </a:r>
            <a:endParaRPr sz="180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Those days newspapers did not make much money. So they invented advertisements and kept the cost to customer low</a:t>
            </a:r>
            <a:endParaRPr sz="1800"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Industry &amp; market changes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Retail industry changes: E-Commerce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/>
              <a:t>Banking changes: Payment banks</a:t>
            </a:r>
            <a:endParaRPr sz="1800"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Sources of innovation: Peter Drucker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Demographic changes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 dirty="0"/>
              <a:t>1970s saw baby bust and education explosion. This led to shortage of workers. Japan created Robots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 dirty="0"/>
              <a:t>Affluent educated young people wanted a different kind of holiday. This led to resort business</a:t>
            </a:r>
            <a:endParaRPr dirty="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Change in perception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 dirty="0"/>
              <a:t>In spite of fall in mortality rates, Americans were concerned about cancer, heart disease, etc. This led to health mags, gym, healthy foods</a:t>
            </a:r>
            <a:endParaRPr dirty="0"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 dirty="0"/>
              <a:t>New knowledge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 dirty="0"/>
              <a:t>Computers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sz="1800" dirty="0"/>
              <a:t>Etc.</a:t>
            </a:r>
            <a:endParaRPr sz="1800" dirty="0"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177" name="Google Shape;177;p2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Sources of innovation…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Go out, look, ask, listen, because innovation is conceptual &amp; perceptual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Keep innovation simple and focused. Else people get confused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Start small: Example putting the same number of match sticks into a matchbox (it used to be 50), gave Swedes a world monopoly for half a century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Aim at leadership from the beginning, else it is unlikely to be innovative enough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Innovation requires knowledge, ingenuity, and, above all else, focus. Edison worked in electric field only. Citibank did not venture into health care</a:t>
            </a:r>
            <a:endParaRPr/>
          </a:p>
          <a:p>
            <a:pPr marL="514350" marR="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</a:pPr>
            <a:r>
              <a:rPr lang="en-IN"/>
              <a:t>If diligence (careful), persistence, and commitment are lacking, talent, ingenuity, and knowledge are of no avail. Like in any other endeavour</a:t>
            </a:r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Principles of Innovation – Peter Drucker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Annual Idea generation by Bill Gates</a:t>
            </a:r>
            <a:endParaRPr sz="160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/>
              <a:t>2 weeks shut out from world</a:t>
            </a:r>
            <a:endParaRPr sz="140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/>
              <a:t>Go through ideas submitted by employees</a:t>
            </a:r>
            <a:endParaRPr sz="1400"/>
          </a:p>
          <a:p>
            <a:pPr marL="514350" lvl="0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Hack days (Inspired)</a:t>
            </a:r>
            <a:endParaRPr sz="1600"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i="1"/>
              <a:t>Hack days – directed and undirected. 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IN" i="1"/>
              <a:t>Eg of directed hack day with a theme – reduce customer churn, increase life time value (Inspired)</a:t>
            </a:r>
            <a:endParaRPr/>
          </a:p>
          <a:p>
            <a:pPr marL="514350" marR="0" lvl="0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Identify opportunities…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/>
              <a:t>Ideation techniques (Cooper &amp; Edgett)</a:t>
            </a:r>
            <a:endParaRPr/>
          </a:p>
        </p:txBody>
      </p:sp>
      <p:pic>
        <p:nvPicPr>
          <p:cNvPr id="195" name="Google Shape;19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31" y="1446662"/>
            <a:ext cx="6264320" cy="5349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IN" dirty="0"/>
              <a:t>The Kano Model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3E06FB-F138-1B3A-E563-7FFA3CFFAA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27" r="19191"/>
          <a:stretch/>
        </p:blipFill>
        <p:spPr>
          <a:xfrm>
            <a:off x="548639" y="1446965"/>
            <a:ext cx="1896177" cy="19504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10253F-62DF-CA4B-F128-199F0C63F668}"/>
              </a:ext>
            </a:extLst>
          </p:cNvPr>
          <p:cNvSpPr txBox="1"/>
          <p:nvPr/>
        </p:nvSpPr>
        <p:spPr>
          <a:xfrm>
            <a:off x="2338939" y="6247565"/>
            <a:ext cx="458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Source: </a:t>
            </a:r>
            <a:r>
              <a:rPr lang="en-US" dirty="0">
                <a:hlinkClick r:id="rId4"/>
              </a:rPr>
              <a:t>www.medium.com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438E9D-D50D-5222-BB61-E5EEF5CDE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8940" y="2184935"/>
            <a:ext cx="5770034" cy="3367495"/>
          </a:xfrm>
          <a:prstGeom prst="rect">
            <a:avLst/>
          </a:prstGeom>
        </p:spPr>
      </p:pic>
      <p:pic>
        <p:nvPicPr>
          <p:cNvPr id="2056" name="Picture 8" descr="Kano model, product design and startups: a powerful ...">
            <a:extLst>
              <a:ext uri="{FF2B5EF4-FFF2-40B4-BE49-F238E27FC236}">
                <a16:creationId xmlns:a16="http://schemas.microsoft.com/office/drawing/2014/main" id="{92461ED2-5E01-89CF-F6DA-03A68B836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19" y="1468382"/>
            <a:ext cx="5324475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7CF8B-00C9-EBEA-F016-D5FA9AF496C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Getting the product strategy right!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18F55A-F348-34E3-0DBF-2D7631B87BEC}"/>
              </a:ext>
            </a:extLst>
          </p:cNvPr>
          <p:cNvGrpSpPr/>
          <p:nvPr/>
        </p:nvGrpSpPr>
        <p:grpSpPr>
          <a:xfrm>
            <a:off x="2733574" y="2057400"/>
            <a:ext cx="3676851" cy="3211416"/>
            <a:chOff x="2733574" y="2057400"/>
            <a:chExt cx="3676851" cy="3211416"/>
          </a:xfrm>
        </p:grpSpPr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9BA3AD6-605C-A013-7F71-62AF81C4AE2F}"/>
                </a:ext>
              </a:extLst>
            </p:cNvPr>
            <p:cNvSpPr/>
            <p:nvPr/>
          </p:nvSpPr>
          <p:spPr>
            <a:xfrm>
              <a:off x="2733574" y="2057400"/>
              <a:ext cx="3676851" cy="2743200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3C88FF-D828-D3C3-9E23-963E9646F691}"/>
                </a:ext>
              </a:extLst>
            </p:cNvPr>
            <p:cNvSpPr txBox="1"/>
            <p:nvPr/>
          </p:nvSpPr>
          <p:spPr>
            <a:xfrm rot="18315134">
              <a:off x="2556912" y="3070476"/>
              <a:ext cx="15978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Viable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382028-F46C-3BF7-C5EA-7881A7B0AD5D}"/>
                </a:ext>
              </a:extLst>
            </p:cNvPr>
            <p:cNvSpPr txBox="1"/>
            <p:nvPr/>
          </p:nvSpPr>
          <p:spPr>
            <a:xfrm rot="3250066">
              <a:off x="4971250" y="3024543"/>
              <a:ext cx="15978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Feasible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B73B514-4E96-AFD0-D896-628E383D3787}"/>
                </a:ext>
              </a:extLst>
            </p:cNvPr>
            <p:cNvSpPr txBox="1"/>
            <p:nvPr/>
          </p:nvSpPr>
          <p:spPr>
            <a:xfrm>
              <a:off x="3773094" y="4807151"/>
              <a:ext cx="15978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solidFill>
                    <a:schemeClr val="accent1">
                      <a:lumMod val="50000"/>
                    </a:schemeClr>
                  </a:solidFill>
                </a:rPr>
                <a:t>Desirable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725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7CF8B-00C9-EBEA-F016-D5FA9AF496C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Getting the product strategy right!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0418DA-DBCB-B17F-E082-5C566B763DCC}"/>
              </a:ext>
            </a:extLst>
          </p:cNvPr>
          <p:cNvCxnSpPr/>
          <p:nvPr/>
        </p:nvCxnSpPr>
        <p:spPr>
          <a:xfrm>
            <a:off x="4360244" y="2387065"/>
            <a:ext cx="0" cy="3195588"/>
          </a:xfrm>
          <a:prstGeom prst="line">
            <a:avLst/>
          </a:prstGeom>
          <a:ln w="508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05B6DB-C999-C787-481C-B19CD11F8FF7}"/>
              </a:ext>
            </a:extLst>
          </p:cNvPr>
          <p:cNvCxnSpPr>
            <a:cxnSpLocks/>
          </p:cNvCxnSpPr>
          <p:nvPr/>
        </p:nvCxnSpPr>
        <p:spPr>
          <a:xfrm>
            <a:off x="2517808" y="3973630"/>
            <a:ext cx="3684871" cy="0"/>
          </a:xfrm>
          <a:prstGeom prst="line">
            <a:avLst/>
          </a:prstGeom>
          <a:ln w="508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184147-10A6-2222-3F58-336CD0AC34CB}"/>
              </a:ext>
            </a:extLst>
          </p:cNvPr>
          <p:cNvSpPr txBox="1"/>
          <p:nvPr/>
        </p:nvSpPr>
        <p:spPr>
          <a:xfrm>
            <a:off x="3782728" y="2040556"/>
            <a:ext cx="114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Big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E2289E-F0AC-44A9-6A5C-C52CB91C4D54}"/>
              </a:ext>
            </a:extLst>
          </p:cNvPr>
          <p:cNvSpPr txBox="1"/>
          <p:nvPr/>
        </p:nvSpPr>
        <p:spPr>
          <a:xfrm>
            <a:off x="1500341" y="3788964"/>
            <a:ext cx="114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Rare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8B949A-D638-7C5A-A02E-BBC129799815}"/>
              </a:ext>
            </a:extLst>
          </p:cNvPr>
          <p:cNvSpPr txBox="1"/>
          <p:nvPr/>
        </p:nvSpPr>
        <p:spPr>
          <a:xfrm>
            <a:off x="6074741" y="3800193"/>
            <a:ext cx="143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Frequent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41AD29-3C90-DEDD-F8F1-C9887507248F}"/>
              </a:ext>
            </a:extLst>
          </p:cNvPr>
          <p:cNvSpPr txBox="1"/>
          <p:nvPr/>
        </p:nvSpPr>
        <p:spPr>
          <a:xfrm>
            <a:off x="3782728" y="5537373"/>
            <a:ext cx="114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Small</a:t>
            </a:r>
          </a:p>
        </p:txBody>
      </p:sp>
    </p:spTree>
    <p:extLst>
      <p:ext uri="{BB962C8B-B14F-4D97-AF65-F5344CB8AC3E}">
        <p14:creationId xmlns:p14="http://schemas.microsoft.com/office/powerpoint/2010/main" val="2732733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7CF8B-00C9-EBEA-F016-D5FA9AF496C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Getting the product strategy right!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0418DA-DBCB-B17F-E082-5C566B763DCC}"/>
              </a:ext>
            </a:extLst>
          </p:cNvPr>
          <p:cNvCxnSpPr/>
          <p:nvPr/>
        </p:nvCxnSpPr>
        <p:spPr>
          <a:xfrm>
            <a:off x="4360244" y="2387065"/>
            <a:ext cx="0" cy="3195588"/>
          </a:xfrm>
          <a:prstGeom prst="line">
            <a:avLst/>
          </a:prstGeom>
          <a:ln w="508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05B6DB-C999-C787-481C-B19CD11F8FF7}"/>
              </a:ext>
            </a:extLst>
          </p:cNvPr>
          <p:cNvCxnSpPr>
            <a:cxnSpLocks/>
          </p:cNvCxnSpPr>
          <p:nvPr/>
        </p:nvCxnSpPr>
        <p:spPr>
          <a:xfrm>
            <a:off x="2517808" y="3973630"/>
            <a:ext cx="3684871" cy="0"/>
          </a:xfrm>
          <a:prstGeom prst="line">
            <a:avLst/>
          </a:prstGeom>
          <a:ln w="508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184147-10A6-2222-3F58-336CD0AC34CB}"/>
              </a:ext>
            </a:extLst>
          </p:cNvPr>
          <p:cNvSpPr txBox="1"/>
          <p:nvPr/>
        </p:nvSpPr>
        <p:spPr>
          <a:xfrm>
            <a:off x="3590222" y="2008109"/>
            <a:ext cx="153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High Price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E2289E-F0AC-44A9-6A5C-C52CB91C4D54}"/>
              </a:ext>
            </a:extLst>
          </p:cNvPr>
          <p:cNvSpPr txBox="1"/>
          <p:nvPr/>
        </p:nvSpPr>
        <p:spPr>
          <a:xfrm>
            <a:off x="1126157" y="3788964"/>
            <a:ext cx="1519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Low Touch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8B949A-D638-7C5A-A02E-BBC129799815}"/>
              </a:ext>
            </a:extLst>
          </p:cNvPr>
          <p:cNvSpPr txBox="1"/>
          <p:nvPr/>
        </p:nvSpPr>
        <p:spPr>
          <a:xfrm>
            <a:off x="6074741" y="3800193"/>
            <a:ext cx="170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High Touch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41AD29-3C90-DEDD-F8F1-C9887507248F}"/>
              </a:ext>
            </a:extLst>
          </p:cNvPr>
          <p:cNvSpPr txBox="1"/>
          <p:nvPr/>
        </p:nvSpPr>
        <p:spPr>
          <a:xfrm>
            <a:off x="3467100" y="5543793"/>
            <a:ext cx="1771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Low Price</a:t>
            </a:r>
          </a:p>
        </p:txBody>
      </p:sp>
    </p:spTree>
    <p:extLst>
      <p:ext uri="{BB962C8B-B14F-4D97-AF65-F5344CB8AC3E}">
        <p14:creationId xmlns:p14="http://schemas.microsoft.com/office/powerpoint/2010/main" val="114797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AC382-32B0-12D3-0D14-41EB630D34B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Exercise 3a: Product Strategy Grid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19E3A88E-72C2-942B-AEE6-832C68714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496769"/>
              </p:ext>
            </p:extLst>
          </p:nvPr>
        </p:nvGraphicFramePr>
        <p:xfrm>
          <a:off x="435142" y="1434164"/>
          <a:ext cx="8273716" cy="49666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7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6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4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609">
                <a:tc>
                  <a:txBody>
                    <a:bodyPr/>
                    <a:lstStyle/>
                    <a:p>
                      <a:pPr marL="75882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b="1" spc="9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Customer</a:t>
                      </a:r>
                      <a:r>
                        <a:rPr sz="1200" b="1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b="1" spc="1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Beneﬁt</a:t>
                      </a: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1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Taxis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9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Car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0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Services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0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Uber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85">
                <a:tc gridSpan="4"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140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Must</a:t>
                      </a:r>
                      <a:r>
                        <a:rPr sz="1200" spc="-25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0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Haves</a:t>
                      </a:r>
                      <a:endParaRPr sz="1200" dirty="0">
                        <a:solidFill>
                          <a:schemeClr val="bg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419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14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Take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9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me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4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where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8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I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5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want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4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go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Y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6AA7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Y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6AA7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Y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6AA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390">
                <a:tc gridSpan="4"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140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Performance</a:t>
                      </a:r>
                      <a:r>
                        <a:rPr sz="1200" spc="-25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50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beneﬁts</a:t>
                      </a:r>
                      <a:endParaRPr sz="1200" dirty="0">
                        <a:solidFill>
                          <a:schemeClr val="bg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4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0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Let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9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me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0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quickly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3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get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4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ride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(faster)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67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2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Med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E690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9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Low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DF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2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High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6AA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39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9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Save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9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me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5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money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3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(cheaper)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674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12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Med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E690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9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Low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DF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12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Med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E69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4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7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Give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9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me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4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14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nice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experience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(nicer)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245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9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Low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DF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2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High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6AA7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2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Med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E69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39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1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Make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9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me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9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feel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safe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(safer)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24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9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Low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DF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12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High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6AA7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125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High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6AA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415">
                <a:tc gridSpan="4"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14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Delighters</a:t>
                      </a:r>
                      <a:endParaRPr sz="1200" dirty="0">
                        <a:solidFill>
                          <a:schemeClr val="bg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39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8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I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4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can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book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4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without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3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having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4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8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call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N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E690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N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E690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Y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6AA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4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8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I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4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can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see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4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where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5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car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00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is</a:t>
                      </a: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N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E690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N</a:t>
                      </a: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E690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+mj-lt"/>
                          <a:cs typeface="Times New Roman"/>
                        </a:rPr>
                        <a:t>Y</a:t>
                      </a: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6AA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834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AC382-32B0-12D3-0D14-41EB630D34B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Exercise 3b: Evaluate your product’s problem space</a:t>
            </a: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4B618BE2-945E-198D-B048-19DA65114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596526"/>
              </p:ext>
            </p:extLst>
          </p:nvPr>
        </p:nvGraphicFramePr>
        <p:xfrm>
          <a:off x="381000" y="2263942"/>
          <a:ext cx="7921858" cy="6922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0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15">
                <a:tc>
                  <a:txBody>
                    <a:bodyPr/>
                    <a:lstStyle/>
                    <a:p>
                      <a:pPr marL="1322705" marR="0" algn="l" rtl="0">
                        <a:lnSpc>
                          <a:spcPct val="10000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200" b="0" i="0" u="none" strike="noStrike" cap="none" spc="9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Big + Frequent</a:t>
                      </a:r>
                    </a:p>
                  </a:txBody>
                  <a:tcPr marL="0" marR="0" marT="108585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114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Small +</a:t>
                      </a:r>
                      <a:r>
                        <a:rPr sz="1200" spc="-160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35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Frequent</a:t>
                      </a:r>
                      <a:endParaRPr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85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200" b="0" i="0" u="none" strike="noStrike" cap="none" spc="70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Big + Rare</a:t>
                      </a:r>
                    </a:p>
                  </a:txBody>
                  <a:tcPr marL="0" marR="0" marT="74930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14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Small +</a:t>
                      </a:r>
                      <a:r>
                        <a:rPr sz="1200" spc="-160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10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Rare</a:t>
                      </a:r>
                      <a:endParaRPr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B166471B-7C81-726D-201F-F77024774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791478"/>
              </p:ext>
            </p:extLst>
          </p:nvPr>
        </p:nvGraphicFramePr>
        <p:xfrm>
          <a:off x="381000" y="3605062"/>
          <a:ext cx="8021856" cy="7936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0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370">
                <a:tc>
                  <a:txBody>
                    <a:bodyPr/>
                    <a:lstStyle/>
                    <a:p>
                      <a:pPr marL="129603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125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05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14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95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30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Touch</a:t>
                      </a:r>
                      <a:endParaRPr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125" dirty="0">
                          <a:solidFill>
                            <a:srgbClr val="66666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sz="1200" spc="-25" dirty="0">
                          <a:solidFill>
                            <a:srgbClr val="66666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05" dirty="0">
                          <a:solidFill>
                            <a:srgbClr val="66666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  <a:r>
                        <a:rPr sz="1200" spc="-20" dirty="0">
                          <a:solidFill>
                            <a:srgbClr val="66666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14" dirty="0">
                          <a:solidFill>
                            <a:srgbClr val="66666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sz="1200" spc="-20" dirty="0">
                          <a:solidFill>
                            <a:srgbClr val="66666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25" dirty="0">
                          <a:solidFill>
                            <a:srgbClr val="66666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sz="1200" spc="-25" dirty="0">
                          <a:solidFill>
                            <a:srgbClr val="66666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30" dirty="0">
                          <a:solidFill>
                            <a:srgbClr val="66666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Touch</a:t>
                      </a:r>
                      <a:endParaRPr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13">
                <a:tc>
                  <a:txBody>
                    <a:bodyPr/>
                    <a:lstStyle/>
                    <a:p>
                      <a:pPr marL="13227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9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0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14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9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3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Touch</a:t>
                      </a:r>
                      <a:endParaRPr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95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05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14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sz="1200" spc="-20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25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sz="1200" spc="-25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30" dirty="0">
                          <a:solidFill>
                            <a:srgbClr val="80808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Touch</a:t>
                      </a:r>
                      <a:endParaRPr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>
            <a:extLst>
              <a:ext uri="{FF2B5EF4-FFF2-40B4-BE49-F238E27FC236}">
                <a16:creationId xmlns:a16="http://schemas.microsoft.com/office/drawing/2014/main" id="{511361A3-A290-99E9-B7BA-8A3C7379CF78}"/>
              </a:ext>
            </a:extLst>
          </p:cNvPr>
          <p:cNvSpPr txBox="1"/>
          <p:nvPr/>
        </p:nvSpPr>
        <p:spPr>
          <a:xfrm>
            <a:off x="381000" y="1796496"/>
            <a:ext cx="31540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 indent="-138430">
              <a:lnSpc>
                <a:spcPct val="100000"/>
              </a:lnSpc>
              <a:buAutoNum type="romanUcPeriod"/>
              <a:tabLst>
                <a:tab pos="151130" algn="l"/>
              </a:tabLst>
            </a:pPr>
            <a:r>
              <a:rPr sz="1200" b="1" spc="13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sz="1200" b="1" spc="-2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9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  <a:r>
              <a:rPr sz="1200" b="1" spc="-2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11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sz="1200" b="1" spc="-2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12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Frequency</a:t>
            </a:r>
            <a:endParaRPr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13526362-20FC-3417-3008-1B2791A8E6DD}"/>
              </a:ext>
            </a:extLst>
          </p:cNvPr>
          <p:cNvSpPr txBox="1"/>
          <p:nvPr/>
        </p:nvSpPr>
        <p:spPr>
          <a:xfrm>
            <a:off x="381000" y="3324860"/>
            <a:ext cx="11722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II.</a:t>
            </a:r>
            <a:r>
              <a:rPr sz="1200" b="1" spc="-4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10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Price</a:t>
            </a:r>
            <a:r>
              <a:rPr sz="1200" b="1" spc="-4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11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sz="1200" b="1" spc="-4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10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</a:t>
            </a:r>
            <a:endParaRPr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142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AC382-32B0-12D3-0D14-41EB630D34B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Exercise 3a: Product Strategy Grid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19E3A88E-72C2-942B-AEE6-832C68714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010139"/>
              </p:ext>
            </p:extLst>
          </p:nvPr>
        </p:nvGraphicFramePr>
        <p:xfrm>
          <a:off x="435142" y="1434164"/>
          <a:ext cx="8273716" cy="49666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7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6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4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609">
                <a:tc>
                  <a:txBody>
                    <a:bodyPr/>
                    <a:lstStyle/>
                    <a:p>
                      <a:pPr marL="75882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b="1" spc="9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Customer</a:t>
                      </a:r>
                      <a:r>
                        <a:rPr sz="1200" b="1" spc="-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b="1" spc="125" dirty="0">
                          <a:solidFill>
                            <a:srgbClr val="808080"/>
                          </a:solidFill>
                          <a:latin typeface="+mj-lt"/>
                          <a:cs typeface="Times New Roman"/>
                        </a:rPr>
                        <a:t>Beneﬁt</a:t>
                      </a: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85">
                <a:tc gridSpan="4"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140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Must</a:t>
                      </a:r>
                      <a:r>
                        <a:rPr sz="1200" spc="-25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20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Haves</a:t>
                      </a:r>
                      <a:endParaRPr sz="1200" dirty="0">
                        <a:solidFill>
                          <a:schemeClr val="bg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419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390">
                <a:tc gridSpan="4"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140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Performance</a:t>
                      </a:r>
                      <a:r>
                        <a:rPr sz="1200" spc="-25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200" spc="150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beneﬁts</a:t>
                      </a:r>
                      <a:endParaRPr sz="1200" dirty="0">
                        <a:solidFill>
                          <a:schemeClr val="bg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4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867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39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8674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4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9245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39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924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415">
                <a:tc gridSpan="4"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14" dirty="0">
                          <a:solidFill>
                            <a:schemeClr val="bg1"/>
                          </a:solidFill>
                          <a:latin typeface="+mj-lt"/>
                          <a:cs typeface="Times New Roman"/>
                        </a:rPr>
                        <a:t>Delighters</a:t>
                      </a:r>
                      <a:endParaRPr sz="1200" dirty="0">
                        <a:solidFill>
                          <a:schemeClr val="bg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39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4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 dirty="0">
                        <a:latin typeface="+mj-lt"/>
                        <a:cs typeface="Times New Roman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003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AC382-32B0-12D3-0D14-41EB630D34B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Exercise 3b: Evaluate your product’s problem space</a:t>
            </a: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4B618BE2-945E-198D-B048-19DA65114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811119"/>
              </p:ext>
            </p:extLst>
          </p:nvPr>
        </p:nvGraphicFramePr>
        <p:xfrm>
          <a:off x="381000" y="2263942"/>
          <a:ext cx="7921858" cy="6922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0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15">
                <a:tc>
                  <a:txBody>
                    <a:bodyPr/>
                    <a:lstStyle/>
                    <a:p>
                      <a:pPr marL="1322705" marR="0" algn="l" rtl="0">
                        <a:lnSpc>
                          <a:spcPct val="10000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200" b="0" i="0" u="none" strike="noStrike" cap="none" spc="9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Big + Frequent</a:t>
                      </a:r>
                    </a:p>
                  </a:txBody>
                  <a:tcPr marL="0" marR="0" marT="108585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114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Small +</a:t>
                      </a:r>
                      <a:r>
                        <a:rPr sz="1200" spc="-16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3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Frequent</a:t>
                      </a:r>
                      <a:endParaRPr sz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85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200" b="0" i="0" u="none" strike="noStrike" cap="none" spc="7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Big + Rare</a:t>
                      </a:r>
                    </a:p>
                  </a:txBody>
                  <a:tcPr marL="0" marR="0" marT="74930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114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Small +</a:t>
                      </a:r>
                      <a:r>
                        <a:rPr sz="1200" spc="-16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1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Rare</a:t>
                      </a:r>
                      <a:endParaRPr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B166471B-7C81-726D-201F-F77024774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130313"/>
              </p:ext>
            </p:extLst>
          </p:nvPr>
        </p:nvGraphicFramePr>
        <p:xfrm>
          <a:off x="381000" y="3605062"/>
          <a:ext cx="8021856" cy="7936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0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370">
                <a:tc>
                  <a:txBody>
                    <a:bodyPr/>
                    <a:lstStyle/>
                    <a:p>
                      <a:pPr marL="129603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1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sz="1200" spc="-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0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  <a:r>
                        <a:rPr sz="1200" spc="-2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14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sz="1200" spc="-2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9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r>
                        <a:rPr sz="1200" spc="-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3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Touch</a:t>
                      </a:r>
                      <a:endParaRPr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1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sz="1200" spc="-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0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  <a:r>
                        <a:rPr sz="1200" spc="-2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14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sz="1200" spc="-2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sz="1200" spc="-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3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Touch</a:t>
                      </a:r>
                      <a:endParaRPr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08585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13">
                <a:tc>
                  <a:txBody>
                    <a:bodyPr/>
                    <a:lstStyle/>
                    <a:p>
                      <a:pPr marL="13227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9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r>
                        <a:rPr sz="1200" spc="-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0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  <a:r>
                        <a:rPr sz="1200" spc="-2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14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sz="1200" spc="-2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9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r>
                        <a:rPr sz="1200" spc="-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3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Touch</a:t>
                      </a:r>
                      <a:endParaRPr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9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r>
                        <a:rPr sz="1200" spc="-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0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  <a:r>
                        <a:rPr sz="1200" spc="-2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14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sz="1200" spc="-2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r>
                        <a:rPr sz="1200" spc="-25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13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Touch</a:t>
                      </a:r>
                      <a:endParaRPr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B6B6B6"/>
                      </a:solidFill>
                      <a:prstDash val="solid"/>
                    </a:lnL>
                    <a:lnR w="12700">
                      <a:solidFill>
                        <a:srgbClr val="B6B6B6"/>
                      </a:solidFill>
                      <a:prstDash val="solid"/>
                    </a:lnR>
                    <a:lnT w="12700">
                      <a:solidFill>
                        <a:srgbClr val="B6B6B6"/>
                      </a:solidFill>
                      <a:prstDash val="solid"/>
                    </a:lnT>
                    <a:lnB w="1270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>
            <a:extLst>
              <a:ext uri="{FF2B5EF4-FFF2-40B4-BE49-F238E27FC236}">
                <a16:creationId xmlns:a16="http://schemas.microsoft.com/office/drawing/2014/main" id="{511361A3-A290-99E9-B7BA-8A3C7379CF78}"/>
              </a:ext>
            </a:extLst>
          </p:cNvPr>
          <p:cNvSpPr txBox="1"/>
          <p:nvPr/>
        </p:nvSpPr>
        <p:spPr>
          <a:xfrm>
            <a:off x="381000" y="1796496"/>
            <a:ext cx="31540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 indent="-138430">
              <a:lnSpc>
                <a:spcPct val="100000"/>
              </a:lnSpc>
              <a:buAutoNum type="romanUcPeriod"/>
              <a:tabLst>
                <a:tab pos="151130" algn="l"/>
              </a:tabLst>
            </a:pPr>
            <a:r>
              <a:rPr sz="1200" b="1" spc="13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sz="1200" b="1" spc="-2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9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  <a:r>
              <a:rPr sz="1200" b="1" spc="-2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11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sz="1200" b="1" spc="-2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12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Frequency</a:t>
            </a:r>
            <a:endParaRPr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13526362-20FC-3417-3008-1B2791A8E6DD}"/>
              </a:ext>
            </a:extLst>
          </p:cNvPr>
          <p:cNvSpPr txBox="1"/>
          <p:nvPr/>
        </p:nvSpPr>
        <p:spPr>
          <a:xfrm>
            <a:off x="381000" y="3324860"/>
            <a:ext cx="11722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II.</a:t>
            </a:r>
            <a:r>
              <a:rPr sz="1200" b="1" spc="-4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10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Price</a:t>
            </a:r>
            <a:r>
              <a:rPr sz="1200" b="1" spc="-4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11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sz="1200" b="1" spc="-45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b="1" spc="100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</a:t>
            </a:r>
            <a:endParaRPr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75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1384</Words>
  <Application>Microsoft Macintosh PowerPoint</Application>
  <PresentationFormat>On-screen Show (4:3)</PresentationFormat>
  <Paragraphs>220</Paragraphs>
  <Slides>32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2_Office Theme</vt:lpstr>
      <vt:lpstr>4_Office Theme</vt:lpstr>
      <vt:lpstr>Software product management  Product process: Identify opportunity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product management  Product process: Identify opportunity</dc:title>
  <cp:lastModifiedBy>Barman, Joydeep</cp:lastModifiedBy>
  <cp:revision>8</cp:revision>
  <dcterms:modified xsi:type="dcterms:W3CDTF">2025-11-21T19:47:47Z</dcterms:modified>
</cp:coreProperties>
</file>