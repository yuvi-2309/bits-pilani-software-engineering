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notesSlides/notesSlide5.xml" ContentType="application/vnd.openxmlformats-officedocument.presentationml.notesSlide+xml"/>
  <Override PartName="/ppt/ink/ink2.xml" ContentType="application/inkml+xml"/>
  <Override PartName="/ppt/notesSlides/notesSlide6.xml" ContentType="application/vnd.openxmlformats-officedocument.presentationml.notesSlide+xml"/>
  <Override PartName="/ppt/ink/ink3.xml" ContentType="application/inkml+xml"/>
  <Override PartName="/ppt/notesSlides/notesSlide7.xml" ContentType="application/vnd.openxmlformats-officedocument.presentationml.notesSlide+xml"/>
  <Override PartName="/ppt/ink/ink4.xml" ContentType="application/inkml+xml"/>
  <Override PartName="/ppt/notesSlides/notesSlide8.xml" ContentType="application/vnd.openxmlformats-officedocument.presentationml.notesSlide+xml"/>
  <Override PartName="/ppt/ink/ink5.xml" ContentType="application/inkml+xml"/>
  <Override PartName="/ppt/notesSlides/notesSlide9.xml" ContentType="application/vnd.openxmlformats-officedocument.presentationml.notesSlide+xml"/>
  <Override PartName="/ppt/ink/ink6.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7.xml" ContentType="application/inkml+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0" r:id="rId1"/>
    <p:sldMasterId id="2147483651" r:id="rId2"/>
  </p:sldMasterIdLst>
  <p:notesMasterIdLst>
    <p:notesMasterId r:id="rId29"/>
  </p:notesMasterIdLst>
  <p:sldIdLst>
    <p:sldId id="256" r:id="rId3"/>
    <p:sldId id="257" r:id="rId4"/>
    <p:sldId id="258" r:id="rId5"/>
    <p:sldId id="259" r:id="rId6"/>
    <p:sldId id="260" r:id="rId7"/>
    <p:sldId id="261" r:id="rId8"/>
    <p:sldId id="271" r:id="rId9"/>
    <p:sldId id="270" r:id="rId10"/>
    <p:sldId id="262" r:id="rId11"/>
    <p:sldId id="263" r:id="rId12"/>
    <p:sldId id="265" r:id="rId13"/>
    <p:sldId id="266" r:id="rId14"/>
    <p:sldId id="267" r:id="rId15"/>
    <p:sldId id="268" r:id="rId16"/>
    <p:sldId id="269" r:id="rId17"/>
    <p:sldId id="272" r:id="rId18"/>
    <p:sldId id="273" r:id="rId19"/>
    <p:sldId id="274" r:id="rId20"/>
    <p:sldId id="275" r:id="rId21"/>
    <p:sldId id="276" r:id="rId22"/>
    <p:sldId id="279" r:id="rId23"/>
    <p:sldId id="277" r:id="rId24"/>
    <p:sldId id="264" r:id="rId25"/>
    <p:sldId id="280" r:id="rId26"/>
    <p:sldId id="281" r:id="rId27"/>
    <p:sldId id="278" r:id="rId28"/>
  </p:sldIdLst>
  <p:sldSz cx="9144000" cy="6858000" type="screen4x3"/>
  <p:notesSz cx="7315200" cy="9601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0"/>
    <p:restoredTop sz="96323" autoAdjust="0"/>
  </p:normalViewPr>
  <p:slideViewPr>
    <p:cSldViewPr snapToGrid="0">
      <p:cViewPr varScale="1">
        <p:scale>
          <a:sx n="112" d="100"/>
          <a:sy n="112" d="100"/>
        </p:scale>
        <p:origin x="1640" y="1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microsoft.com/office/2016/11/relationships/changesInfo" Target="changesInfos/changesInfo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ydeep Barman" userId="722ca666-2eac-4bf2-bd08-e14ba4314914" providerId="ADAL" clId="{440E382A-9C80-462E-97C9-FF43B324E780}"/>
    <pc:docChg chg="undo custSel addSld delSld modSld sldOrd">
      <pc:chgData name="Joydeep Barman" userId="722ca666-2eac-4bf2-bd08-e14ba4314914" providerId="ADAL" clId="{440E382A-9C80-462E-97C9-FF43B324E780}" dt="2023-05-11T15:22:49.539" v="1478" actId="20577"/>
      <pc:docMkLst>
        <pc:docMk/>
      </pc:docMkLst>
      <pc:sldChg chg="modSp mod">
        <pc:chgData name="Joydeep Barman" userId="722ca666-2eac-4bf2-bd08-e14ba4314914" providerId="ADAL" clId="{440E382A-9C80-462E-97C9-FF43B324E780}" dt="2023-05-10T14:06:29.122" v="13" actId="20577"/>
        <pc:sldMkLst>
          <pc:docMk/>
          <pc:sldMk cId="0" sldId="256"/>
        </pc:sldMkLst>
        <pc:spChg chg="mod">
          <ac:chgData name="Joydeep Barman" userId="722ca666-2eac-4bf2-bd08-e14ba4314914" providerId="ADAL" clId="{440E382A-9C80-462E-97C9-FF43B324E780}" dt="2023-05-10T14:06:29.122" v="13" actId="20577"/>
          <ac:spMkLst>
            <pc:docMk/>
            <pc:sldMk cId="0" sldId="256"/>
            <ac:spMk id="44" creationId="{00000000-0000-0000-0000-000000000000}"/>
          </ac:spMkLst>
        </pc:spChg>
      </pc:sldChg>
      <pc:sldChg chg="modSp">
        <pc:chgData name="Joydeep Barman" userId="722ca666-2eac-4bf2-bd08-e14ba4314914" providerId="ADAL" clId="{440E382A-9C80-462E-97C9-FF43B324E780}" dt="2023-05-10T14:08:52.579" v="20" actId="113"/>
        <pc:sldMkLst>
          <pc:docMk/>
          <pc:sldMk cId="0" sldId="259"/>
        </pc:sldMkLst>
        <pc:spChg chg="mod">
          <ac:chgData name="Joydeep Barman" userId="722ca666-2eac-4bf2-bd08-e14ba4314914" providerId="ADAL" clId="{440E382A-9C80-462E-97C9-FF43B324E780}" dt="2023-05-10T14:08:52.579" v="20" actId="113"/>
          <ac:spMkLst>
            <pc:docMk/>
            <pc:sldMk cId="0" sldId="259"/>
            <ac:spMk id="62" creationId="{00000000-0000-0000-0000-000000000000}"/>
          </ac:spMkLst>
        </pc:spChg>
      </pc:sldChg>
      <pc:sldChg chg="modSp mod modAnim">
        <pc:chgData name="Joydeep Barman" userId="722ca666-2eac-4bf2-bd08-e14ba4314914" providerId="ADAL" clId="{440E382A-9C80-462E-97C9-FF43B324E780}" dt="2023-05-11T09:52:01.623" v="71" actId="14100"/>
        <pc:sldMkLst>
          <pc:docMk/>
          <pc:sldMk cId="0" sldId="261"/>
        </pc:sldMkLst>
        <pc:spChg chg="mod">
          <ac:chgData name="Joydeep Barman" userId="722ca666-2eac-4bf2-bd08-e14ba4314914" providerId="ADAL" clId="{440E382A-9C80-462E-97C9-FF43B324E780}" dt="2023-05-11T09:52:01.623" v="71" actId="14100"/>
          <ac:spMkLst>
            <pc:docMk/>
            <pc:sldMk cId="0" sldId="261"/>
            <ac:spMk id="75" creationId="{00000000-0000-0000-0000-000000000000}"/>
          </ac:spMkLst>
        </pc:spChg>
      </pc:sldChg>
      <pc:sldChg chg="addSp delSp modSp mod ord">
        <pc:chgData name="Joydeep Barman" userId="722ca666-2eac-4bf2-bd08-e14ba4314914" providerId="ADAL" clId="{440E382A-9C80-462E-97C9-FF43B324E780}" dt="2023-05-11T14:47:03.775" v="754" actId="1076"/>
        <pc:sldMkLst>
          <pc:docMk/>
          <pc:sldMk cId="0" sldId="264"/>
        </pc:sldMkLst>
        <pc:spChg chg="add del mod">
          <ac:chgData name="Joydeep Barman" userId="722ca666-2eac-4bf2-bd08-e14ba4314914" providerId="ADAL" clId="{440E382A-9C80-462E-97C9-FF43B324E780}" dt="2023-05-11T14:46:50.969" v="749" actId="478"/>
          <ac:spMkLst>
            <pc:docMk/>
            <pc:sldMk cId="0" sldId="264"/>
            <ac:spMk id="6" creationId="{EAF3573C-90C6-C1B2-28BE-74FBB968E4D0}"/>
          </ac:spMkLst>
        </pc:spChg>
        <pc:spChg chg="add del mod">
          <ac:chgData name="Joydeep Barman" userId="722ca666-2eac-4bf2-bd08-e14ba4314914" providerId="ADAL" clId="{440E382A-9C80-462E-97C9-FF43B324E780}" dt="2023-05-11T14:46:50.969" v="749" actId="478"/>
          <ac:spMkLst>
            <pc:docMk/>
            <pc:sldMk cId="0" sldId="264"/>
            <ac:spMk id="8" creationId="{164AC412-FE5E-1148-BD16-0A29A9604B90}"/>
          </ac:spMkLst>
        </pc:spChg>
        <pc:spChg chg="add del mod">
          <ac:chgData name="Joydeep Barman" userId="722ca666-2eac-4bf2-bd08-e14ba4314914" providerId="ADAL" clId="{440E382A-9C80-462E-97C9-FF43B324E780}" dt="2023-05-11T14:46:50.969" v="749" actId="478"/>
          <ac:spMkLst>
            <pc:docMk/>
            <pc:sldMk cId="0" sldId="264"/>
            <ac:spMk id="10" creationId="{5026D940-CAD8-0E0D-E76F-E6F21A897191}"/>
          </ac:spMkLst>
        </pc:spChg>
        <pc:spChg chg="add del mod">
          <ac:chgData name="Joydeep Barman" userId="722ca666-2eac-4bf2-bd08-e14ba4314914" providerId="ADAL" clId="{440E382A-9C80-462E-97C9-FF43B324E780}" dt="2023-05-11T14:46:50.969" v="749" actId="478"/>
          <ac:spMkLst>
            <pc:docMk/>
            <pc:sldMk cId="0" sldId="264"/>
            <ac:spMk id="12" creationId="{2BDE7E49-FC7A-B94A-7CC7-D06BDE8875D5}"/>
          </ac:spMkLst>
        </pc:spChg>
        <pc:spChg chg="add del mod">
          <ac:chgData name="Joydeep Barman" userId="722ca666-2eac-4bf2-bd08-e14ba4314914" providerId="ADAL" clId="{440E382A-9C80-462E-97C9-FF43B324E780}" dt="2023-05-11T14:46:54.087" v="750" actId="478"/>
          <ac:spMkLst>
            <pc:docMk/>
            <pc:sldMk cId="0" sldId="264"/>
            <ac:spMk id="14" creationId="{81A18387-6616-80F8-F0C7-799C259A6B67}"/>
          </ac:spMkLst>
        </pc:spChg>
        <pc:spChg chg="del mod">
          <ac:chgData name="Joydeep Barman" userId="722ca666-2eac-4bf2-bd08-e14ba4314914" providerId="ADAL" clId="{440E382A-9C80-462E-97C9-FF43B324E780}" dt="2023-05-11T14:46:50.969" v="749" actId="478"/>
          <ac:spMkLst>
            <pc:docMk/>
            <pc:sldMk cId="0" sldId="264"/>
            <ac:spMk id="93" creationId="{00000000-0000-0000-0000-000000000000}"/>
          </ac:spMkLst>
        </pc:spChg>
        <pc:spChg chg="mod">
          <ac:chgData name="Joydeep Barman" userId="722ca666-2eac-4bf2-bd08-e14ba4314914" providerId="ADAL" clId="{440E382A-9C80-462E-97C9-FF43B324E780}" dt="2023-05-11T14:44:43.571" v="748" actId="20577"/>
          <ac:spMkLst>
            <pc:docMk/>
            <pc:sldMk cId="0" sldId="264"/>
            <ac:spMk id="94" creationId="{00000000-0000-0000-0000-000000000000}"/>
          </ac:spMkLst>
        </pc:spChg>
        <pc:picChg chg="add del">
          <ac:chgData name="Joydeep Barman" userId="722ca666-2eac-4bf2-bd08-e14ba4314914" providerId="ADAL" clId="{440E382A-9C80-462E-97C9-FF43B324E780}" dt="2023-05-11T09:51:17.831" v="69" actId="478"/>
          <ac:picMkLst>
            <pc:docMk/>
            <pc:sldMk cId="0" sldId="264"/>
            <ac:picMk id="3" creationId="{5E6B8EB7-2F62-EF55-2D2D-3753ABB9DDE7}"/>
          </ac:picMkLst>
        </pc:picChg>
        <pc:picChg chg="add del mod ord">
          <ac:chgData name="Joydeep Barman" userId="722ca666-2eac-4bf2-bd08-e14ba4314914" providerId="ADAL" clId="{440E382A-9C80-462E-97C9-FF43B324E780}" dt="2023-05-11T14:46:50.969" v="749" actId="478"/>
          <ac:picMkLst>
            <pc:docMk/>
            <pc:sldMk cId="0" sldId="264"/>
            <ac:picMk id="5" creationId="{02F76125-C9D4-D0EE-877E-92C6487610D8}"/>
          </ac:picMkLst>
        </pc:picChg>
        <pc:picChg chg="add mod">
          <ac:chgData name="Joydeep Barman" userId="722ca666-2eac-4bf2-bd08-e14ba4314914" providerId="ADAL" clId="{440E382A-9C80-462E-97C9-FF43B324E780}" dt="2023-05-11T14:47:03.775" v="754" actId="1076"/>
          <ac:picMkLst>
            <pc:docMk/>
            <pc:sldMk cId="0" sldId="264"/>
            <ac:picMk id="16" creationId="{B79F3B74-C03B-658A-9176-36E523456A4B}"/>
          </ac:picMkLst>
        </pc:picChg>
        <pc:picChg chg="del">
          <ac:chgData name="Joydeep Barman" userId="722ca666-2eac-4bf2-bd08-e14ba4314914" providerId="ADAL" clId="{440E382A-9C80-462E-97C9-FF43B324E780}" dt="2023-05-10T14:48:45.749" v="35" actId="478"/>
          <ac:picMkLst>
            <pc:docMk/>
            <pc:sldMk cId="0" sldId="264"/>
            <ac:picMk id="95" creationId="{00000000-0000-0000-0000-000000000000}"/>
          </ac:picMkLst>
        </pc:picChg>
      </pc:sldChg>
      <pc:sldChg chg="del">
        <pc:chgData name="Joydeep Barman" userId="722ca666-2eac-4bf2-bd08-e14ba4314914" providerId="ADAL" clId="{440E382A-9C80-462E-97C9-FF43B324E780}" dt="2023-05-11T09:49:58.754" v="65" actId="47"/>
        <pc:sldMkLst>
          <pc:docMk/>
          <pc:sldMk cId="2983043424" sldId="270"/>
        </pc:sldMkLst>
        <pc:spChg chg="del mod">
          <ac:chgData name="Joydeep Barman" userId="722ca666-2eac-4bf2-bd08-e14ba4314914" providerId="ADAL" clId="{440E382A-9C80-462E-97C9-FF43B324E780}" dt="2023-05-11T11:37:11.886" v="436" actId="478"/>
          <ac:spMkLst>
            <pc:docMk/>
            <pc:sldMk cId="2983043424" sldId="270"/>
            <ac:spMk id="75" creationId="{00000000-0000-0000-0000-000000000000}"/>
          </ac:spMkLst>
        </pc:spChg>
        <pc:spChg chg="mod">
          <ac:chgData name="Joydeep Barman" userId="722ca666-2eac-4bf2-bd08-e14ba4314914" providerId="ADAL" clId="{440E382A-9C80-462E-97C9-FF43B324E780}" dt="2023-05-11T09:52:41.159" v="90" actId="20577"/>
          <ac:spMkLst>
            <pc:docMk/>
            <pc:sldMk cId="2983043424" sldId="270"/>
            <ac:spMk id="76" creationId="{00000000-0000-0000-0000-000000000000}"/>
          </ac:spMkLst>
        </pc:spChg>
        <pc:picChg chg="add del mod">
          <ac:chgData name="Joydeep Barman" userId="722ca666-2eac-4bf2-bd08-e14ba4314914" providerId="ADAL" clId="{440E382A-9C80-462E-97C9-FF43B324E780}" dt="2023-05-11T09:53:04.161" v="94" actId="478"/>
          <ac:picMkLst>
            <pc:docMk/>
            <pc:sldMk cId="2983043424" sldId="270"/>
            <ac:picMk id="3" creationId="{A3E6AD03-9783-E0A9-5FE0-74627A2B8CFB}"/>
          </ac:picMkLst>
        </pc:picChg>
        <pc:picChg chg="add mod">
          <ac:chgData name="Joydeep Barman" userId="722ca666-2eac-4bf2-bd08-e14ba4314914" providerId="ADAL" clId="{440E382A-9C80-462E-97C9-FF43B324E780}" dt="2023-05-11T11:37:27.916" v="441" actId="1076"/>
          <ac:picMkLst>
            <pc:docMk/>
            <pc:sldMk cId="2983043424" sldId="270"/>
            <ac:picMk id="5" creationId="{F52B09CD-5D0D-D4C3-BE96-B15A3A45A0B8}"/>
          </ac:picMkLst>
        </pc:picChg>
      </pc:sldChg>
      <pc:sldChg chg="del">
        <pc:chgData name="Joydeep Barman" userId="722ca666-2eac-4bf2-bd08-e14ba4314914" providerId="ADAL" clId="{440E382A-9C80-462E-97C9-FF43B324E780}" dt="2023-05-11T09:50:12.599" v="66" actId="47"/>
        <pc:sldMkLst>
          <pc:docMk/>
          <pc:sldMk cId="3121170755" sldId="271"/>
        </pc:sldMkLst>
        <pc:spChg chg="add del mod">
          <ac:chgData name="Joydeep Barman" userId="722ca666-2eac-4bf2-bd08-e14ba4314914" providerId="ADAL" clId="{440E382A-9C80-462E-97C9-FF43B324E780}" dt="2023-05-11T09:59:24.567" v="136"/>
          <ac:spMkLst>
            <pc:docMk/>
            <pc:sldMk cId="3121170755" sldId="271"/>
            <ac:spMk id="2" creationId="{409661C2-87EE-0E69-B311-D62310EB4E7B}"/>
          </ac:spMkLst>
        </pc:spChg>
        <pc:spChg chg="add mod">
          <ac:chgData name="Joydeep Barman" userId="722ca666-2eac-4bf2-bd08-e14ba4314914" providerId="ADAL" clId="{440E382A-9C80-462E-97C9-FF43B324E780}" dt="2023-05-11T10:01:37.105" v="178" actId="404"/>
          <ac:spMkLst>
            <pc:docMk/>
            <pc:sldMk cId="3121170755" sldId="271"/>
            <ac:spMk id="3" creationId="{96342541-9D1F-EF5F-56AA-85C91103A6B6}"/>
          </ac:spMkLst>
        </pc:spChg>
        <pc:spChg chg="add mod">
          <ac:chgData name="Joydeep Barman" userId="722ca666-2eac-4bf2-bd08-e14ba4314914" providerId="ADAL" clId="{440E382A-9C80-462E-97C9-FF43B324E780}" dt="2023-05-11T10:05:33.121" v="206" actId="1076"/>
          <ac:spMkLst>
            <pc:docMk/>
            <pc:sldMk cId="3121170755" sldId="271"/>
            <ac:spMk id="15" creationId="{11F9DDAF-0FE6-1C96-23C1-733BDFB02580}"/>
          </ac:spMkLst>
        </pc:spChg>
        <pc:spChg chg="add mod">
          <ac:chgData name="Joydeep Barman" userId="722ca666-2eac-4bf2-bd08-e14ba4314914" providerId="ADAL" clId="{440E382A-9C80-462E-97C9-FF43B324E780}" dt="2023-05-11T10:05:48.221" v="223" actId="20577"/>
          <ac:spMkLst>
            <pc:docMk/>
            <pc:sldMk cId="3121170755" sldId="271"/>
            <ac:spMk id="16" creationId="{3416262A-DC60-AC5B-479D-CAE1DBE33CCD}"/>
          </ac:spMkLst>
        </pc:spChg>
        <pc:spChg chg="add mod">
          <ac:chgData name="Joydeep Barman" userId="722ca666-2eac-4bf2-bd08-e14ba4314914" providerId="ADAL" clId="{440E382A-9C80-462E-97C9-FF43B324E780}" dt="2023-05-11T10:06:25.400" v="239" actId="20577"/>
          <ac:spMkLst>
            <pc:docMk/>
            <pc:sldMk cId="3121170755" sldId="271"/>
            <ac:spMk id="17" creationId="{A14F3645-AFF5-9D14-B184-D8EBEBB63C8B}"/>
          </ac:spMkLst>
        </pc:spChg>
        <pc:spChg chg="add mod">
          <ac:chgData name="Joydeep Barman" userId="722ca666-2eac-4bf2-bd08-e14ba4314914" providerId="ADAL" clId="{440E382A-9C80-462E-97C9-FF43B324E780}" dt="2023-05-11T10:07:01.533" v="252" actId="20577"/>
          <ac:spMkLst>
            <pc:docMk/>
            <pc:sldMk cId="3121170755" sldId="271"/>
            <ac:spMk id="20" creationId="{E17747D0-0BBB-9F7C-F6C9-85D9F932A4F8}"/>
          </ac:spMkLst>
        </pc:spChg>
        <pc:spChg chg="add mod">
          <ac:chgData name="Joydeep Barman" userId="722ca666-2eac-4bf2-bd08-e14ba4314914" providerId="ADAL" clId="{440E382A-9C80-462E-97C9-FF43B324E780}" dt="2023-05-11T10:16:33.995" v="262" actId="1076"/>
          <ac:spMkLst>
            <pc:docMk/>
            <pc:sldMk cId="3121170755" sldId="271"/>
            <ac:spMk id="21" creationId="{25092A66-3EA6-57F9-D611-3EE73D41301B}"/>
          </ac:spMkLst>
        </pc:spChg>
        <pc:spChg chg="add mod">
          <ac:chgData name="Joydeep Barman" userId="722ca666-2eac-4bf2-bd08-e14ba4314914" providerId="ADAL" clId="{440E382A-9C80-462E-97C9-FF43B324E780}" dt="2023-05-11T10:20:30.060" v="393" actId="1076"/>
          <ac:spMkLst>
            <pc:docMk/>
            <pc:sldMk cId="3121170755" sldId="271"/>
            <ac:spMk id="22" creationId="{917C06A5-775C-FA8A-C30D-3E75ED23CE1E}"/>
          </ac:spMkLst>
        </pc:spChg>
        <pc:spChg chg="add mod">
          <ac:chgData name="Joydeep Barman" userId="722ca666-2eac-4bf2-bd08-e14ba4314914" providerId="ADAL" clId="{440E382A-9C80-462E-97C9-FF43B324E780}" dt="2023-05-11T10:22:11.585" v="426" actId="20577"/>
          <ac:spMkLst>
            <pc:docMk/>
            <pc:sldMk cId="3121170755" sldId="271"/>
            <ac:spMk id="23" creationId="{653C94E6-E7D5-8BA5-576B-ACB82AC0A199}"/>
          </ac:spMkLst>
        </pc:spChg>
        <pc:spChg chg="mod">
          <ac:chgData name="Joydeep Barman" userId="722ca666-2eac-4bf2-bd08-e14ba4314914" providerId="ADAL" clId="{440E382A-9C80-462E-97C9-FF43B324E780}" dt="2023-05-11T10:16:23.045" v="259" actId="14100"/>
          <ac:spMkLst>
            <pc:docMk/>
            <pc:sldMk cId="3121170755" sldId="271"/>
            <ac:spMk id="75" creationId="{00000000-0000-0000-0000-000000000000}"/>
          </ac:spMkLst>
        </pc:spChg>
        <pc:picChg chg="del">
          <ac:chgData name="Joydeep Barman" userId="722ca666-2eac-4bf2-bd08-e14ba4314914" providerId="ADAL" clId="{440E382A-9C80-462E-97C9-FF43B324E780}" dt="2023-05-11T09:58:49.007" v="98" actId="478"/>
          <ac:picMkLst>
            <pc:docMk/>
            <pc:sldMk cId="3121170755" sldId="271"/>
            <ac:picMk id="5" creationId="{F52B09CD-5D0D-D4C3-BE96-B15A3A45A0B8}"/>
          </ac:picMkLst>
        </pc:picChg>
        <pc:picChg chg="add mod">
          <ac:chgData name="Joydeep Barman" userId="722ca666-2eac-4bf2-bd08-e14ba4314914" providerId="ADAL" clId="{440E382A-9C80-462E-97C9-FF43B324E780}" dt="2023-05-11T10:03:02.601" v="184" actId="207"/>
          <ac:picMkLst>
            <pc:docMk/>
            <pc:sldMk cId="3121170755" sldId="271"/>
            <ac:picMk id="6" creationId="{61020B2A-69BD-2E2E-5C06-9B933F88EBAC}"/>
          </ac:picMkLst>
        </pc:picChg>
        <pc:picChg chg="add mod">
          <ac:chgData name="Joydeep Barman" userId="722ca666-2eac-4bf2-bd08-e14ba4314914" providerId="ADAL" clId="{440E382A-9C80-462E-97C9-FF43B324E780}" dt="2023-05-11T10:03:33.613" v="188" actId="207"/>
          <ac:picMkLst>
            <pc:docMk/>
            <pc:sldMk cId="3121170755" sldId="271"/>
            <ac:picMk id="8" creationId="{8124EBC9-CCF6-9A5C-9725-B3FE8F739994}"/>
          </ac:picMkLst>
        </pc:picChg>
        <pc:picChg chg="add mod">
          <ac:chgData name="Joydeep Barman" userId="722ca666-2eac-4bf2-bd08-e14ba4314914" providerId="ADAL" clId="{440E382A-9C80-462E-97C9-FF43B324E780}" dt="2023-05-11T10:04:35.114" v="194" actId="1076"/>
          <ac:picMkLst>
            <pc:docMk/>
            <pc:sldMk cId="3121170755" sldId="271"/>
            <ac:picMk id="12" creationId="{AB3ABF53-39B0-61FB-4491-4AAD56F66F56}"/>
          </ac:picMkLst>
        </pc:picChg>
        <pc:picChg chg="add mod">
          <ac:chgData name="Joydeep Barman" userId="722ca666-2eac-4bf2-bd08-e14ba4314914" providerId="ADAL" clId="{440E382A-9C80-462E-97C9-FF43B324E780}" dt="2023-05-11T10:05:07.403" v="196" actId="1076"/>
          <ac:picMkLst>
            <pc:docMk/>
            <pc:sldMk cId="3121170755" sldId="271"/>
            <ac:picMk id="14" creationId="{00D7BA6A-4209-EF37-A8C2-F840DB6C81AE}"/>
          </ac:picMkLst>
        </pc:picChg>
        <pc:picChg chg="add mod">
          <ac:chgData name="Joydeep Barman" userId="722ca666-2eac-4bf2-bd08-e14ba4314914" providerId="ADAL" clId="{440E382A-9C80-462E-97C9-FF43B324E780}" dt="2023-05-11T10:07:06.441" v="253" actId="1076"/>
          <ac:picMkLst>
            <pc:docMk/>
            <pc:sldMk cId="3121170755" sldId="271"/>
            <ac:picMk id="19" creationId="{A39DC867-0823-488D-2952-AC522C97A6B5}"/>
          </ac:picMkLst>
        </pc:picChg>
        <pc:picChg chg="add mod">
          <ac:chgData name="Joydeep Barman" userId="722ca666-2eac-4bf2-bd08-e14ba4314914" providerId="ADAL" clId="{440E382A-9C80-462E-97C9-FF43B324E780}" dt="2023-05-11T11:31:53.246" v="428" actId="1076"/>
          <ac:picMkLst>
            <pc:docMk/>
            <pc:sldMk cId="3121170755" sldId="271"/>
            <ac:picMk id="25" creationId="{B78836BF-7073-AB94-C608-4911B6B813EC}"/>
          </ac:picMkLst>
        </pc:picChg>
        <pc:picChg chg="add del mod">
          <ac:chgData name="Joydeep Barman" userId="722ca666-2eac-4bf2-bd08-e14ba4314914" providerId="ADAL" clId="{440E382A-9C80-462E-97C9-FF43B324E780}" dt="2023-05-11T11:32:26.701" v="431" actId="478"/>
          <ac:picMkLst>
            <pc:docMk/>
            <pc:sldMk cId="3121170755" sldId="271"/>
            <ac:picMk id="27" creationId="{BF1B5692-E8CB-EF1B-6B53-5F2AC69455D0}"/>
          </ac:picMkLst>
        </pc:picChg>
        <pc:picChg chg="add mod">
          <ac:chgData name="Joydeep Barman" userId="722ca666-2eac-4bf2-bd08-e14ba4314914" providerId="ADAL" clId="{440E382A-9C80-462E-97C9-FF43B324E780}" dt="2023-05-11T11:32:45.954" v="434" actId="1076"/>
          <ac:picMkLst>
            <pc:docMk/>
            <pc:sldMk cId="3121170755" sldId="271"/>
            <ac:picMk id="29" creationId="{F7A87734-80AD-9AF2-B358-D7AFF0B07CC2}"/>
          </ac:picMkLst>
        </pc:picChg>
        <pc:cxnChg chg="add mod">
          <ac:chgData name="Joydeep Barman" userId="722ca666-2eac-4bf2-bd08-e14ba4314914" providerId="ADAL" clId="{440E382A-9C80-462E-97C9-FF43B324E780}" dt="2023-05-11T10:03:53.216" v="190" actId="1582"/>
          <ac:cxnSpMkLst>
            <pc:docMk/>
            <pc:sldMk cId="3121170755" sldId="271"/>
            <ac:cxnSpMk id="10" creationId="{9C5B84AB-4E87-A0EA-F4ED-D48F5A3E441D}"/>
          </ac:cxnSpMkLst>
        </pc:cxnChg>
      </pc:sldChg>
      <pc:sldChg chg="del">
        <pc:chgData name="Joydeep Barman" userId="722ca666-2eac-4bf2-bd08-e14ba4314914" providerId="ADAL" clId="{440E382A-9C80-462E-97C9-FF43B324E780}" dt="2023-05-11T09:50:14.442" v="67" actId="47"/>
        <pc:sldMkLst>
          <pc:docMk/>
          <pc:sldMk cId="1436854245" sldId="272"/>
        </pc:sldMkLst>
        <pc:spChg chg="mod">
          <ac:chgData name="Joydeep Barman" userId="722ca666-2eac-4bf2-bd08-e14ba4314914" providerId="ADAL" clId="{440E382A-9C80-462E-97C9-FF43B324E780}" dt="2023-05-11T13:56:35.207" v="601" actId="403"/>
          <ac:spMkLst>
            <pc:docMk/>
            <pc:sldMk cId="1436854245" sldId="272"/>
            <ac:spMk id="2" creationId="{BBF264B0-1552-AF93-3F5A-6E9D95548F07}"/>
          </ac:spMkLst>
        </pc:spChg>
        <pc:spChg chg="mod">
          <ac:chgData name="Joydeep Barman" userId="722ca666-2eac-4bf2-bd08-e14ba4314914" providerId="ADAL" clId="{440E382A-9C80-462E-97C9-FF43B324E780}" dt="2023-05-11T11:57:05.973" v="469" actId="20577"/>
          <ac:spMkLst>
            <pc:docMk/>
            <pc:sldMk cId="1436854245" sldId="272"/>
            <ac:spMk id="3" creationId="{1A7195CD-FD38-AE98-934D-9C550ACD9941}"/>
          </ac:spMkLst>
        </pc:spChg>
        <pc:picChg chg="add mod">
          <ac:chgData name="Joydeep Barman" userId="722ca666-2eac-4bf2-bd08-e14ba4314914" providerId="ADAL" clId="{440E382A-9C80-462E-97C9-FF43B324E780}" dt="2023-05-11T13:53:57.045" v="599" actId="1076"/>
          <ac:picMkLst>
            <pc:docMk/>
            <pc:sldMk cId="1436854245" sldId="272"/>
            <ac:picMk id="5" creationId="{247EDC8B-C4C3-ECD4-CC41-394C659C7CBA}"/>
          </ac:picMkLst>
        </pc:picChg>
      </pc:sldChg>
      <pc:sldChg chg="addSp delSp modSp add mod delAnim modAnim">
        <pc:chgData name="Joydeep Barman" userId="722ca666-2eac-4bf2-bd08-e14ba4314914" providerId="ADAL" clId="{440E382A-9C80-462E-97C9-FF43B324E780}" dt="2023-05-11T14:25:43.331" v="628"/>
        <pc:sldMkLst>
          <pc:docMk/>
          <pc:sldMk cId="1096278475" sldId="273"/>
        </pc:sldMkLst>
        <pc:spChg chg="mod">
          <ac:chgData name="Joydeep Barman" userId="722ca666-2eac-4bf2-bd08-e14ba4314914" providerId="ADAL" clId="{440E382A-9C80-462E-97C9-FF43B324E780}" dt="2023-05-11T13:56:50" v="621" actId="20577"/>
          <ac:spMkLst>
            <pc:docMk/>
            <pc:sldMk cId="1096278475" sldId="273"/>
            <ac:spMk id="2" creationId="{BBF264B0-1552-AF93-3F5A-6E9D95548F07}"/>
          </ac:spMkLst>
        </pc:spChg>
        <pc:picChg chg="del">
          <ac:chgData name="Joydeep Barman" userId="722ca666-2eac-4bf2-bd08-e14ba4314914" providerId="ADAL" clId="{440E382A-9C80-462E-97C9-FF43B324E780}" dt="2023-05-11T13:57:19.937" v="622" actId="478"/>
          <ac:picMkLst>
            <pc:docMk/>
            <pc:sldMk cId="1096278475" sldId="273"/>
            <ac:picMk id="5" creationId="{247EDC8B-C4C3-ECD4-CC41-394C659C7CBA}"/>
          </ac:picMkLst>
        </pc:picChg>
        <pc:picChg chg="add mod">
          <ac:chgData name="Joydeep Barman" userId="722ca666-2eac-4bf2-bd08-e14ba4314914" providerId="ADAL" clId="{440E382A-9C80-462E-97C9-FF43B324E780}" dt="2023-05-11T13:57:39.057" v="627" actId="1076"/>
          <ac:picMkLst>
            <pc:docMk/>
            <pc:sldMk cId="1096278475" sldId="273"/>
            <ac:picMk id="6" creationId="{18F05D6F-F9DF-6949-1D30-CD51380956CB}"/>
          </ac:picMkLst>
        </pc:picChg>
      </pc:sldChg>
      <pc:sldChg chg="add del">
        <pc:chgData name="Joydeep Barman" userId="722ca666-2eac-4bf2-bd08-e14ba4314914" providerId="ADAL" clId="{440E382A-9C80-462E-97C9-FF43B324E780}" dt="2023-05-11T09:49:12.530" v="64" actId="47"/>
        <pc:sldMkLst>
          <pc:docMk/>
          <pc:sldMk cId="3400378273" sldId="273"/>
        </pc:sldMkLst>
      </pc:sldChg>
      <pc:sldChg chg="modSp add del mod">
        <pc:chgData name="Joydeep Barman" userId="722ca666-2eac-4bf2-bd08-e14ba4314914" providerId="ADAL" clId="{440E382A-9C80-462E-97C9-FF43B324E780}" dt="2023-05-11T09:48:31.080" v="63" actId="47"/>
        <pc:sldMkLst>
          <pc:docMk/>
          <pc:sldMk cId="813453149" sldId="274"/>
        </pc:sldMkLst>
        <pc:spChg chg="mod">
          <ac:chgData name="Joydeep Barman" userId="722ca666-2eac-4bf2-bd08-e14ba4314914" providerId="ADAL" clId="{440E382A-9C80-462E-97C9-FF43B324E780}" dt="2023-05-10T14:51:08.261" v="62" actId="20577"/>
          <ac:spMkLst>
            <pc:docMk/>
            <pc:sldMk cId="813453149" sldId="274"/>
            <ac:spMk id="51" creationId="{00000000-0000-0000-0000-000000000000}"/>
          </ac:spMkLst>
        </pc:spChg>
      </pc:sldChg>
      <pc:sldChg chg="addSp delSp modSp add mod delAnim">
        <pc:chgData name="Joydeep Barman" userId="722ca666-2eac-4bf2-bd08-e14ba4314914" providerId="ADAL" clId="{440E382A-9C80-462E-97C9-FF43B324E780}" dt="2023-05-11T14:27:19.338" v="641" actId="20577"/>
        <pc:sldMkLst>
          <pc:docMk/>
          <pc:sldMk cId="4266158323" sldId="274"/>
        </pc:sldMkLst>
        <pc:spChg chg="mod">
          <ac:chgData name="Joydeep Barman" userId="722ca666-2eac-4bf2-bd08-e14ba4314914" providerId="ADAL" clId="{440E382A-9C80-462E-97C9-FF43B324E780}" dt="2023-05-11T14:27:19.338" v="641" actId="20577"/>
          <ac:spMkLst>
            <pc:docMk/>
            <pc:sldMk cId="4266158323" sldId="274"/>
            <ac:spMk id="2" creationId="{BBF264B0-1552-AF93-3F5A-6E9D95548F07}"/>
          </ac:spMkLst>
        </pc:spChg>
        <pc:picChg chg="add mod">
          <ac:chgData name="Joydeep Barman" userId="722ca666-2eac-4bf2-bd08-e14ba4314914" providerId="ADAL" clId="{440E382A-9C80-462E-97C9-FF43B324E780}" dt="2023-05-11T14:27:06.425" v="635" actId="1076"/>
          <ac:picMkLst>
            <pc:docMk/>
            <pc:sldMk cId="4266158323" sldId="274"/>
            <ac:picMk id="5" creationId="{041DD813-4AD4-F779-69B1-75F75ACA654E}"/>
          </ac:picMkLst>
        </pc:picChg>
        <pc:picChg chg="del">
          <ac:chgData name="Joydeep Barman" userId="722ca666-2eac-4bf2-bd08-e14ba4314914" providerId="ADAL" clId="{440E382A-9C80-462E-97C9-FF43B324E780}" dt="2023-05-11T14:26:21.255" v="630" actId="478"/>
          <ac:picMkLst>
            <pc:docMk/>
            <pc:sldMk cId="4266158323" sldId="274"/>
            <ac:picMk id="6" creationId="{18F05D6F-F9DF-6949-1D30-CD51380956CB}"/>
          </ac:picMkLst>
        </pc:picChg>
      </pc:sldChg>
      <pc:sldChg chg="addSp delSp modSp add mod">
        <pc:chgData name="Joydeep Barman" userId="722ca666-2eac-4bf2-bd08-e14ba4314914" providerId="ADAL" clId="{440E382A-9C80-462E-97C9-FF43B324E780}" dt="2023-05-11T14:28:08.017" v="668" actId="20577"/>
        <pc:sldMkLst>
          <pc:docMk/>
          <pc:sldMk cId="1519100342" sldId="275"/>
        </pc:sldMkLst>
        <pc:spChg chg="mod">
          <ac:chgData name="Joydeep Barman" userId="722ca666-2eac-4bf2-bd08-e14ba4314914" providerId="ADAL" clId="{440E382A-9C80-462E-97C9-FF43B324E780}" dt="2023-05-11T14:28:08.017" v="668" actId="20577"/>
          <ac:spMkLst>
            <pc:docMk/>
            <pc:sldMk cId="1519100342" sldId="275"/>
            <ac:spMk id="2" creationId="{BBF264B0-1552-AF93-3F5A-6E9D95548F07}"/>
          </ac:spMkLst>
        </pc:spChg>
        <pc:picChg chg="del">
          <ac:chgData name="Joydeep Barman" userId="722ca666-2eac-4bf2-bd08-e14ba4314914" providerId="ADAL" clId="{440E382A-9C80-462E-97C9-FF43B324E780}" dt="2023-05-11T14:27:28.770" v="643" actId="478"/>
          <ac:picMkLst>
            <pc:docMk/>
            <pc:sldMk cId="1519100342" sldId="275"/>
            <ac:picMk id="5" creationId="{041DD813-4AD4-F779-69B1-75F75ACA654E}"/>
          </ac:picMkLst>
        </pc:picChg>
        <pc:picChg chg="add mod">
          <ac:chgData name="Joydeep Barman" userId="722ca666-2eac-4bf2-bd08-e14ba4314914" providerId="ADAL" clId="{440E382A-9C80-462E-97C9-FF43B324E780}" dt="2023-05-11T14:27:54.626" v="647" actId="1076"/>
          <ac:picMkLst>
            <pc:docMk/>
            <pc:sldMk cId="1519100342" sldId="275"/>
            <ac:picMk id="6" creationId="{D59A0D56-B12D-41CE-26C3-7D4514212ABC}"/>
          </ac:picMkLst>
        </pc:picChg>
      </pc:sldChg>
      <pc:sldChg chg="addSp delSp modSp add mod">
        <pc:chgData name="Joydeep Barman" userId="722ca666-2eac-4bf2-bd08-e14ba4314914" providerId="ADAL" clId="{440E382A-9C80-462E-97C9-FF43B324E780}" dt="2023-05-11T14:44:02.705" v="708" actId="1076"/>
        <pc:sldMkLst>
          <pc:docMk/>
          <pc:sldMk cId="1190958547" sldId="276"/>
        </pc:sldMkLst>
        <pc:spChg chg="mod">
          <ac:chgData name="Joydeep Barman" userId="722ca666-2eac-4bf2-bd08-e14ba4314914" providerId="ADAL" clId="{440E382A-9C80-462E-97C9-FF43B324E780}" dt="2023-05-11T14:43:45.818" v="703" actId="20577"/>
          <ac:spMkLst>
            <pc:docMk/>
            <pc:sldMk cId="1190958547" sldId="276"/>
            <ac:spMk id="2" creationId="{BBF264B0-1552-AF93-3F5A-6E9D95548F07}"/>
          </ac:spMkLst>
        </pc:spChg>
        <pc:spChg chg="mod">
          <ac:chgData name="Joydeep Barman" userId="722ca666-2eac-4bf2-bd08-e14ba4314914" providerId="ADAL" clId="{440E382A-9C80-462E-97C9-FF43B324E780}" dt="2023-05-11T14:43:34.878" v="681" actId="20577"/>
          <ac:spMkLst>
            <pc:docMk/>
            <pc:sldMk cId="1190958547" sldId="276"/>
            <ac:spMk id="3" creationId="{1A7195CD-FD38-AE98-934D-9C550ACD9941}"/>
          </ac:spMkLst>
        </pc:spChg>
        <pc:picChg chg="add mod">
          <ac:chgData name="Joydeep Barman" userId="722ca666-2eac-4bf2-bd08-e14ba4314914" providerId="ADAL" clId="{440E382A-9C80-462E-97C9-FF43B324E780}" dt="2023-05-11T14:44:02.705" v="708" actId="1076"/>
          <ac:picMkLst>
            <pc:docMk/>
            <pc:sldMk cId="1190958547" sldId="276"/>
            <ac:picMk id="5" creationId="{99CBCC68-7A47-203F-076F-409EB89E6DA9}"/>
          </ac:picMkLst>
        </pc:picChg>
        <pc:picChg chg="del">
          <ac:chgData name="Joydeep Barman" userId="722ca666-2eac-4bf2-bd08-e14ba4314914" providerId="ADAL" clId="{440E382A-9C80-462E-97C9-FF43B324E780}" dt="2023-05-11T14:43:48.787" v="704" actId="478"/>
          <ac:picMkLst>
            <pc:docMk/>
            <pc:sldMk cId="1190958547" sldId="276"/>
            <ac:picMk id="6" creationId="{D59A0D56-B12D-41CE-26C3-7D4514212ABC}"/>
          </ac:picMkLst>
        </pc:picChg>
      </pc:sldChg>
      <pc:sldChg chg="modSp add mod ord">
        <pc:chgData name="Joydeep Barman" userId="722ca666-2eac-4bf2-bd08-e14ba4314914" providerId="ADAL" clId="{440E382A-9C80-462E-97C9-FF43B324E780}" dt="2023-05-11T14:44:35.703" v="727"/>
        <pc:sldMkLst>
          <pc:docMk/>
          <pc:sldMk cId="2779042582" sldId="277"/>
        </pc:sldMkLst>
        <pc:spChg chg="mod">
          <ac:chgData name="Joydeep Barman" userId="722ca666-2eac-4bf2-bd08-e14ba4314914" providerId="ADAL" clId="{440E382A-9C80-462E-97C9-FF43B324E780}" dt="2023-05-11T14:44:31.218" v="725" actId="20577"/>
          <ac:spMkLst>
            <pc:docMk/>
            <pc:sldMk cId="2779042582" sldId="277"/>
            <ac:spMk id="94" creationId="{00000000-0000-0000-0000-000000000000}"/>
          </ac:spMkLst>
        </pc:spChg>
      </pc:sldChg>
      <pc:sldChg chg="addSp delSp modSp add mod">
        <pc:chgData name="Joydeep Barman" userId="722ca666-2eac-4bf2-bd08-e14ba4314914" providerId="ADAL" clId="{440E382A-9C80-462E-97C9-FF43B324E780}" dt="2023-05-11T14:47:33.337" v="771" actId="20577"/>
        <pc:sldMkLst>
          <pc:docMk/>
          <pc:sldMk cId="353094346" sldId="278"/>
        </pc:sldMkLst>
        <pc:spChg chg="add mod">
          <ac:chgData name="Joydeep Barman" userId="722ca666-2eac-4bf2-bd08-e14ba4314914" providerId="ADAL" clId="{440E382A-9C80-462E-97C9-FF43B324E780}" dt="2023-05-11T14:47:33.337" v="771" actId="20577"/>
          <ac:spMkLst>
            <pc:docMk/>
            <pc:sldMk cId="353094346" sldId="278"/>
            <ac:spMk id="3" creationId="{286FC6A0-E3D0-DB5B-D820-24613DAE88B1}"/>
          </ac:spMkLst>
        </pc:spChg>
        <pc:spChg chg="del">
          <ac:chgData name="Joydeep Barman" userId="722ca666-2eac-4bf2-bd08-e14ba4314914" providerId="ADAL" clId="{440E382A-9C80-462E-97C9-FF43B324E780}" dt="2023-05-11T14:47:19.857" v="756" actId="478"/>
          <ac:spMkLst>
            <pc:docMk/>
            <pc:sldMk cId="353094346" sldId="278"/>
            <ac:spMk id="94" creationId="{00000000-0000-0000-0000-000000000000}"/>
          </ac:spMkLst>
        </pc:spChg>
        <pc:picChg chg="del">
          <ac:chgData name="Joydeep Barman" userId="722ca666-2eac-4bf2-bd08-e14ba4314914" providerId="ADAL" clId="{440E382A-9C80-462E-97C9-FF43B324E780}" dt="2023-05-11T14:47:21.635" v="757" actId="478"/>
          <ac:picMkLst>
            <pc:docMk/>
            <pc:sldMk cId="353094346" sldId="278"/>
            <ac:picMk id="16" creationId="{B79F3B74-C03B-658A-9176-36E523456A4B}"/>
          </ac:picMkLst>
        </pc:picChg>
      </pc:sldChg>
      <pc:sldChg chg="addSp delSp modSp add mod">
        <pc:chgData name="Joydeep Barman" userId="722ca666-2eac-4bf2-bd08-e14ba4314914" providerId="ADAL" clId="{440E382A-9C80-462E-97C9-FF43B324E780}" dt="2023-05-11T15:22:49.539" v="1478" actId="20577"/>
        <pc:sldMkLst>
          <pc:docMk/>
          <pc:sldMk cId="3716896206" sldId="279"/>
        </pc:sldMkLst>
        <pc:spChg chg="add mod">
          <ac:chgData name="Joydeep Barman" userId="722ca666-2eac-4bf2-bd08-e14ba4314914" providerId="ADAL" clId="{440E382A-9C80-462E-97C9-FF43B324E780}" dt="2023-05-11T15:22:49.539" v="1478" actId="20577"/>
          <ac:spMkLst>
            <pc:docMk/>
            <pc:sldMk cId="3716896206" sldId="279"/>
            <ac:spMk id="3" creationId="{9D5FE737-BC88-18C5-83C5-4AA60E22A032}"/>
          </ac:spMkLst>
        </pc:spChg>
        <pc:spChg chg="mod">
          <ac:chgData name="Joydeep Barman" userId="722ca666-2eac-4bf2-bd08-e14ba4314914" providerId="ADAL" clId="{440E382A-9C80-462E-97C9-FF43B324E780}" dt="2023-05-11T14:48:18.957" v="790" actId="20577"/>
          <ac:spMkLst>
            <pc:docMk/>
            <pc:sldMk cId="3716896206" sldId="279"/>
            <ac:spMk id="94" creationId="{00000000-0000-0000-0000-000000000000}"/>
          </ac:spMkLst>
        </pc:spChg>
        <pc:picChg chg="del">
          <ac:chgData name="Joydeep Barman" userId="722ca666-2eac-4bf2-bd08-e14ba4314914" providerId="ADAL" clId="{440E382A-9C80-462E-97C9-FF43B324E780}" dt="2023-05-11T14:48:21.201" v="791" actId="478"/>
          <ac:picMkLst>
            <pc:docMk/>
            <pc:sldMk cId="3716896206" sldId="279"/>
            <ac:picMk id="16" creationId="{B79F3B74-C03B-658A-9176-36E523456A4B}"/>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8T05:50:25.928"/>
    </inkml:context>
    <inkml:brush xml:id="br0">
      <inkml:brushProperty name="width" value="0.09071" units="cm"/>
      <inkml:brushProperty name="height" value="0.09071" units="cm"/>
      <inkml:brushProperty name="color" value="#FF0000"/>
    </inkml:brush>
  </inkml:definitions>
  <inkml:trace contextRef="#ctx0" brushRef="#br0">4747 8252 22765,'-2'-34'734,"1"0"0,-2-19-499,3 51 23,0 2-258,5 8 347,4 13-302,8 18-45,6 15 11,-10-23 0,0 0-11,2 0 0,0-1 0,-1-2 0,2-2-39,6 3 0,3-2-17,10 5 22,13-1-111,-1-24 145,-12-11 0,7-8 0,-19-9 0,-5-9 168,-6-5-101,-4-3-45,-2-1-22,-4 3 269,0-2-269,-2 14 0,-3-1 90,-2 11-191,-3-1-202,2 5-313,2-1-403,2 6-819,2 1-1254,0 0-203,4-2-2442,5-3 5737,6-1 0,-4 5 0,-2-1 0</inkml:trace>
  <inkml:trace contextRef="#ctx0" brushRef="#br0" timeOffset="223">5361 8077 15941,'5'-5'4157,"0"0"-2745,-5 5 683,0 0-1568,2 5 324,9 43-806,2-1 16,-3-6 1,2 2-1758,1-1 0,1-2 1634,-4-11 1,0-1-126,2 4 0,-2-3-138,1 0-908,-5-7-1143,-3-8-1276,-2-7-2735,-1-4 6387,0-4 0,0 0 0</inkml:trace>
  <inkml:trace contextRef="#ctx0" brushRef="#br0" timeOffset="601">6061 7841 23930,'-3'48'206,"1"1"0,0 0 0,0-1 1,-1 0-1,-1-2-189,-4 12 0,-1-1-726,0-1 1,-1 1 749,2-8 0,-1 2 0,0-3 202,1 3 0,-1 0-247,1-5 0,0 3 0,0-7-179,0 15-916,0-2-805,6-34-2030,2-10-1365,0-5 5499,6-6 0,-4-1 1,4-1-1</inkml:trace>
  <inkml:trace contextRef="#ctx0" brushRef="#br0" timeOffset="1019">6215 8334 22507,'15'39'762,"3"8"-712,-9-18 1,1 0-51,0 1 0,1 0-22,12 25-309,-7-27 1,4-5-276,33 2 393,-1-16 129,-22-16 0,-2-8 118,8-24-339,-3-8 361,-7-3 89,-7 1 270,-7 1 0,-7 1-180,-2 4 538,-3 2-549,-3 8 202,-2 7-202,-2 7-101,-2 6-111,1 3-393,3 5-113,1 0-5352,3 5 3485,1 0 1,0 0 0</inkml:trace>
  <inkml:trace contextRef="#ctx0" brushRef="#br0" timeOffset="1335">6877 8185 24267,'50'3'188,"0"-1"0,0 0 0,5 2 0,1 2 0,-9 1-188,-13 1 0,-4 2-290,11 3 0,-2-1 88,11 5-67,-6-1-684,-9-3 489,-8-2-813,-9-3-594,-6-3-158,-6-2-959,-2-2-3063,-3-1 6051,-1-6 0,0 4 0,0-4 0</inkml:trace>
  <inkml:trace contextRef="#ctx0" brushRef="#br0" timeOffset="1584">7492 7915 18776,'-6'-10'4997,"0"2"-4638,6 8 123,0 0-460,-34 55 57,12-7-436,-2 0 1,-1 3 389,11-12 1,3-1-34,-1-2 0,2 0-11,0-3-1,2-2 185,-6 21-364,5-14 1,3-11-371,4-12-492,1-6-1266,1-6-7512,0-1 8746,0-10 0,0 6 0,0-6 0</inkml:trace>
  <inkml:trace contextRef="#ctx0" brushRef="#br0" timeOffset="3498">4799 9012 17756,'0'-9'4560,"0"2"-3708,-6 7-616,1 0-35,-5 0-10,3 0-191,4 0 0,0 0-68,3 0 68,6 0 135,12 0-135,17 0 0,20 0 11,-18 0 0,1 0-474,6 0 0,1 0 457,4-1 0,3 0-76,-5-2 0,3-1 0,-3 0 71,6-1 0,-2-1-38,-3-1 1,1-1-1,-6 1 49,12-4 123,-5-2-123,-38 10 79,-8 1-5805,-4 2 1748,0-5 3978,0-3 0,0 0 0,0 1 0</inkml:trace>
  <inkml:trace contextRef="#ctx0" brushRef="#br0" timeOffset="3968">4950 9060 23000,'-23'6'269,"13"0"-101,29-9-33,20-4-130,10-4 1,5-2-532,-10 3 0,2 0 526,-4 1 0,3-2 0,0 1-325,-2 2 1,0 0-1,-3 0 235,3 0 0,-1-1 37,11 0 0,-7 0 423,-17 3 157,-8 2-4584,-26 4-1949,-2 4 6006,0 0 0,0 1 0,6-2 0</inkml:trace>
  <inkml:trace contextRef="#ctx0" brushRef="#br0" timeOffset="17748">11958 8089 15213,'-30'0'778,"0"0"1,-19 0-73,43 0-100,3 0-237,2 0 1569,0 0-1837,1-2-101,8-4 123,11-6-123,20-5 0,-11 7 0,2 0-303,7-1 1,3 0 302,6 0 0,1 1-536,6 0 0,1 2 519,4 1 1,2 2-558,-20 2 0,2 0 1,-1 1 534,19 0 0,-1 2-124,-4-2 1,-2 1-183,-8 0 0,-2 0 345,-10 0 0,-2 0 534,10-2-87,-20 2 696,-12 0-661,-6 1-2462,-3 0 1,0 0 0</inkml:trace>
  <inkml:trace contextRef="#ctx0" brushRef="#br0" timeOffset="145573">18716 11248 15627,'5'3'549,"0"-1"1,-5-2 2138,2 1-2530,-1 0 1903,1 0-2005,-10-1-22,-4 0-23,-10 0 23,-3 0-34,-4 0 0,-3 6 78,-5 8-44,-2 10-34,-1 11 67,3 5 0,15-8 0,2 2-67,-4 19 0,11-18 0,4 0 34,6 12 44,8-3-111,10-8 77,10-5-21,11-8-23,5-7-23,2-8 23,1-4-56,-2-8 90,-6-5-68,-4-5 12,-1-16 145,-7-2-123,-6 1 404,-10 7-23,-7 14 101,-1 5-258,0 2-213,0 2 22,0 10-89,0 5 45,0 13 11,4 3 0,4 0-112,6-5 112,5-6-179,3-9 123,5-4-123,14-13 156,-1-18-122,2-9 391,-16-11-212,-14 14 44,-8 6 101,-4 14-11,0 2-168,0 6-268,0 1 268,6 12 0,5 4-45,9 11-34,12 4-167,-9-10-191,10-1 246,-17-19 12,-1-11 179,-5-13-123,-6-11 212,0-5-134,-3 4 68,0 3-23,-1 9 67,-4 7-67,0 6 0,-2 7-22,1 2-12,3 3-78,1 0 112,7 9-34,8 0 34,10 8 12,8-2 133,2-3-212,0 0 101,-5-3-34,-7-1 0,-9-1-12,-6 0 629,-6 1-258,-7-1-281,-1-1-11,-4-3-33,5-2-34,1-1-45,4 0-123,1-1 146,9-11-34,5-6 100,13-14-44,5-7 112,4-5-436,0-2 324,-3-3 403,-3 1-313,-4 4 302,-5 8-201,-4 9 55,-5 10-22,-6 9-224,-3 4-157,-2 11 269,-1 17-123,0 13 0,1 7 11,1 8 0,1 3-146,-1 1 1,1 0-679,2 4 1,1-7-1542,2-7-604,-1-3-594,-1-33 3563,1-30 0,-3 15 0,0-17 0</inkml:trace>
  <inkml:trace contextRef="#ctx0" brushRef="#br0" timeOffset="146035">19688 11464 21073,'-36'-4'986,"0"-1"0,-20-2-829,49 7-123,4 0-34,3 0-79,7 0 79,11-1 11,13-1 113,12-1-158,2-2 79,11-3-23,-20 3-22,6-3-11,-26 6-11,-3 0 44,-8 2 12,-4 0-34,-1 24 89,-5 4-33,1 25-89,-3-5 33,2-5 0,4-8-23,10-8-111,5-8-68,13-9 1,5-4 212,1-12-11,0-6 101,-5-6 100,-7-6 303,-9 2-55,-7 2-147,-3 0 325,-10 0-615,-7-2 122,-15 0-73,-7 8 1,-5 3-365,10 4 1,-1 1-202,-6-2 0,3 3-2813,1 9-2902,27 4 6219,15 2 0,-4-1 0,5-4 0</inkml:trace>
  <inkml:trace contextRef="#ctx0" brushRef="#br0" timeOffset="147170">20140 11406 19505,'0'-3'2901,"0"0"-1780,0 3-1088,11 1 46,0 11-57,11 9-22,-2 18 34,-2 11 5,-8-9 0,0 2-39,-4-12 0,0 0 0,0 10 0,-1-2-22,0 3 22,-1-10-34,1-10 23,-1-9-45,4-8-11,-2-3 67,4-4 123,6-23-123,-2-2 56,9-24 34,-5 7 10,3-3-100,-2 8 45,0 6 0,-3 11-45,-5 9-78,-4 7 66,-2 4-32,0 2-12,3 6 56,2 8 0,4 13-45,2 11 90,-2 5-45,-2-3 0,-3-7 56,-3-10-56,-2-10 0,-1-7 0,-2-4 134,1-2-134,-1 0 45,0-5-33,3-24-12,2-2 0,4-18 67,1 14-67,-2 8 0,0 8-23,-4 8 46,0 5-46,1 4-100,2 1 123,4 1-135,14 3 90,-3 7 45,9 5 23,-9 7-23,-1-2-34,1-4 34,-1-4-157,3-6 157,-1-3-22,3-8 22,-1-8 67,-1-6-33,-5-9-34,-4 2 0,-8 1 168,-4 3-168,-3 3 0,-3 2 78,-5 3-22,-2 4-56,-5 2-11,1 4-112,1 2-112,1 8 235,1 21 0,5 1-56,2 13 56,3-15-23,8-1-10,8-12 133,16-4-77,12-27 22,-4 0-45,4-15-23,-13 9 57,13-1-34,-13 9-34,5 2 34,-17 9-101,-6 3 45,-2 1 56,-3 6 34,0 5-23,2 5-11,-2 5 0,1-3 0,-4-3 23,2-5-23,-2-4 0,0-4 336,9-1-112,1-9-157,12-7 23,5-13 11,4-5-101,1-1-11,-1 4-79,-7 6 90,-8 9-572,-9 8-1243,-7 5-8016,-27 12 9680,-8 6 1,1-2 0,5 0 0</inkml:trace>
  <inkml:trace contextRef="#ctx0" brushRef="#br0" timeOffset="149321">22540 11484 19628,'-27'-13'280,"0"-1"0,-19-2-202,29 27-55,1 10 100,-1 15-123,5-10-123,3 5 212,7-19-145,2-5 56,4-3 0,3-1-22,4-3-146,4 0 280,6-7 33,-6-1-77,4-8 727,-8-1 1,-6 3-292,0 2-246,-5 7 504,0 2-606,0 2-324,7 10 68,26 32 100,-6-13-12,0-2 1,1-2-123,-2-13 134,5-2 22,-3-17-22,1-19 56,0-4 79,-3-14-163,-9 7 0,-1-1 95,2-8-84,-3 9 0,-1 2 28,-5 8-11,0 8-145,-5 11 89,-1 4-303,1 7 225,4 11-281,2-1-224,2 5-246,-4-9 403,-2-3-201,-3-3 470,0-1 281,-3-1 469,-7 0-492,-3 0 157,-9 0-57,-3 0 90,-1 1 248,-3 6-125,2 5-347,3 6 280,4 23-223,9-13 111,32 25-179,5-30 0,25 0 67,-5-16-67,0-6-67,2-6-6,-18-4 0,0-3 62,13-10 11,-18 5 0,-3-1 0,-1-9 45,-8-2 44,-6-10 1,-6 10 145,-10-11-235,-4 23 0,-8 1-89,-2 12 89,-3 4-112,-8 14 33,9 4-22,2 7 90,13-4-202,15-10-67,19-4 247,1-4 100,25-14-67,-24 1 504,13-14-269,-24 12 158,0-1-46,-11 9 23,-4 2-124,-1 1-167,-2 7 21,0 17 416,0 19-488,0-10 0,0 3-219,-2 4 0,-1 2 213,1 1 0,0 1-5,-2-2 0,0 0-17,1-4 0,0-2-34,1 24-246,1-15-3586,1-10 729,0-18-1323,0-5 4460,0-19 0,0 6 0,0-6 0</inkml:trace>
  <inkml:trace contextRef="#ctx0" brushRef="#br0" timeOffset="149901">23382 11362 22238,'1'-1'516,"2"10"-516,2 33 67,3 1-67,1 0-493,7 1-897,5-15 281,0-6 168,4-15 347,-5-10 270,3-10 312,2-7 12,-1-9-3056,-2-3 3516,-4 2 291,-3 1 503,-5 3-223,-2 1-145,-5 4-349,-1 3-279,-2 6 111,0 6-369,0 3 3012,0 1-3080,1 9-122,2 5-112,3 11-80,4 0-828,2 1 874,-1-12-90,2-3 269,-4-9 12,2-1 145,2-4 22,2-7 90,0-6-112,-1-6 381,-2-1 202,-1-1 11,-2-2-214,2 0-110,-2-1 144,4 3-402,-3 5-24,0 6-88,-3 7 10,-1 4-56,1 4 22,-1 10-5590,4 43-661,-5-17 6375,-2-4 0,-1-4 0,-2-12 0,0-8 0</inkml:trace>
  <inkml:trace contextRef="#ctx0" brushRef="#br0" timeOffset="150026">23803 11091 9532,'0'0'0</inkml:trace>
  <inkml:trace contextRef="#ctx0" brushRef="#br0" timeOffset="150519">24082 11061 18350,'-19'6'1703,"4"28"-1557,15 6-113,2-9 1,1-1-34,6 11 0,8-1 45,1-6-11,4 3-34,-7-14 22,-1 0 23,-10-16 112,-2-2 22,-3-3-90,-5 0-77,-2 0 77,-2-1 181,2 0-114,5-1 35,1-1-146,3-8 33,7-7-78,6-10 11,9-3-11,15-7 0,-9 13 67,8-1-33,-5 16-68,-11 4 34,4 14 0,-15 6-874,-4 14-1725,-3 2-1211,-10-1 3810,-16-3 0,12-14 0,-11-3 0</inkml:trace>
  <inkml:trace contextRef="#ctx0" brushRef="#br0" timeOffset="150629">24270 11213 13521,'3'-45'0,"-1"0"0,0 9 0,-1 0 0</inkml:trace>
  <inkml:trace contextRef="#ctx0" brushRef="#br0" timeOffset="151049">24441 10810 21308,'22'46'135,"2"9"-135,-13-23 0,-1 2-238,2 3 0,-1 2 238,-1-2 0,0 0-45,0-1 0,-2-1-219,0-4 1,-2-2 12,4 21-410,-3-4 33,-4-20 185,0-5-308,-2-17 751,1-3 303,1-2 588,-1-6-421,2-5 303,-1-5 897,4-8-1121,-2 10-213,2-2-11,-2 9-34,2 1-279,1 0 21,3 3 113,2 1-146,13 2-23,-6 9 12,7 5-616,-11 10-1592,-5 0-986,-4-1 3205,-7-1 0,-1-10 0,-1-2 0</inkml:trace>
  <inkml:trace contextRef="#ctx0" brushRef="#br0" timeOffset="151181">24667 11081 6507,'0'0'0</inkml:trace>
  <inkml:trace contextRef="#ctx0" brushRef="#br0" timeOffset="152036">24842 11151 17263,'0'-3'3496,"0"0"-2857,0 3-527,0 7 0,0 7-112,1 7 0,2 5 11,13 5-78,-1-9-168,13-1-359,-5-13 146,5-4-135,-2-3 438,0-1-35,-4-5 360,-4-8 469,-8-8 248,-3-2-292,-6 0-281,-5 7 226,-4 0 32,-15-5-537,5 7 90,-7-2 10,11 11-145,1 2 0,2 2-67,0 1 67,-3 12 56,2 13-56,3 3-11,5 7 11,4-12-123,3-4 179,5 2 0,1-10-56,3 2 22,-3-11-22,0 0 0,2-2-101,1 0 258,1-6-235,2-1 122,7-14 57,0-1-101,1 0-56,-3 2 213,-7 9-202,-1 3 90,-2 3 33,-3 2-10,-2 2 100,23 41-101,-17-26-67,16 30 0,-22-39-34,-3-3 192,1-1-114,1-1-21,2-2 234,5-6 359,13-7-604,-6 2 627,9-1-370,2 11-269,-6 1 112,9 2-12,-18 2-197</inkml:trace>
  <inkml:trace contextRef="#ctx0" brushRef="#br0" timeOffset="154500">19582 12551 16400,'5'-9'1894,"-2"2"-1423,-3 7-292,0 0-179,10 17 0,-6 4 269,8 18-224,-8-2-57,0-1 12,4 5 0,-2-16-67,2 1-22,-2-18-68,1-4 213,1-3-56,3-1 67,3-10-45,2-4 135,11-27-157,-7 12 438,5-11-248,-13 22 359,-2 4-236,-4 7-245,-1 4-68,0 4-90,3 14 90,3 12-45,2 21 45,2 9-1552,-8-27 0,-1-1 1552,5 21 0,-5-21 0,-2-15 0</inkml:trace>
  <inkml:trace contextRef="#ctx0" brushRef="#br0" timeOffset="155666">21924 12423 18933,'-3'40'280,"1"0"0,-1 0 0,1-3-145,2 16-113,0 0-22,0-5 34,0-6 145,1-8-179,-1-7 0,1-8 90,-1-5 10,0-7-44,0-3 460,0-3-516,-2-7 33,-5-7 461,-5-11-427,-3-7 325,0-9-247,0-5-33,4-4 269,1-3-381,6 1-39,4 14 0,4-1 39,8 0 0,4 0-6,-3 0 1,3 2-1,7 6 0,2 4-38,12-2-46,2 11 0,-6 7-89,-5 6-168,-9 3-146,-9 6 280,-5 5 213,-8 10-34,-10 8 34,-9 5 0,-12 2-22,-4 1 78,-1-4-56,3 0-235,1-3 235,5-3 112,4-4-100,5 0-147,10-7 292,4 6-157,8 1 190,8 6-44,6 9 156,14 5-650,6 6 370,-16-22 1,1 0 27,2 0 0,0 1-22,-1-2 0,1 0-45,-1 0 1,2-2 16,18 17-448,-3-6-1401,-3-7-1558,-6-8-2081,-4-8 5488,-6-7 0,-8-3 0,-5-1 0</inkml:trace>
  <inkml:trace contextRef="#ctx0" brushRef="#br0" timeOffset="156287">22319 12888 17711,'31'-9'67,"-1"0"1,19-7-1,-24 7-56,-13-2 11,-9 0 58,-2-5 43,-1-3-78,-7-12 459,-3 6-426,-9-3 79,-4 13-23,-4 4 12,3 5-68,0 2-78,4 3-112,0 15 112,10 5-78,7 38 78,19-13 0,-4-14 0,2-2-79,23 7 73,-9-20 1,2-4 39,14 3 16,-9-13 1,-2-5 16,1-12-17,-9-5 1,-2-7 50,-6-14 0,-5-6-51,0-2 1,-2 0-79,-2-3 0,-3 2 330,-4 11 1,-2 5 280,0-11-90,-2 10 369,-2 10-402,-1 11-392,2 8-68,1 4-68,3 3-144,0 10 212,0 10 145,1 18 224,7 11-380,5 6 11,-3-27 0,1 0 5,1 0 1,1-1-264,5 8 0,1-1-1960,8 11-68,5 3-1412,-17-31-2218,-5-8 5916,-5-6 0,-2-3 0,-3 0 0</inkml:trace>
  <inkml:trace contextRef="#ctx0" brushRef="#br0" timeOffset="157340">22768 12735 14663,'-7'-4'3699,"0"0"-2591,7 4-973,0 0-135,10-17-44,28 7 44,-1-11-68,19 12 1,-22 4-180,1-4 247,-16 2 0,-3-5 0,-12 2 0,-4-4 101,-4-3-56,-6-2-45,-6 1 180,-14-4-12,0 9-146,-1 1 45,5 9-67,11 3-179,2 5 112,2 7 67,5 10-11,2 6-68,12 17 56,5-13 23,11 9 0,6-20 0,4-4 90,0-6-45,0-5-11,-5-4-12,-3-2 101,-6 0-67,-4-1 23,0-11 44,-7-1-67,3-10-56,-6 3 302,3-12-302,-3 5 101,3-7 0,-3 12 22,-1 5-89,-1 6-34,0 6-79,-2 2-324,0 3 381,6 20 100,2-1-22,3 18-56,-1-8 11,-3-2-11,-1-5-22,-1-5 11,-3-6 11,1-4 56,-3-5 22,1-1-78,-1-1 79,1 0 10,1-5-89,4-5 0,5-9 11,0-1 23,1 1-34,-3 4 0,-2 5 0,-1 4-34,-1 3-134,2 2 23,0 1 111,1 2 34,0 5-45,7 12-55,-4-3 10,6 3-168,-5-12 90,11-4 191,-5-7-12,7-9 45,-3-25 78,-9 2-78,-1-16-56,-10 10 236,-3-4 88,-1-2 136,-7-4-90,-1 2 72,-4 17 1,-1 2-331,-6-11 78,-5-3 12,11 28-157,2 8-90,7 5 34,0 2-270,4 2 181,0 5 88,0 12 24,1 14-18,5 5 0,2 4 6,-3-8 0,1 0 28,6 12 0,0-1-28,5 12-45,-5-23 1,1-1-505,5 11-1311,5 2-4762,-5-24 6622,-8-10 0,1-3 0,-8-7 0</inkml:trace>
  <inkml:trace contextRef="#ctx0" brushRef="#br0" timeOffset="157636">23516 12591 17599,'31'-27'721,"0"-1"0,-2 2 0,-1 6-295,11 6 313,11 0-705,-14 7-68,4 1 23,-20 7 11,-5 9 78,-3 5-78,-3 10-325,-3 13-1658,-3-9-852,-1 4 2835,-2-17 0,0-7 0,0-5 0</inkml:trace>
  <inkml:trace contextRef="#ctx0" brushRef="#br0" timeOffset="157774">23927 12360 11930,'-5'-10'-2066,"0"0"1,5 14 0</inkml:trace>
  <inkml:trace contextRef="#ctx0" brushRef="#br0" timeOffset="158733">24102 12380 18171,'4'13'179,"1"1"-44,1 4-135,3-1-90,7 3 258,0-7-190,3-2 55,-2-8-33,0-3 112,2-4-112,1-5 0,-2-7 191,-1-18-135,-8 4-11,-1-9 571,-9-1-112,-7 11-246,-4-5 89,-8 16-269,-3 6-156,-1 5 44,-8 4 34,10 5-156,-3 6 77,15 6-89,4 8 135,3 3-113,17 17 213,29-14 45,-10 1-78,16-21-34,-31-15 78,-2-2 57,-1-5-135,-1-2 0,-3 0 156,2-6-66,-4 4-68,3-2 34,-4 7 68,-2 4-124,0 2-180,-3 4 1,1 1 146,0 4 33,4 5 22,2 7 23,1 6-45,0 3 0,-1 0-112,-2-1 224,0-2-157,-2-3 123,2-2 1,-3-7-79,0-1 0,-1-6-11,-1-1 123,2 0-112,3 0 44,4-8 103,11-11-147,-6 1 0,3-3 0,-13 13 89,-4 4-178,-2 3-35,-1 1 79,5 10 123,-1-6-78,9 7 79,2-10 33,8-4-11,7-9-101,5-7-11,-9 0 0,1-2 67,10-12-152,-11 11 1,-2-1-1955,-8 2-6825,-3 2 8875,-30 12 0,12 4 0,-12 1 0</inkml:trace>
  <inkml:trace contextRef="#ctx0" brushRef="#br0" timeOffset="213375">22668 9507 15788,'-41'7'493,"-1"1"0,2 1 0,5 3 426,-2 20-538,-4 9-68,19-17 1,0 2-123,-2 4 0,1 1-29,-1 3 1,-1 1-181,1 5 0,1 0 23,1 1 1,2 3 87,7-5 1,1 2-1,2-1-76,0 2 0,3 0 331,1 9 0,9-3-314,14-16 0,6-5-12,18 9-22,-7-18 0,2-4 0,20-6 23,1-6-274,-2-13 217,-3-9 45,-27 3 0,-1-4-83,1-4 1,-1-3 71,-1-3 0,-1-3-90,1-3 0,-1-3-78,-1-2 1,-1 0 94,-1-2 0,-1 1 23,-2-2 0,-1 1-222,-2 2 0,-1 0 260,-2 2 1,-1 0 11,-3 4 0,-1 2 146,1-26 290,-4 3-200,-2 20 286,0 1-432,0 17 965,0 5-898,0 2 692,0 4-782,0 4 222,0 3 159,0 1-448,0 14 247,0 7-202,0 23 78,0 8-95,0-5 0,1 3-23,-1 2 1,2 1-320,-1 1 1,1-1 352,-1-5 1,2-3-6,2 12-68,-2-7 0,2-7 34,-1-9 0,0-6-34,1-8 34,-1-5 57,-1-5 615,-1-3-717,0-3 90,-2-2 201,1-1-268,-1-18 66,-1 4 35,-1-17-214,-7-20 135,4 15-44,-3-21 44,7 24 22,1 0 45,0 1-134,0 2 67,0 2 0,2 3 0,2 1-45,3 1 45,0 0-22,3 2 78,-1 2-112,4 1 112,-1 2-56,2 1 0,1 2-135,-2 2 135,1 3 12,-4 2 44,0 3-112,-3 1 22,-1 1 34,-2 0 56,1 7-56,-2 9 0,3 12 123,-3 11-123,-1-6 0,-1 2 28,0 2 0,-1 1-28,0 0 0,0-1-34,0-4 1,0-2 33,1 7-45,2-6 56,3-5-22,3-4-101,3-6 112,3-4-45,1-6-123,2-3 168,-2-3 101,0-10-67,6-26-6,-11 6 0,0-2-28,-1-2 0,0 0 0,-2-2 0,-2 0 72,-3 0 1,-2 1 17,0-15-107,-4 17 0,-1 2 51,-2-5 11,-7 7 22,2 6-67,2 9 0,4 4 112,2 6-78,3 1-169,0 2 23,0 15 112,0 3 112,1 19-11,3 2-191,3 4 135,4 0-45,1-2 0,3-3-45,2-1-67,8 3-527,-5-11-514,8-1-3520,2-16 1457,-5-6-2476,6-5 5692,-13-12 0,-8 6 0,-4-5 0</inkml:trace>
  <inkml:trace contextRef="#ctx0" brushRef="#br0" timeOffset="214788">23502 9798 14350,'-2'-9'3620,"0"2"-1425,2 7-1567,0 0 89,-4-6-717,3 5-146,-4-4 113,5 14 66,0 3-21,6 22-24,0-11 12,7 8 12,8-17-12,1-6 67,1-3 123,-2-7-179,-9-6 348,3-17-258,-5-1 504,1-12 67,-7-7-213,-3 11-302,-4-13-112,-4 17 258,-3 2-236,-3 6-22,3 4 22,3 8-44,3 3-23,2 5-101,2 0 134,0 2-133,0-3 133,-1 3 1,0-3-427,0 3 180,0-1 45,-1 1 79,0 0-751,0 0-718,-1 0-336,0 0-134,-2 0 392,2 0 180,-1 0 559,1 0 830,1 0 67,0 0 639,-3 0 10,2 0-324,-3 0 12,4 0-920,0 0-930,0 0 236,0 0 874,-2-1 403,0 0 728,0 0 359,0-1 347,1 1-537,-1-1-192,2 1-43,0-1 414,0 1-214,2 0 2622,-2 0-3327,2 9-157,-1 3 23,1 8 67,0 2 22,0-1-90,0 3-10,0-2 88,0 2 24,0 1-124,0-1 0,0 1-68,0 0 214,0-2-224,0-1 145,0 5-11,0-8-56,0 4 0,0-10-90,0-3 225,0-1-203,0-1 113,0-1-45,-1 0 56,0 0-56,-1-2 0,0 1-45,-2-1 180,0 0-191,-4 1 112,-4 2-45,-2 1 23,-13 8-34,8-5-112,-8 3 179,15-7-134,4-1 67,4-3 0,3-2-3911,1-1 426,0-3 3485,0-18 0,0 13 0,0-12 0</inkml:trace>
  <inkml:trace contextRef="#ctx0" brushRef="#br0" timeOffset="215674">23747 9581 10742,'-1'-5'2599,"0"0"-1232,1 5 146,12-13-740,-8 8 191,9-8-79,-12 12 706,-1 1-1557,6 0 44,5 2 12,11 9-1,6 8 57,6 14 23,0 6-164,-15-7 1,-1 0 16,7 14-22,-3 9-22,-13-31 22,-6-7 145,-1-8 1,-2-5-101,0-2 291,0-2-325,-5 0 247,1 0-113,-5-7 315,1-7-225,2-13-207,4-2 0,0-2-106,6-22 139,0 16 1,3 0-185,11-13 56,5 6-449,-1 9-3843,5 1-582,-10 14 4941,1 2 0,-13 14 0,-2 3 0</inkml:trace>
  <inkml:trace contextRef="#ctx0" brushRef="#br0" timeOffset="216248">24200 9435 17454,'3'-2'4101,"0"0"-3642,-3 2-101,3 46-66,1-8-292,-1 0 0,1 4 62,4 8 0,0-1-62,1 7 11,-2-15 0,0-6 56,-4-15-44,-1-8-23,0-7 224,0-2-135,-1-3-78,1-7 12,-1-8 22,3-15-23,2-12-22,4-14 0,-3 25 0,1 0-6,1-3 1,0 0 5,5-6 0,1 1-23,6-10 1,-2 7-146,-9 33 347,0 38-156,7 25-7,-8-24 1,1 1-12,1 3 1,0-2-6,5 2 0,4-12 0,3-11 202,30-15-135,-5-16-50,-13 4 0,2-3-1247,6-14 1,-2-3 1229,-11 10 0,-1-1 5,8-8 1,-3 1-174,3-10 56,-9 6-4426,-7-2-3081,-10 17 7619,-13 2 0,0 16 0,-7 4 0</inkml:trace>
  <inkml:trace contextRef="#ctx0" brushRef="#br0" timeOffset="245017">422 14089 17913,'-7'-9'2275,"2"1"-1917,5 8 315,0-1-673,2 4 112,16 11 78,12 10-134,-5-3 0,3 0-476,1 3 1,1-1 419,1 2 0,1 1 11,5 2 1,-1 0-40,-8-6 0,-1 0 28,-2-2 0,-2-3 56,1 4-56,-18-16 0,-3-2 100,-2-3-133,-7-14 33,-11-9 33,-11-13 1,-4-5-34,4 8 0,-3-2-515,-7-7 0,-5-5 1,3 4 581,3 3 0,0 3-4,6 5 1,-1 0 0,3 3 42,4 3 1,2 4 196,-15-15 425,11 10-594,9 8 135,7 7-146,5 4 0,4 5-347,1 1 2081,25 15-1857,15 6 67,-1-3 0,9 4 1,-2-2-800,8 2 0,2-1 646,-4-1 0,4 0 0,-3-2-547,3-1 0,-4-3-577,-2-1 0,-1-1-404,-6-2 1,-3 0 1613,-3 1 0,-4-2 0,2 1 0,-10 0 0</inkml:trace>
  <inkml:trace contextRef="#ctx0" brushRef="#br0" timeOffset="245785">658 14083 22193,'-28'-19'-369,"12"-8"245,24-3 1,7-3-325,3-17 162,-8 18 0,-3-2 186,-7-21 111,-15 12 235,-10-9-22,-12 18 34,-4 3 269,-3 3-46,2 4 730,-6-1-819,19 9 34,0 3-135,21 10-145,4 3-314,4 0 168,21 7 72,18 10 1,8 3-67,0-3 0,5 2-838,-2-1 1,7 2 0,2 1 0,-5-3 831,-4-3 0,-3-2 0,2 1-37,-2-1 1,2 1 0,0-1-1,-5-2-395,12 4 0,-5-3 208,-7 0 0,-4-1-477,-7-1 1,-4-1-1608,12 6 168,-14-5 22,-15-5-515,-8-4-1322,-22-1 571,-15-6 3384,-20-2 2039,5-1 0,-2-1-1087,13 4 1,1 1 1010,-10-3 0,2 2 166,1 4 1951,12-2-2623,15 3-740,6-9-628,8-3 46,1-11 10,0-8-145,1-5 0,0-3 34,0-1-12,0 2 12,-1 0 1260,-11 0-1171,-6 10 0,-5 0-112,2 6 0,-3 2 0,-9-8 1,-2 1 61,7 9 0,-1 3 50,-13-6 0,1 3-17,11 6 1,0 1 352,-12-3 1,3 3-280,7 6 266,4 3-311,22 3-135,3 0-79,3 0-156,9 7 235,17 9-11,15 7 0,10 4-30,-9-8 0,3-1 0,2 1-965,-4-2 1,3 0-1,0 0 1,-3-2 265,6 1 0,-2-2 1,-3-2-589,13 1 1,-6-2-2775,-2-4 4102,-22-4 0,-13-2 0,-11-1 0</inkml:trace>
  <inkml:trace contextRef="#ctx0" brushRef="#br0" timeOffset="246370">951 13499 21196,'-27'-34'-8,"1"0"1,1 1 0,8 1 7,16-16 56,1 0-11,0 3 22,-2 4-11,-4 6 246,-16-7-234,2 16 279,-23-5-190,19 21 55,-6 4-20,15 6-36,3 9-245,6 3-114,12 28 97,12-16 0,6 0 38,-3 0 1,3-1-280,11-1 1,2-4 335,19-2-1126,-17-21 1,5-8 0,-7 0 1237,12-8-17,1-6 0,-11-5 5,-37-7-66,-15-5 111,-5 10 1,-4 0-135,3 8 0,-1 1 17,-11-12 0,1 3-17,5 7-225,5 4-324,17 21 677,6 2-352,10 7 3526,11 7-3515,1 2 0,2 1 168,11 8-55,6 2 167,-29-20-34,-8-7 46,-4-14 157,-3-13-158,-7-20-277,2 17 0,-2 0 199,-3-3 0,-2-2-488,-9-12 1,-3 0-572,5 13 0,0 1-1238,-9-9 0,-1 3 2297,-14 0 0,18 16 0,5 11 0</inkml:trace>
  <inkml:trace contextRef="#ctx0" brushRef="#br0" timeOffset="246814">692 11765 16434,'-7'-3'2118,"0"0"-2118,7 3-45,-5 11-4206,14 1 4239,6 12 860,21-2-848,11 0 90,10-4-510,-25-9 0,0-1 453,3-1 1,0-2-34,0 1 0,1-1-39,9 1 0,-2-1 39,15 3 1454,-26-5 1,-4 1-1399,-9 1 2363,-11 4-2217,-11 0-202,-8 8 1335,-9 2-1480,-3 3-3531,-10 9-5937,7-9 9613,3-2 0,13-12 0,10-8 0</inkml:trace>
  <inkml:trace contextRef="#ctx0" brushRef="#br0" timeOffset="247998">1166 11667 19729,'-46'-18'-79,"9"3"-112,38 21 158,9 3 33,6 8-45,27 12 45,-8-9-224,19 4 112,-25-17 291,-3-24 236,-27-41-146,-7 3-40,-1 17 1,-3 2 599,-7-7-795,8 20-34,1 3-572,9 18 102,8 2 571,30 12-236,-6-6 1,2-1-309,2 3 0,1-2 152,1 0 0,-1-3-628,8-8 404,-12-6 436,-11-11 202,-20-25 135,-21 4-794,2 13 1,-4 0 899,-6 4 0,-4 3-146,-4-2 1,-2 2 128,-4-1 1,-2 2-40,-3 1 0,-2 1 73,1 1 0,-1 3 0,1 1 0,2 2-99,4 2 1,2 2-138,6 3 1,3 1 459,-17 1-448,17 3-157,13 1-101,10 0 23,6 3 1059,3 8-1037,13 10-44,14 14 66,-5-16 0,3 0-151,4 1 0,3-1 174,3-3 0,2-2-40,0-2 0,1-2 23,-2-4 0,0-1-73,-2-2 0,-2 0-302,25-3 22,-12-7 281,-11-5-91,-10-11 191,-11-8 112,-9 2 0,-2-3 11,-7-19-161,-1 15 0,-3 0 117,-14-16 369,-9 5-191,-3 7 516,2 10 44,-5 11-705,17 9-112,2 6-134,16 4-135,7 16 191,10 4 16,9 8 0,4 0 0,-3-9 1,1-1-6,13 6 0,1-4-74,-9-11 1,0-4 55,0 0 0,0-3-162,27-7-100,-8-9 146,-10-13 145,-12-12 0,-13-9 112,-8-8 100,-18 12 1,-6-1-146,1 8 1,-2 1-262,-14-11 1,-4 2 265,2 11 1,-1 4-320,-2-1 1,-1 3 358,1 1 0,1 1 5,2 5 1,2 3 54,-19-6 7,17 13-123,15 7-225,11 4 534,7 2-444,1 5 907,2 4-985,18 10 255,0-9-87,15 0 34,-4-9 89,18-11-78,-9-4 73,-5-4 0,0-4-51,10-14 56,-15 10 1,0-2 83,7-7 1,-1 1-417,-9 10 1,0 0 253,9-6 0,-2 3-67,3 9 67,-8 12 291,-11 30-167,-6 22-1432,-9-6 1,-3 9 0,-2-1 1204,-4-9 0,-2-1 0,1 0 1,4 3-1,1-1 0,-2-5 1,-19 18-1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8T05:56:54.234"/>
    </inkml:context>
    <inkml:brush xml:id="br0">
      <inkml:brushProperty name="width" value="0.09071" units="cm"/>
      <inkml:brushProperty name="height" value="0.09071" units="cm"/>
      <inkml:brushProperty name="color" value="#FF0000"/>
    </inkml:brush>
  </inkml:definitions>
  <inkml:trace contextRef="#ctx0" brushRef="#br0">12088 16928 14495,'6'15'427,"-2"-3"-293,-2-12-55,1 0 122,1 0-55,1 1 1658,1 1-1536,4 0-212,-3 0 774,1 0-718,-5-1 594,-2-1-796,3 0 112,0 1 90,9-1 259,13 0-159,3 0-38,25-1 0,2-1-163,-4-1 4,-3-2 0,8-3 0,-8-1 29,4-4-38,-1-2 0,-2-1 150,-7 0-83,-7 3 0,-1-1 39,-1 1 67,4-1 1,2 1 178,6 0-313,8-1 0,-15 9 56,8 4 56,-3 1-124,-9 0 1,-1 0 55,13-4-44,0 0 11,6-9-33,-14 5-18,-7 2 1,2 1 10,2 3 1,2 1 5,2-2 1,2 0-18,-2 2 1,-1-1-6,-7-1 0,0-1-6,5-4 1,-1 0 50,10-1-28,-11 0 0,-1 1-17,15 1-90,-9 0 90,11 3 0,-14 2 0,-3 1 22,0 1-10,-3 0-12,0 0 0,1 0-12,0 0 12,4 0 0,1 0 0,3 0 23,1 0-23,1 0 0,-1 0 0,0 0 0,-4 0-23,13 0 23,-2 0 0,0 0 0,-8 0 0,-13 0 56,0-1-56,0 0-44,1 0 44,0 0 11,2 1 11,0-1-44,5 1 44,1-2 1,4 2-23,2-1-56,0 1 56,-2 0 22,-5 1-22,-5 2 0,-6 2 0,-2-2 0,-10 1 34,-3-3-34,-7 0-34,-2-1 34,3 0 78,-1 0-78,4 0 0,-2 0 90,0 0-34,-2 0 225,-1 0-91,-1-6-22,0-1-67,0-8 45,0-1-124,0-3 45,0 0 247,0 0-314,0-1 22,-1-1 57,-3 0-79,-2-3 112,-4-3-112,1-5 11,-2-1 56,0 0-67,-1 0 0,1 6 135,-3-4-68,6 12-67,-1-2 0,6 13 23,1 2-23,1 2-23,1-2 23,0-1 11,0 0 34,-1 0 0,0 2 89,-1 1-134,0 3 0,0 1 45,1 0-22,-1 0-23,1 0 0,-1 0 0,-1 0-79,-2 0 102,-5 0-23,-9 0 0,-10 0 22,-10 0-11,-10 2-11,-4 2 0,-5 2-56,1 0-972,0 0 1028,1 0 11,1-1-240,2-1 229,0 0-44,2-3 44,1 0 28,14 0 0,1 0-62,-20 3 34,19-1 0,0 0 22,-17 5-22,13-1 0,-1 0 6,9-1 0,0-1-40,-12 3 0,1-1 34,10-3 0,2 1-28,-1 0 0,0 0 28,1 1 0,1-1 23,-29 6-1,4 0-22,0-2 11,-1 0-33,15-4 0,0-1 16,10-1 0,-1 0 6,-10 0 0,1 0 112,-15-1-112,-3-1-11,1-1 11,27 0 0,0 0-11,0 0 0,-1 0 11,1 0 0,0 0-23,0-1 1,0 1 22,-26 0 0,8-1 34,7 1-34,9 0 0,5 0-12,6 0 12,3 1 0,4 0 1043,2 0-1032,0 0 282,1-1-293,-5 0 0,-2 0 11,-4 0-11,-3 0-11,0 0 0,-1 0 22,1 0-22,-11 0 11,9 0-34,-7 0 23,13 0 11,1 0 0,3 0 34,2 0-34,-2 0 33,6-1-33,-3 1-56,7-1 34,-5 1 33,3 0-11,-6 0-11,3 0 0,-9 0-12,3 0 23,-5 0 11,3 2-11,1 0 0,-3 1 34,-5 1-34,9-2-22,-3 0 22,13 0 0,3-1 22,4 0-22,1 0 90,0 0-1,0-1-111,0 4-135,0 13 157,1 21 0,1-4 0,1 4-1081,2 10 0,1 3 1064,1 8 1,2 0 19,-1-19 1,0 0 0,0-1-363,4 16 1,1-1 386,-2-8 0,1-1-17,-1-8 0,0-2-33,5 20 33,-2-16-11,-5-14 11,-3-11 0,-3-9 1923,-1-3-2113,-1-2-120,0-3-5124,0-14 5423,-7-17 0,5 12 0,-5-4 0</inkml:trace>
  <inkml:trace contextRef="#ctx0" brushRef="#br0" timeOffset="11774">4272 6030 8210,'-1'-6'1098,"0"2"90,1 4-718,-10-9-156,8 5 201,-9-7-257,10 8 246,-1 0-493,1 1 113,-1 0-68,1 1 100,-1-1 57,0 2-213,1-2 23,-1 1 280,2-1-1,-2 1-291,1 0 807,0 1-818,0-2 33,1 1 135,2-3-123,4 2 22,6-3-55,8 1 0,5-2 122,4-1-134,5 0 0,7-1 67,5 0-67,7-3-973,2-1 1107,0-2-100,0-2 100,-1-1-134,1 1 34,-2-2 55,-1 3-55,-2 0-17,-17 7 0,0 0-6,17-2 5,-20 4 1,0 1-17,7 0 23,-1 0-46,-3 0 23,0 2 0,-3-1 79,2 2-68,1 0 1007,3-1-1018,19-3-45,-12 0 157,15-3-112,-17 0 101,-1 1-90,0 0 57,-3 2-68,-3 1 0,-2 2-112,0 0 156,-2 1-44,3 1 45,15-3 0,-9 3-45,12-3 0,-17 4-123,-3-2 123,-3 2 0,-3 0 123,1 0-101,0 0-33,3 0 11,4 0 0,2 0-101,3 0 101,14 0 79,-12 0-68,8 0 45,-8 0-56,-14 0-168,9 0 168,-22 0 11,-1 0 34,-9 0-45,-1 1-22,-2 0-370,0 4-68,-4 9-2509,-13 8 2969,-16 5 0,10-10 0,-2-6 0</inkml:trace>
  <inkml:trace contextRef="#ctx0" brushRef="#br0" timeOffset="16362">4673 6188 8702,'-3'0'1211,"0"0"2352,3 0-3003,-12-14 315,8 9-741,-8-10 224,11 14-167,-1 0-68,17 1-123,5 0 0,22 1 11,11-1 6,-20 1 0,2-1-17,4 1 0,4-2-107,0-2 1,4-1-1,0 0 174,-1-1 0,0-1 1,2 0-576,7-2 1,2 0-1,-4 0 525,6-2 0,-6 1-17,-10 2 0,-3 2-287,-4 2 1,-3 2 364,19-1-78,-16 1 0,1 1 0,21-1-62,-26 0 1,3 0 117,2-1 0,2-1-56,0 0 0,3 0-63,-2-1 0,2 1 1,0-1 73,0 1 0,0 0 1,1 0-57,10-1 0,2 1 0,-2 0-218,-12 1 1,-1 0 0,-1 1 262,18-1 0,-4 1 16,-14 0 1,-2 0 373,0-1 1,0 1-352,-1-1 1,0 1-40,0-2 0,0 1 5,-1-1 1,0 0-40,0-1 1,0 0 38,-1-1 1,0 1 322,-3-1 1,0 1-272,24-3-1,-10 3 0,-8 2 182,-7 0-238,-4 1 1358,-1 0-1358,15 0 45,12-1-57,0-1 649,6-1-649,-27 0 1,2-1 5,1 0 1,1 0 5,-1 0 0,0 0 11,20-4-11,-23 7 0,-10 1 0,-3 1-33,-8 0 44,-3 0-11,-5 0 291,-1 0-2935,0 1-998,-1 6 3642,1-2 0,-1 2 0,0-4 0</inkml:trace>
  <inkml:trace contextRef="#ctx0" brushRef="#br0" timeOffset="25465">17667 6158 12356,'-21'0'1008,"4"0"-929,15 0-1,-1 0 79,-3 0 0,-2 0 111,0 0 91,0 0-303,2 0 437,3 0-381,1 0 2252,1 0-2364,6 0 0,6 0-3325,14 0 3359,11 1-34,11 0 0,11 2 0,-26-2 0,2 0-339,3 1 1,0-1 338,3 1 0,0-1 0,-1 1 0,1-1 22,0 1 0,0 0 17,11 0 1,-1-1-40,-14 0 0,-1 0 16,16 0 1,-4-1-17,-4 0 0,5 0-44,-25 1 111,0 0 2989,1 1-3056,2 1 0,6 1-33,4 1 33,5 1 0,4 1-12,4-1 24,2 1-1,-1-2 28,-18-2 0,-2-2-39,8 1 1013,3-1-1013,-29-1 236,-6 0-101,-4 0-6298,-2 0 6163,-9-3 0,7 2 0,-7-3 0</inkml:trace>
  <inkml:trace contextRef="#ctx0" brushRef="#br0" timeOffset="25930">17284 6200 13846,'47'-6'239,"1"-1"1,-1 1 0,-1 0 0,0-1 0,-2 1-223,6-2 0,-2 0-1510,6 0 1,2 1 1514,-17 2 1,2 0-1,0 0-22,1 0 0,1 1 0,2 0-587,2 0 1,4 0-1,0 1 1,-3 0 589,2 0 1,-2 1 0,1 0-4,-3 0 0,2 0 0,-1 1 0,-4 0 245,12 1 1,-6 0-218,-6 0 0,-4 0-17,21 0 34,-25 0 1218,-14 0-456,-15 0 2989,-3 0-4185,-3 0 1,0 0-1</inkml:trace>
  <inkml:trace contextRef="#ctx0" brushRef="#br0" timeOffset="37092">2379 6918 10237,'3'-36'131,"-1"0"0,1 3 0,-1 6-64,-2 12 1,0 3 88,-3 3-111,-1 3-45,-2 2 0,-2 3 247,1 0-169,2 1 224,2 0 1693,3 0-1995,0 2 68,3 4-46,5 3 56,5 1-55,3 0 55,0-3 101,0 1-167,-1-2-12,1-1 179,0 0-23,0-2-10,2 2-56,0-3 246,8 4-313,6-5 324,11 2-224,-3-3-56,3-4-33,-6-2 168,5-4-202,1 0 0,2-1 44,-2 3-32,14-5-12,-19 6 33,9-3 23,-2 3-33,-13 1-1,16 0-44,-16 1 22,2 0 0,4-1 22,17-1-22,-11 1 90,11-1-57,-19 2 1,-2 0-34,-1-2 45,-2 0-34,1 0-11,-2-1 0,0 0 67,-1 1-67,-1 1-22,8 1 22,-10 2 22,5 1-22,-9 0 0,3 1 22,4 0-22,18-1-11,-9 1 44,-5 0 1,-1 0-34,7-1 0,9 1-11,-2 0 11,-13 1 0,13 0 23,-15 0-57,1 0 0,1 0 34,0 0-11,1 0 56,2 2-90,0 0 45,1 1 0,-2 1 0,13 4 0,-13-1 0,10 3 0,-16-2 0,15 3 34,-2-2-34,-1-1 0,-11-3 0,-15-3 0,-3 0 0,-3 0 11,-2-1-11,-4 0 11,-1 0 483,-1 0-7431,-8 2 6937,-15-2 0,10 3 0,-9-4 0</inkml:trace>
  <inkml:trace contextRef="#ctx0" brushRef="#br0" timeOffset="51408">7176 6573 10686,'-15'-13'3899,"3"3"-3664,12 9 640,0 1-875,4-2 0,5 1 257,18-6-257,-1 3 146,11-5-146,-10 5 134,0 0-134,0 0 11,1 1-55,2 0 44,3-1 0,3 0 134,3-1-134,4-1 22,-10 1 1,0 0-23,18-2-243,-17 2 0,0 0 288,10-1-79,-2-1 113,-1 1-12,14 0-67,-11 2-229,11 0 195,-16 2 34,3-1 0,1-1 45,4 0-45,-2-2 134,1 2-134,-3-1 0,-3 1-179,-2 1 280,-5 0-101,-1 2 485,5 0-429,-11 1-56,7 0 35,-13 0-136,0 0 341,-2 0-240,-4 0 23,-5 0-23,-4 0-135,-4 0-2240,-1 4-1760,-1 0 4135,-14 1 0,9-2 0,-8-3 0</inkml:trace>
  <inkml:trace contextRef="#ctx0" brushRef="#br0" timeOffset="52771">7386 6914 15370,'-29'-2'168,"6"0"-202,23 2 57,0 0-23,9-1 56,5-1 179,12-2-235,8-1 0,6-2 123,10 1-89,6-1-23,-24 4 0,0 0-185,2 0 0,1 0 174,1 0 0,0 0 50,1 0 1,0 0-51,1 0 0,-1-1 0,2 0 0,-1 0 39,-1-1 1,1 0-1,-2 0 0,0-1-39,-2 0 0,0 0 22,8-3 1,-1 0 78,-11 4 0,0-1-101,7-2 0,0 0 0,11 0 123,3-1-89,-3 2 11,3 0-45,0-1 33,3 0 113,4-4-146,-28 6 0,0 0 0,1-1 0,0 0 22,-1 1 1,0-1 10,1 2 1,-1 0-29,1 0 1,-1 0-6,1 2 0,0 0 11,-1 0 0,1 1-67,28 0 56,-4 1-34,-20 1 1,-1 0 33,16 0 0,-19 0 0,-1 0 0,10 0 0,2 3 39,-8 0 1,2 0-52,23 4-189,-18-3 0,2 0 223,-9 0 0,-2-2-16,4 2 0,0-2-6,0 1 0,0 0 16,1-1 1,0 0 28,0 1 0,0-1-45,-1 1 0,0 0 0,-1 1 0,-1 0 0,-2 1 0,0 0 0,-1 0 0,-1 1 0,29 5-6,-29-5 1,-1 1 27,1-2 0,-1 0-28,2 0 1,2-1 5,19 0 0,1-2 22,-11 0 1,-1-1-18,15-1 1,-1 1-12,-19-1 1,-2 0-6,25 0 11,-12 0 368,-10 0-368,-10 0 0,-8 0-11,-7 0 22,-5 0 101,-4 0 550,-1 0-942,-2 2-2801,0 7 3081,-11-2 0,8 1 0,-9-6 0</inkml:trace>
  <inkml:trace contextRef="#ctx0" brushRef="#br0" timeOffset="54465">13283 6521 10013,'-55'-4'-78,"5"2"78,30 5 0,0 2 0,-1 2-134,3 0-90,1 1 100,3-1 113,2 0 11,1-2 23,1 1-1,-1-1 34,-2 1-56,0 0 11,-2 1 23,1-1-1,1 0 68,0-3 403,1-1 147,2-1 424,1 0-257,0-1-303,0 0 348,-1 0-527,0 0 113,0 0-147,0 0-44,-1 0 56,0 0-236,-1 0 12,1 0 167,1 0-178,3 0-79,1 0 33,2 0-33,1 0-101,0 2-671,1 5-2567,1 3 3339,0-1 0,1-1 0,0-8 0</inkml:trace>
  <inkml:trace contextRef="#ctx0" brushRef="#br0" timeOffset="55381">12624 6972 15347,'-11'-4'616,"2"0"-616,10 4 0,12-1 572,15-2-477,18-3 1,9-1 49,-7 2 1,3-1-572,-1-1 0,5 0 1,-1 0 451,-8 3 0,-1 0 0,4 0-26,3 0 0,4 1 0,2 0 0,-1 0 8,0 1 1,1 0-1,1 1 1,-2 0-545,0-1 0,0 0 1,-1 1-1,-3-1 562,10 1 0,-2 0 1,-8 0-5,-8-1 0,-6 0 79,21-1-78,-31 1 413,-15 0-436,-26 0 876,-8-1-1044,-36 0-246,7 2 866,13 4 1,0 2-1081,6 1 1,1 2-12,-4 3 1,0 2-180,-3 0 0,-2-1 252,-2 1 0,-3 0 244,0-2 1,-3-1 0,1 0-869,-9 0 1,1-1 1189,6-2 0,-1 0 0,3-1 39,-2-3 0,3-1-22,2-1 1,1 0 290,3 0 1,2-2 217,4 1 1,1 0 448,-22-4 1165,-3-7-1412,21 2-99,0-4 189,22 8 1463,6 1-2248,4 3 682,9 0-659,24-1 0,10-1-56,-2-1 0,5 0-459,4 0 1,5-1 0,0-1 506,-4 1 1,-1 0-1,5-1-48,2 1 0,5 0 0,1 0 0,-4 0-568,3 1 0,-3-1 1,2 1 578,-4 1 0,2 0 0,0 0 1,-6 1-12,-6 0 0,-4 1 0,-2 0-6,13 0 0,-5 1-10,-10-1 0,-5 1-52,2-1 68,-28 0-235,-39 0 218,6 0 1,-5 1-74,-13 0 0,-3 0-721,-9 1 1,-1 0 802,16 1 1,-1 0 0,0 1 7,-3-1 0,0 0 0,0 1 49,-1 1 1,1 0-1,-1 0-49,0-1 0,-1 0 0,1-1 0,3 1 0,-1 0 0,1-1 3,3 0 1,0 0 0,1 0 41,-14 1 0,3-1-161,9 1 1,4-1 216,-18 0-23,27 0-156,17-2 2681,18 1-2553,24 0 1,15-2-25,-6-1 1,9-2 0,3-1 0,3 0 0,-2 0-349,2 0 1,1 1-1,1 0 1,0-1 0,2 0 136,-5 1 0,2 0 0,0-1 0,0 0 0,-1 1 0,-4 0-1406,10-1 0,-2 0 0,-4 1 0,-6 1 1657,9 2 0,-9 2 0,10-1 0,-31 0 0</inkml:trace>
  <inkml:trace contextRef="#ctx0" brushRef="#br0" timeOffset="64531">8513 7050 10226,'-7'-23'236,"2"3"-79,5 20 358,-8-17-492,2 6-113,-4-11-235,5 9 280,1 1-156,2-2 223,-5-10 45,3 4 45,-9-13-78,4 15 526,-2-3-370,2 10 651,-4 1-516,4 3 134,-6-4-313,8 5 358,-1-1-392,4 4 280,0 1-22,1 0 1199,2 2-1569,5-1 78,18 7-44,14 2-34,4 2 100,4-1-88,-2-2 78,0-3-12,-2 1-78,-7-1 0,-15-2 45,-4 0-45,-3 0-22,-1-2 22,-2 2 44,1 0-44,1 0-11,3 2 90,15 1-35,8 3-10,2-1-34,3 0 78,-3-4-78,-8-2 45,4 0-45,-12 0 0,-3 1 56,0 0-45,0 0 23,0 1-34,0-1 0,0 1-45,1-1 101,13 1-45,10 1-22,-13-2 0,2 0 16,2 1 1,0-1 5,21 1-11,-3 1 12,-19-2 10,16 4-67,6-3 45,-16 0 0,0-1 0,-6-1 0,-1 0 22,0 0 1,-2-1-12,11 0 23,-3 0-34,-5 0 0,-1 0-79,-1 0 158,-1-1-79,2 0 11,0-2 0,1-1 0,1-1-11,-1-1 0,-4 1-22,-6 2 44,-6 0-22,-6 3 79,-5-2 10,-3 2-3763,-2-1 3674,-1-6 0,0 5 0,0-5 0</inkml:trace>
  <inkml:trace contextRef="#ctx0" brushRef="#br0" timeOffset="65518">8718 6944 10081,'-37'-32'2465,"5"5"-1490,18 19-482,3 2 1277,-15-12-1176,15 11 717,-14-11-728,19 14-437,-2-2-438,18 0 331,37-8 1,14-3-12,-13 3 0,2 0-503,-5 2 0,4 0 0,3-1 0,-3 1 475,3 0 0,-2 0 0,8 1-10,-12 3 0,7-1 1,3 1-1,2 0 1,-1 0-1,-3 0 1,-7 1 3,2-1 0,-5 1 1,-1 0-1,5 0 6,1 0 0,7 0 0,2-1 0,-2 1 0,-8 1 0,-12 2 101,9-1-11,-22 3-68,-14 1 404,-6 1-706,-3 0-2566,2 0 2246,5 0-4206,4 0 4806,2-3 0,-5 2 0,-5-3 0</inkml:trace>
  <inkml:trace contextRef="#ctx0" brushRef="#br0" timeOffset="68287">15872 6746 15437,'-43'-12'919,"-1"0"0,4 1 0,6 10-897,2 46 56,18 1 1,3 12-1,6 1-42,6-13 1,5 1-1,1 1 1,-1-1-198,-2 4 1,-2 1-1,4-2 1,8-4 165,9-5 1,8-2 0,3-5-1,-3-7-318,8-7 0,2-6 313,12 4 0,2-10-50,-15-19 0,0-10 1,-3-4 77,2-10 0,-6-10 23,-12 6 0,-1-6 0,-4-3 1,-9 2 194,-14-10 1,-11 1-1,-1 2-246,5 4 0,-1 3 0,-9 8-49,-20 10 1,-11 9 0,8 15 8,11 23 1,4 13 16,-2 8 1,1 8 0,8-1-17,9 6 0,11 0-29,9-4 1,6 2 0,3-9 67,19 6 0,-9-23 0,4-4 532,22-8-426,-17-23 1,2-7-46,4-4 1,1-7-17,-1-6 0,2-7 0,-3 2-7,0-1 0,-2 1-64,-7 7 0,1-1 0,-3 6 26,12-6 281,-5 11-494,26 24 123,-22 17 149,-1 10 0,-2 9-82,-12 2 0,-3 2 74,-2-7 0,-1-1 610,5 18 171,-18-48-429,-13-34 1,3-17-572,19 20 0,4 0 156,-13-20 1,7 3-53,21 24 1,13 7 0,-2 3 1,4 2 1,1 3-48,-3-1 1,2 0 0,-4 0 153,3 2 0,-8-3 739,1-13-571,-28 10-347,-53-2 43,1 39-133,9 11 0,11 6-45,27-9 1,9 0 268,-4 6 0,8-11 95,24-33 0,3-19 246,-17-9 1,-6-6-292,-4 2 1,-1 12-387,10 40 351,-13 14 0,-3 14 0,0 4-198,3-1 1,0 4 0,1 3 0,-1 0 161,-2-5 1,-1 2 0,1 0 0,-2-1 0,1-4-411,3 11 1,-1-4-1,-3-2 520,-1-4 1,-4-2 0,-6-11-1,-16-12 247,-10-15 1,-7-6 335,-13-9 1,-4-6-472,1 3 1,0-3-402,-1-9 0,6-3 261,18 5 1,6-2-14,3-12 1,5-2-127,-3-20-96,14 17 1,7 0-1239,17-15 431,-4 28 1,5 2-544,3 3 0,4 2 1524,18-4 0,0 4 0,-1 1 0,-16 8 0,0 0 0</inkml:trace>
  <inkml:trace contextRef="#ctx0" brushRef="#br0" timeOffset="69323">17725 6910 17151,'-32'32'-34,"0"-1"1,0 7-1,7 1 34,12 16-44,20 4 133,8-28-89,14-15 34,-8-16 291,-1-13-202,-10 0-34,-2-11 831,-8 3-461,0 1-146,-1 1-99,-3 3 267,-1 3-346,-3 5-135,3 4-101,1 3-45,2 1-100,1 0 224,1 8 10,7 8 12,7 11 12,11 4-12,7-2-90,-6-14 0,3-2 180,23 1 0,-2-2 10,-18-11 91,-20-4-191,-5-5 0,-2-4 168,-2-7-157,-1-2-11,0-2 269,0-18-269,2 13-90,0-4 90,1 21-56,-1 8-33,2 3-57,11 7 146,2 8-179,11 10 201,-4 8-22,-1 3 78,-7-8 1,-1 0-79,4 3-78,2 6 190,-17-30-112,-5-7 112,-1 0-34,3 0 101,0-3-179,4-9 0,2-9-101,3-10 146,2-5-45,-1 1 34,-1 3-12,-2 7-22,-3 8 0,-2 7-168,-2 6 45,-1 3-157,6 9 258,2 9 44,7 10-22,1 8 0,6 11-224,-6-16 224,1 3 0,-11-20 22,-2-6-10,-4-2 77,4-4 23,16-31-112,-3 2 33,-1-1 1,-1-1-809,7-19 798,-1-1-23,-1 5 67,-3 8-224,-2 11 157,-1 11-190,0 8 134,3 10-12,5 15 68,5 12-1659,3 14-1377,1 2-1014,-3-3 4050,-5-11 0,-12-14 0,-6-9 0</inkml:trace>
  <inkml:trace contextRef="#ctx0" brushRef="#br0" timeOffset="69774">19263 6595 17883,'-36'43'2,"0"-1"0,-1 1 0,10-12 1,2 0-1,3 1-2,5 9 0,4 2 0,4-3 0,2-4 0,6-3-101,14 23 101,12-16-11,18-14 11,12-14 45,-26-8 0,2-3-40,12-10 1,0-4-6,-10 5 0,-1-1-79,8-8 1,-4-1 178,4-4-1691,-11 6-5162,-13 4 6753,-9 6 0,-5 2 0,-2 3 0</inkml:trace>
  <inkml:trace contextRef="#ctx0" brushRef="#br0" timeOffset="70083">18622 6688 9106,'-9'11'0,"2"-2"0</inkml:trace>
  <inkml:trace contextRef="#ctx0" brushRef="#br0" timeOffset="72286">20220 6615 18776,'-7'-40'-5972,"2"14"22,2 40 5950,-2 9 0,1-7 0,0-3 0</inkml:trace>
  <inkml:trace contextRef="#ctx0" brushRef="#br0" timeOffset="72450">20248 7036 13667,'1'5'2688,"0"-2"-1735,-1-3-1110,14 0-5322,-10-3 5479,9-5 0,-13 3 0,-1-3 0</inkml:trace>
  <inkml:trace contextRef="#ctx0" brushRef="#br0" timeOffset="73804">20954 6599 16479,'0'-5'2129,"0"0"-1659,0 5-447,14 12-1,-2 6-22,16 12-235,-5 4-370,1-3 605,11 0 0,-19-16 0,4-1 0</inkml:trace>
  <inkml:trace contextRef="#ctx0" brushRef="#br0" timeOffset="73943">21024 6244 12546,'-36'5'0,"8"-2"0</inkml:trace>
  <inkml:trace contextRef="#ctx0" brushRef="#br0" timeOffset="75021">21230 6497 16625,'4'0'201,"-2"0"-413,-2 0 301,28 32-89,-12-6 0,4 1 0,-1 1 34,1 13-34,0-1-23,-3-3 23,-1-7 34,-3-6-12,-3-8 1,0-8 313,-4-4-235,12-21-1,-3-5-44,11-19 90,-4-1 235,-2 2-336,-4 6 650,-5 7-326,-5 9-111,-3 7-11,-2 6-202,-1 3-583,0 2 538,6 6 0,13 23 11,2 1 22,9 17-33,-1-6 12,-10-15-12,1-4 0,-11-16 33,-2-5 23,1 0-11,1-3-45,6-11 56,7-9 22,6-14-78,3-6-3392,-2-3 3437,-2 4-34,-5 4 1,-4 8-12,-4 8 0,-6 9-146,-4 6 112,-3 3 3034,0 3-3011,2 5-22,2 7 33,5 7-112,2 4 67,2-3-123,1-2 11,-4-9 191,-2-3 234,-6-6-268,-3-2 0,0-5 23,-7-3-12,-2-2-22,-8 5-23,-3 2 34,-2 4-157,-1 3 90,3 8-90,3 6 135,5 12-45,6 3 67,3 5-23,15 15 12,3-15 11,13 4 0,3-25 23,2-7 133,2-7-88,1-12-24,10-17 192,-13-2-180,-3-5 0,-1-1 44,0-1-89,-7 6 1,-2 2-12,1 3 0,-4 6 0,-5 6-280,-5 8-101,1 10 403,-1 13-89,5 13 90,-1 10-23,2 1 0,-3-5 0,-2-10 0,-2-11 235,-3-8 112,-2-5 146,-1-3-157,1-11-268,1-9-35,3-15-33,4-9-190,6-7-1312,3 14 1,2 0-819,-4 10 1,1 2 2319,7-7 0,-2 4 0,-3 9 0,-6 10 0</inkml:trace>
  <inkml:trace contextRef="#ctx0" brushRef="#br0" timeOffset="76164">22706 6629 12535,'30'-42'1314,"0"0"1,-1 4 0,-9 6-732,-20 11 369,-7 5-22,-3 1-773,-10 5 89,-5 4-212,-24 6-68,11 13-44,-13 6-101,21 31 123,13-12 33,11 16 1,24-20 22,12-5 0,17-7-79,8-11-1617,-25-7 0,1-1 1651,0-3 1,0-2 44,-1-3 0,0-1-34,24-8 34,-5-11 0,-8 2-11,-9 0 11,-10 2 0,-8 2 336,-8 1-314,-4 2 3482,-3 1-3481,-5 3-1,-5 1-22,-5 5-134,-2 2-113,-7 4 169,5 9 56,-4 7-46,8 9 68,4 4-44,4 1-46,4-1 23,3 1 67,3-11-23,1-2 23,2-13 23,1-3-1,1-1-22,2 0 0,2-3 79,3-6-35,2-6-55,0-3 22,0-1 12,-2 3 10,-1 0-33,-3 2 0,1 2 12,-4 1-12,1 5-12,-3 2-88,-1 3 100,1 1-79,3 1 12,3 8 67,3 5-22,1 10 55,1 2-33,0 9 45,-4-10-45,-2-3-11,-5-12 67,-4-8-67,1-1 22,3-1 67,5-7 57,12-8-135,6-12-512,5-10 579,3-5 56,-4 0-123,-2 2 135,-5 4 100,-7 8 23,-5 8-258,-8 10 0,-3 6-493,-2 3 482,2 3-12,1 12 23,3 7 11,2 12-11,6 10-201,-3-15 701,4 0-500,-3-19 0,2-6 11,2-2 45,2-3-56,1-6 0,-1-7 68,6-25-124,-7 4 78,1-17-22,-10 11 34,-2 0-34,-3 7 11,-1 0 45,-1 18-112,-1 2 22,0 14-335,0 1 301,0 14-212,-1 10-2017,1 21-672,-1 10-2050,5 2 5019,6-4 0,-3-25 0,2-9 0</inkml:trace>
  <inkml:trace contextRef="#ctx0" brushRef="#br0" timeOffset="76359">24286 6349 18451,'5'43'-1860,"0"1"0,-1-4 0,0-3 1860,1 3 0,-2-16 0,-3-14 0</inkml:trace>
  <inkml:trace contextRef="#ctx0" brushRef="#br0" timeOffset="76523">24405 5891 18384,'-35'0'-2420,"0"-1"0,-23 13-3687,40 33 6107,8 5 0,5-21 0,5-7 0</inkml:trace>
  <inkml:trace contextRef="#ctx0" brushRef="#br0" timeOffset="76906">24449 6236 16670,'-1'50'26,"1"0"0,-1-3 0,-2-5-26,-3 4-22,-4 4 22,3-21 0,2 0 100,4-23 1,1-3 22,0-2-22,7-6 796,18-21 531,-6 3 1,2 1-1396,23-8-50,-15 19 1,2 7-1525,2 11 0,-1 4-3375,-1 0 1,0-2 4747,5-8 1,-5-4 0,-5-1 0,-9-9 0</inkml:trace>
  <inkml:trace contextRef="#ctx0" brushRef="#br0" timeOffset="78734">20847 7847 17442,'-12'-2'135,"2"2"145,10-1-123,0 0 112,0-1 90,0-2 33,-4-6-381,-1-1-11,-6-5 190,-1 2-167,-3 1 403,-1 2-113,-3 2-66,-2 3 201,-2 3-448,-2 1 11,2 3-112,-2 11 90,3 10-67,0 15 33,6 12 33,9-10 1,5 2-6,9 1 1,5-2-24,-4 0 1,5-2-17,7-7 0,4-6 12,16-4-57,-6-14 0,2-3 90,19-2-96,-17-7 1,-1-2 106,11-14 67,-6-10 0,-9-3-44,-8 0 145,-9-14 33,-9 11-178,-3-8 548,-4 13-493,-1 13 248,0 1-315,-1 14-22,1 3-471,0 1 358,4 14 91,7 4 33,7 14-11,6-1-1,1-3-189,2-3-12,-3-7 67,0-4 90,-3-8 56,-1-2 101,-6-5 34,0-6-135,-7-6 0,0-7 224,0-5-180,-1-1-21,-2-2 89,2 1-45,-1 3-11,0 2-56,0 6 0,-1 5-123,-1 6 123,-1 4-336,-1 1 213,12 12 123,14 22 78,3 1-78,8 10 0,-13-21-34,-3-9 34,-5-5 23,-5-7-23,-4-1 0,-2-3 168,3-23-168,-3 0 0,4-23 22,-4 4-67,-1-2 23,-2 2 22,-1 7 78,-1 9-78,0 10 0,-1 8-78,0 5 22,0 3-392,0 1 347,19 13 90,6 3 11,21 13 0,3 1-34,-1-1-33,-5-2 67,-11-5-134,-11-1 201,-10-5-67,-5-1 123,-4-2 258,-12 0-381,1-5 22,-7-1 247,2-5-280,8-2 11,1-3 0,6-9-78,8-12 78,6-17 0,13-12-34,-11 23 0,1-1 79,1-2 0,0-1-45,0 1 0,-1-1 11,0 0 0,-1 1 39,-2 3 1,1 1 296,6-20 158,-4 14-113,-9 15 370,-3 11-673,-5 6-21,0 3-68,0 12 0,0 15-11,-5 23 11,2-16 0,0 2-119,0 2 0,1 1-162,-1 14 1,3 0-381,4-15 0,0-2-269,1 8 0,2-4-1412,12 2-986,0-12-963,-2-14 4291,-2-9 0,-7-6 0,-2-1 0</inkml:trace>
  <inkml:trace contextRef="#ctx0" brushRef="#br0" timeOffset="79208">22091 7696 17588,'-32'-11'-179,"16"1"246,36 8 11,12-2 34,9 0-112,1-2 449,11-5-438,-18 2 303,4-1-157,-28 7 56,-2 1-180,-9 2 68,0 0-123,0 6 22,0 6 22,0 10 0,0 2-44,6 1 56,5-6-202,9-4 190,6-9-22,5-3 78,4-4-44,1-9 56,-3-4-34,-8-10 0,-8 0 381,-10 0-392,-10 3 123,-16 3-79,-12 4-89,-18 5-56,-5 5-465,-4 3 297,5 7-169,5 5-1299,11 8-257,11 3-1032,13 2-3697,11-3 6678,20-3 0,-9-9 0,8-5 0</inkml:trace>
  <inkml:trace contextRef="#ctx0" brushRef="#br0" timeOffset="80374">22670 7554 15616,'0'-7'2342,"0"2"-2342,0 5-325,0 0 325,7 26 89,-1 3-78,0 6 1,1 3-12,0 8 0,0 10 89,-4-32-89,1-7 0,-3-7 0,2-6 23,-2-2 22,1-2-45,2 0 22,1-3 91,9-17-113,-1 0 45,6-16-12,-4 6 57,-1 1-90,-1 1 0,-2 3 190,-4 7-167,-3 7-23,-2 6 0,-2 3-202,0 2 79,1 10 123,0 7 22,3 15-22,2 4-33,1 1 33,-1-7 56,1-5-90,0-7 34,-2-8 101,0-3-101,-2-7 89,2-1-55,5-12 0,5-11-34,8-16 0,2-11-317,-11 24 1,0-2 316,-1 1 0,0 0-220,11-25 265,-5 13 22,-6 13-56,-7 12-11,-3 10 0,-2 3-78,-1 2 503,0 21-391,2 5 214,1 22-484,6-13 1,4-1-393,14 7 550,-6-16 0,1-5 89,9-14 0,-6-13 11,-12-3-22,-4-8 68,-2-1-68,-3-3 0,-2-2 112,-1 0 33,-1 0-10,0 2 156,-5 2-134,-1 4 123,-8 4-324,4 6-136,-5 3 180,6 11-79,-3 27 46,6 1-79,1 20-34,5-16 45,7-4 45,2-7 56,10-10-11,0-5 67,10-9-56,-8-5 0,9-9 67,-9-6-33,3-9 22,1-5-45,3-5 90,-7 6 0,0-1-57,14-18-44,-12 16 0,-1-1 281,8-8-146,-5 7-102,-5 8-55,-7 11-1,-5 7-257,-2 12 280,-2 14-56,1 14 79,0 10-23,-1-1 0,-2-7 33,-1-10 102,1-9-135,-2-9 201,3-3-189,0-4 66,3-10-22,7-7-56,6-15 78,6-6-78,3-6-11,5 1-22,0 4-12,9-4-762,-17 19-2264,2 3-4828,-21 17 7899,-4 8 0,-3-2 0,-1 2 0</inkml:trace>
  <inkml:trace contextRef="#ctx0" brushRef="#br0" timeOffset="81127">21607 8947 22126,'-8'-2'-90,"-3"19"73,1 29 1,2 8 16,1-16 0,1 0 16,-3 19 1,1-4-218,3-4 55,0-10 135,4-25-168,1-13 179,0-1 112,8-8-23,7-8-122,11-12 44,-2-1 0,2-4-6,4-4 1,1-1-488,-1 1 0,0 1 431,-1 2 1,-2 5 16,4 4-89,-5 12-224,-5 10 89,-3 18 56,-3 10-403,-3 17 337,-6 9 111,-4 0 202,-8-1 919,-6-8-852,-10-8 157,-8-10 526,-4-8 23,-7-6-269,-3-6-22,-3-2-426,3-2 112,8 0-191,8 0 1,12 0-23,7 0-4303,6 0-4527,49 0 8830,-8 0 0,16 0 0,-28 0 0</inkml:trace>
  <inkml:trace contextRef="#ctx0" brushRef="#br0" timeOffset="82093">22271 9010 19000,'-28'-23'218,"1"1"1,-26-7-219,21 45-67,1 12 67,6 11-157,5 6 190,8 3-66,5-4-12,6-3-67,1-10-11,6-8-112,2-8 235,6-7-101,2-5 213,-1-2-67,1-8-23,0-8 56,4-12 113,0-10-191,0-1 0,-4 2 11,-3 8 23,-5 10-34,-4 9-79,-2 6 57,-2 3-258,2 1 280,1 8-45,4 5 123,4 12-156,2 1 156,3-1-78,-1-2 0,-2-6 0,-2-4 0,-3-5 34,-2-5 33,-2-2-11,-2-2-33,1 0 66,2-2-22,4-8-67,19-24-67,-3-1-237,-5 8 1,0-1 303,11-16-200,1 1 211,-4 7-11,-4 9-22,-7 11-79,-5 7 0,-6 6-268,-1 5 959,-3 11-590,1 9 273,-1 28-273,-1-14-34,0 7 157,-1-27-123,0-7 616,0-5 57,0-3-639,-2-1 458,-1 0-156,-1 0-201,0 0-146,2 0-314,1 0 123,6 0 191,8 0-112,11 0-292,9-1 45,5-9 90,4-8 117,-10-7 1,-1-6 140,-7 7 0,0-2-1,7-10 1,-2-1 22,-10 11 0,-3 0 67,10-20 67,-10 8 90,-10 11 158,-8 10 234,-12 9-459,-10 5 22,-10 14-123,-2 8-56,8 16-23,11 4-44,11 1 67,23-2-168,9-7-1042,8-19 0,4-4-2689,20 2 3899,-19-14 0,-4-2 0,-6 1 0,-12-9 0</inkml:trace>
  <inkml:trace contextRef="#ctx0" brushRef="#br0" timeOffset="100979">19847 8063 15079,'-6'-15'1658,"2"2"-1468,4 10 146,0 2 427,0-1-741,0 14-22,0 4 22,0 17-22,3 4 56,4 8-884,4 3 828,3 9 33,-7-27 1,1 1-23,0 2 1,1 2 10,-1 0 1,1 1-23,0-1 0,0 2 35,3 10 1,-1 5-3,-1-8 1,-1 3 0,0-3-17,2 11 0,1 0-658,-3-5 1,1 2 0,-1-6 640,-1-14 0,-1 0 50,6 18 1,1 2-35,-1-13 1,-1 0-11,4 11 0,-1 0 160,-3-11 0,-1-1-160,0-1 0,-2-1 27,3 17-65,-5-14 1,1 1 70,0 0 0,-1 0-39,0 8 0,0-2 0,-2-13 0,-1-2 2036,1 16-2036,-3-23 0,-1-4 0,1-6 414,0-2-425,0-4 126,2 1-104,-1-3 34,1 0-45,1-2 0,0 0 134,2-1-56,2 1-22,12 1 68,0-1 156,14-1-269,21-3 404,-5 0-686,-14 1 0,0-2 333,-6 0 0,-1-2-6,3 0 0,0-1 39,2-1 0,0-1-78,2 0 0,0-1-248,3 1 1,0-1 230,3 0 0,0-1-492,4 1 0,1 0 503,0-1 0,1 0-11,2 1 0,0-1 17,-1 1 0,0-1-1,0 0 1,1 1-17,0 0 0,0 0-11,0 0 0,-1 1 11,0-1 0,-1 0 84,-1 1 0,-1 0-79,0-1 1,-1 1-6,1 0 0,-1 0 5,1-1 1,0 1 5,-2 0 1,2 1-155,-5-1 0,2-1 0,-2 2 143,5-1 0,1 0 0,-9 1 0,3-1 0,-4 1 33,2 0 1,-3 1-45,-2-1 0,1 1 22,-2 0 0,-1 0-106,-3 1 0,1 0 95,-1 0 0,0 0-57,27-1 57,-1 2 90,0 0-90,-1 1-6,-19-1 1,0 1 84,17-3-51,-15 1 0,-1-1-28,1-2 402,6-2-346,-15 2-56,22-1 0,-6 1 0,-13 3 0,2 0-6,6 1 1,0 0-12,-10 1 0,0-1 62,8 1 0,-2-1 1066,7 0-1077,-8 1-34,-7 0 0,-3 0 1028,-7 0-1028,-4-1 322,-4 2-233,-5-1-89,-1 1 0,-3 0 0,1-1 0,1 0 0,4-1 45,9-1 22,-3 0-67,6-2 0,-7 2 34,-1-1 67,-3 1-79,-1 1-22,-4 1 874,-1 0 11,-2-2-538,0-5-223,0-6-124,0-8 0,-3-10 56,-1-8 79,-3-9-226,0-9-456,3 23 0,1-2 547,0-4 0,1-3 5,-1-5 1,1-1-6,-1-5 0,1-1 0,-1-1 0,0 0 6,-1 0 0,0 0 39,0 3 0,-1-1-68,0 9 0,0-2 1,1 3 22,0-3 0,1 1 11,0 5 1,-1-1-1,2 6-11,1-11-79,0 3 181,1 33-204,0 5 125,0 5-147,0 0-492,0 1 567,-2 1-2270,1-1-112,-3 1-2791,-3 0 5222,-5 0 0,5 0 0,-2 0 0</inkml:trace>
  <inkml:trace contextRef="#ctx0" brushRef="#br0" timeOffset="102371">16362 8059 12960,'-31'6'1065,"1"0"0,-18 3-729,44-7 459,3-2 494,0 1-1289,7-1 336,12 0-325,20 0 213,15 0 1,8 0-1408,-7-2 1,3 0 1223,-2 0 0,4 0 1,-1-1-13,-7 0 1,-1-1 0,0-1 0,5 0 0,1 0 0,1-1 9,-12 2 0,0-1 0,1 1 1,-1-2-40,3 0 0,-1 0 0,1-1 0,0 0 0,1 0 0,0 0 0,1-1 0,-1 0 25,-1-1 0,0 0 0,0 0 0,-1-1-11,0 1 0,-1-1 0,0 0 0,-1 1-305,10-4 1,0 0 0,0-1 318,-6 3 0,0-1 0,0 0 0,-3 1 24,-2 0 0,-3 1 1,1-1-53,6 0 0,0-1 0,-5 2 0,-10 2 0,-4 2 78,14-3-55,-16 4 100,-13 3-123,-7 1 12,-5 1 2779,-2 0-2791,-6 0 1172,-9 2-2253,-15 7 0,-5 3 313,0-2 1,-2 2-1004,-1 0 1,-3 2 0,-1-1 608,3 0 0,0-2 1,-1 0 1161,-7 1 0,0-1 0,3-1 0,3 0 0,4-1 0,2-2 0,1 0 0</inkml:trace>
  <inkml:trace contextRef="#ctx0" brushRef="#br0" timeOffset="102698">16861 8185 10293,'-38'14'638,"0"-1"1,0 1 0,-16 6 0,1 0-129,3-1 0,2 0-678,6-2 0,1 0 481,6-1 1,2-2 608,3-2 1,4-1-587,-2 3-88,9-6-259,24-7 11,21-1 706,28 0-544,-8-4 1,6-3-440,-9 1 1,2-2-1,2-1 393,8-3 0,1-1 0,2-2-80,-10 3 0,2-1 1,0-1-1,0 1-28,3-1 1,2 0-1,-1 0 1,2 0-571,-10 3 0,2 0 1,-1-1-1,1 1 1,-1 0 574,1 1 0,0-1 1,0 1-1,2-1 1,3 0-6,0 0 0,6 0 0,1-1 0,2 1 0,-2-1 0,-2 1 0,-6 1-281,8-1 0,-6 1 1,-1 0-1,4-1 274,-7 2 1,5-1 0,1 0 0,-2 0 0,-7 1 0,-10 2 15,-2 1 0,-10 1 532,3-1 78,-18 2 316,-17 1-1044,-7-1-145,-29-1-1256,5 3 1465,-19 5-5319,10 4 5356,-8-1 0,23 0 0,3-6 0</inkml:trace>
  <inkml:trace contextRef="#ctx0" brushRef="#br0" timeOffset="105495">17182 12529 15303,'0'-6'100,"0"2"46,10 30 0,6 16-124,11 1-332,-2 7 1,3 0 314,-6-21 1,0-3 121,0-2 1,0-2-16,16 14-78,-11-12 130,-7-9-164,-10-7-258,-6-5-1904,-3-7 2262,-1-16 1,-1 10-1,0-9 1</inkml:trace>
  <inkml:trace contextRef="#ctx0" brushRef="#br0" timeOffset="105593">17224 12136 9442,'0'0'0</inkml:trace>
  <inkml:trace contextRef="#ctx0" brushRef="#br0" timeOffset="106771">17360 12399 17140,'25'32'123,"-1"0"0,1 0 1,8 13-1,-2 0-56,-9-4 0,-3-2-62,-3-9 1,-1 0 39,4 6 0,-1-1-45,5 4 34,3-2-34,-8-16 0,1-3 146,-11-14 67,-2-3 224,-3-1 44,1-13-447,0-10 459,0-22-381,1-7 56,-3-7 151,-1 20 1,0 1-29,-1-13-89,0-4-157,0 34-45,0 12-101,0 5-101,1 4-45,12 15 247,2 8 101,17 21-78,2 4-496,-15-23 1,2-1 472,-1-2 0,2-1 11,17 12 11,-4-10 1,-5-10-23,-8-6 45,-7-5 302,-7-1-324,-3-2 1022,-2-10-933,0-11-67,1-15 22,-1-11-67,0-6 0,-1 0 224,-1 4-78,0 9-146,0 11 190,-1 11-190,2 10-100,-2 6-236,3 3 246,2 2 0,7 12 90,7 12 0,10 14-284,5 5 373,6-2-178,1-6 89,-4-9 0,-5-10 78,-10-7 56,-8-6-122,-8-3 279,-4-1-291,-2-10 374,-19-27-374,2 0 39,0 8 1,-2 0-40,-14-10-34,-2 7 12,-4 7 44,5 10-44,6 6-1,7 6-89,9 3-78,3 12-90,4 39 257,2 0-337,6-12 1,4 0 348,10 16-34,13-9 45,2-11 0,1-11 0,8-11 112,-9-7-101,7-12 112,-11-9-123,-1-9 0,2-7 90,-1-4-90,1-3 663,-3 0-584,-2 0-68,-3 4-11,-2 3-112,-2 7 78,1 9-100,-1 6-34,2 6-45,2 2 213,2 10-56,1 5 45,-2 12 11,-3 2 0,-4-3 56,-5-6 78,-5-7-134,-2-6 415,-3-5-1,0-1-145,-2-7-123,-6-8-45,-6-13-34,-4-12-67,-2-6 0,4-3-44,3 6 44,5 8-248,4 11-1253,3 10-448,3 7 257,13 4-3608,41 8 5300,-13-5 0,2 1 0,-13 1 0,0 0 0,-1-2 0,-1-1 0</inkml:trace>
  <inkml:trace contextRef="#ctx0" brushRef="#br0" timeOffset="107293">19135 12298 17946,'-6'-32'947,"0"0"1,-10-21-624,-6 47-290,-4 3 33,0 4-67,-3 12-56,1 9-33,3 19 89,7 7-56,8 4-648,6 3 637,18-7-55,3-20 1,4-2 132,19 4 6,-14-15 0,2-4-17,10-6 168,-6-10-145,0-11-23,-5-10 224,-4-11-78,-4-5-34,-8-3-3057,-4-2 3349,-5 1 351,-1 7-452,-1 8-7,0 12-296,0 10-119,0 6-217,7 21 336,8 23 17,-2-4 0,3 6 440,-2-6 0,1 2 1,0 2-458,2 5 0,1 3 0,0-1 0,2 4 0,1 0 0,0 0 41,-1 0 0,-1 0 0,0 0-41,0-5 0,-2 0 0,0-1 0,-3-6 0,-1 0 0,-1-1 72,4 18 1,-9-3 229,-15-18 1,-6-4 56,-2-3 0,-4-7-208,-16-12 1,-5-11 11,4-8 0,0-5-478,-2-3 0,1-4 315,1-7 0,2-3 61,2-2 1,4-2-62,4-1 0,4-2-22,5-2 0,5-1-57,1-1 1,7-2 360,8 4 1,6-2 0,0 2-860,1-3 0,5 1-1504,6 2 1,7 0 0,0 6 2080,7 7 0,-1 5 0,-6 2 0,-2 3 0,12 3 0</inkml:trace>
  <inkml:trace contextRef="#ctx0" brushRef="#br0" timeOffset="108388">19789 12116 19650,'-35'-11'175,"0"1"1,3 3 0,1 7-154,-8 21-22,3 10 0,3 4-78,8-1 33,10 0-146,7-4 124,6-2-101,5-5 34,9-4 32,7-5 46,7-6 34,3-3-34,-2-5 56,-1-2 236,-4-6-191,-6-4 123,-6-3 78,-5 1 112,-4 1 303,-1 2-145,-4 0-247,-3 4 257,-4 1-470,2 4-56,1 1-179,4 1-56,2 6 156,1 6-66,4 12 78,8 6-57,9 1 124,9-4-33,21-8 33,-14-9 112,10-4-112,-20-12 0,-3-4 257,-5-8-122,4-32 33,-12 16 67,2-20-235,-11 25-3010,-1-3 3043,0 9-66,0 3-23,0 14-12,0 4-324,0 1 179,7 7 325,2 6 3246,10 10-3324,1 5-23,2 1-22,9 10 11,-9-12-56,4 6 56,-13-15-23,-3-2 23,-3-5 12,-3-4 133,-2-3-145,-1-2 337,-1-1-292,2-6-45,2-27 11,2 0 56,2-21-67,-2 17 0,0 9-45,-4 9 45,0 9-135,-1 6 34,1 3-55,-2 1 100,2 2-79,2 10 135,4 7-22,4 14 44,1 2-22,0 2 0,-1-2 0,-2-6-33,-2-3-57,-1-4-67,-2-4 12,0-6-68,-1-5 213,-1-4 11,0-2 67,1-3 68,9-35-146,1-1 17,-3 3 0,0-2-162,-1 7 1,0 0 144,-1 1 0,0 0-59,11-19 59,-2 12 0,1 13-235,-1 12 157,5 7-213,6 13 291,9 13-40,-15-3 1,0 2-301,1 4 0,0 2-714,-1 0 1,-1 1-135,-2-2 1,-1 0-4214,9 14 5481,-14-14 0,-7-13 0,-7-10 0</inkml:trace>
  <inkml:trace contextRef="#ctx0" brushRef="#br0" timeOffset="108503">20460 11542 16008,'-25'47'-825,"-1"0"1,5-16-1,4-4 1,12 4-1</inkml:trace>
  <inkml:trace contextRef="#ctx0" brushRef="#br0" timeOffset="108771">21030 11719 10938,'-20'53'22,"-1"0"1,4-4-1,4-2 1139,7-15 0,3-2-1150,5 24 670,13-26 0,7-4-766,11-8 1,4-6-902,4-2 0,2-7-1867,7-9 1,-1-8 2852,-9-5 0,-6-1 0,8-5 0,-11 2 0</inkml:trace>
  <inkml:trace contextRef="#ctx0" brushRef="#br0" timeOffset="108909">21772 11554 17241,'0'-8'369,"0"2"-469,0 6-1282,0 0 0,0 0 0</inkml:trace>
  <inkml:trace contextRef="#ctx0" brushRef="#br0" timeOffset="109062">21908 11883 18518,'15'-46'-1252,"-4"10"1,-11 34 0</inkml:trace>
  <inkml:trace contextRef="#ctx0" brushRef="#br0" timeOffset="111227">21234 13365 12210,'22'-35'1550,"0"1"0,-2-2 0,-5 6-440,-11 10 77,-2-3-380,-6 10-79,-7 3-89,-7 5-482,-12 2-135,-8 13 157,-8 13-410,19-3 1,1 3 230,-1 5 0,2 4 3,3 2 1,1 3 0,3-1-4,-2 5 0,3 1 0,-3 14 0,5-1-62,10-21 1,2-2-40,1-1 1,2-1 32,4 22-44,6-12 0,19-10 112,-1-16 0,14-15 56,-8-21-156,4-18 122,-18 13 0,-1-3-12,0-2 0,0-1 1,-2-1 1,0 0-1,-3 1 0,-1 0 62,-2 3 0,-2 0-73,4-20 22,-7 12 314,-3 12-325,-3 14-11,0 6-235,0 6 179,0 12 520,0 11-464,0 20-224,1 9 229,6-15 1,2 0-6,5 12 0,11 3 22,-7-32-22,-5-8 11,1-7 113,-3-2-57,3-4-56,2-10 79,4-8-68,5-17 45,3-15-1758,-5 4 1,-1-4 1690,-5 11 0,-1 0 17,5-14 0,-1 1-21,-9 19 1,-2 3 103,5-21-21,-5 9-79,-5 22-45,-2 6-157,-2 14 3367,0 1-3389,3 0 235,10 22 22,1-3-33,6 20 23,-5-11-68,-5-5 45,-3-7 0,-3-6 67,-3-6 23,0-2 235,-1-2-202,0-7-112,-5-6-11,-17-26 0,-1 5 22,-16-11-10,7 18-12,-2 8 11,1 7-258,2 6 191,3 5-145,6 9 111,5 9 12,8 12 33,5 9 0,14 7 45,10 1 45,17-2-34,5-26 0,11-4 1,-4-5 10,-8-4 0,2-3-127,7 0 0,6-1 1,-6-9 137,-1-18 1,-7-6-34,-10 8 0,-2-1 0,9-7 0,-5-2 45,2-13 44,-21 17 1,-4 0-90,3-14 79,-15-7-147,-15 25 68,-12 8-168,-9 10 34,-1 6 112,-3 13-46,4 8-78,6 13-22,8 23 56,11-14 359,11 13-258,15-25-112,9-6 22,11-10 79,2-6 22,3-5 78,-3-10-78,-2-3 0,-3-9 56,-4-2-33,-1-3 33,-3 1 22,-3 0-78,-1 1 516,-5 3-337,-2 2 370,-2 4-549,-4 6-34,-3 4-313,-1 7 347,2 15 157,3 20-397,-2-5 1,1 3 239,1 8 0,0 2-957,1 5 1,-1 1 978,1-2 1,1 2-49,-1-12 0,0 2 0,1-4-524,0 1 1,1-1-504,1 3 0,2-4-1849,3-10-2589,-2-15 5491,-1-10 0,-7-2 0,-1-3 0</inkml:trace>
  <inkml:trace contextRef="#ctx0" brushRef="#br0" timeOffset="111828">22570 12942 18855,'-36'20'-146,"8"7"434,26 3 1,7 3-356,1 13 56,5 8 218,1-28-341,2-9-239,1-7 238,5-5 598,2-5-396,5-12 123,-1-5-167,0-14-1,-7-3 213,-6-2-201,-7 1 44,-4 0 404,-2 5 33,-1 3-189,-2 7-91,-2 8-146,-1 6-413,3 4-114,1 1 405,2 23 10,3-1-44,6 18-146,5-9 191,6-6-661,15-1 559,3-10 124,-2-1 0,-5-10 34,-16-3 190,-4-7-190,-3-5 335,0-18 90,-5 4 236,1-9-347,-4 13-57,0 3 56,0 7-347,0 7-190,0 4 10,0 2-10,3 12 168,3 12-628,5 8 0,1 4-1904,8 21 2554,-5-14 0,0-2 0,-3-11 0,-2-2 0</inkml:trace>
  <inkml:trace contextRef="#ctx0" brushRef="#br0" timeOffset="111961">22885 12639 10125,'0'0'0</inkml:trace>
  <inkml:trace contextRef="#ctx0" brushRef="#br0" timeOffset="112563">23117 12659 16927,'-35'-4'476,"0"0"0,-22 6-318,41 23-102,6 8 134,6 2-190,13-6 0,7 1 101,15 17-383,-3-16 1,4-2 270,-4-8 0,2-2 11,-2-2 0,0 0 0,18 10-45,-13-9 84,-14-7-39,-11-5 235,-6-2-224,-10-3 113,-5 0-68,-9-1 56,-2 0 123,3 0 255,5-2-490,6-4 78,5-7-78,4-7-11,4-8 0,9-5 11,6-2 11,10 0-11,-1 2 0,-1 7 247,-4 4-79,1 5-168,-7 9-79,3 1 57,-6 21-57,3 8 79,1 17 12,-1 8-12,-1-3-1849,-4 2 224,-3-23 191,-5-3-482,-2-18-449,-1-15 2153,0-10 212,0-19 773,0-8 415,0-4-214,0-2-888,-5 5 463,-4 5-549,-5 9-213,-2 9-3395,2 9 3608,1 6 0,6 8 0,3 1 0</inkml:trace>
  <inkml:trace contextRef="#ctx0" brushRef="#br0" timeOffset="112995">23536 12318 22328,'-13'-16'-527,"9"20"560,12 26 1,9 11-34,-4-7 0,0 1-695,7 15 0,1 0 695,-7-14 0,1-2-11,-1-1 0,0-1-12,-2-3 1,0-1 312,7 22-559,-6-7 115,-7 0 187,-3-16 57,-3-5-23,0-17 235,0-5 438,0-14-729,1-4-11,2-16 0,4-1 0,4-3 0,4-1 112,3 3-112,2 3-78,0 8-135,1 6 67,-1 10 57,1 4-147,0 10 236,2 11-134,1 11-3553,3 25-548,-10-15 4235,-1 4 0,-13-29 0,-2-7 0</inkml:trace>
  <inkml:trace contextRef="#ctx0" brushRef="#br0" timeOffset="113121">23982 12409 10417,'0'0'0</inkml:trace>
  <inkml:trace contextRef="#ctx0" brushRef="#br0" timeOffset="114284">24142 12463 19785,'12'-31'-90,"-2"8"-112,-8 31 258,3 7-89,5 4 66,5 1-10,1-5-158,8-5 135,-9-5-112,5-3 157,-10-8-45,1-2 89,-1-21 125,-4 4 94,-10-4 0,-5-2-219,-10 1 57,-19-13-146,2 28 0,0 8-34,1 3-67,5 6 79,2 8-180,5 8 113,7 11 66,7 6 1,6 4 22,5 0-45,11-2 34,4-5 11,10-7-179,-1-7 257,0-9-78,-2-5 112,0-4-33,-2-8 21,1-4-100,-2-10 0,-1-5 157,0-4-45,-1-3-45,-2-3 180,-2-1-135,-3 3 168,-2 1-280,-3 8 0,-1 6-135,-3 7 135,-1 8-112,-1 2-526,-1 3 627,1 11 11,2 7 0,2 14 33,3 5-33,1 1 0,0-4 56,0-7 79,-1-2-46,-2-13 1,-1-2-90,-1-9 123,1-5-33,3-9 55,4-10-145,2-10 23,1-4 56,-3 3-1,-2 5-78,-4 8 0,-3 8-45,0 7-22,-3 4-549,1 2 414,3 1 247,0 6-45,6 5 78,5 12 23,-5-7-101,3 0 11,-8-12-56,0-4 191,1-1-146,1 0 101,4-9-45,1-5 45,10-36-101,-6 6-56,-6 12 0,0-1 56,-2-15-34,-2 4 0,-4 9 12,-1 9 11,-1 10-146,-3 9 123,-4 4-178,-5 3 212,-4 4-23,1 3-122,4 5 145,5 6 0,3 2 0,6 5 0,6 2-68,3-1 102,6 1-34,-1-3 34,1 4-34,0-1 56,2 2-56,-3-1 22,-3-4-100,-5-5 134,-5-6-56,-2-3-662,-2 3-3573,-6-6 4235,-6 1 0,4-7 0,-2-1 0</inkml:trace>
  <inkml:trace contextRef="#ctx0" brushRef="#br0" timeOffset="116244">19231 14877 20356,'5'41'127,"1"-1"0,0 5 0,2 2-32,1 8 0,2 2-2281,0-2 1,1-1 2190,0-5 1,-1-3-1,-2-5 1,0-2 363,-1-7 0,-1-3-346,1 16 747,-2-19-770,-4-14 135,0-7-135,1-5 2385,2-2-2262,15-29 0,2-4-123,-4 4 0,0-2 256,0 3 0,1-1-262,9-8 1,2 0-68,-8 13 0,1 1 45,7-4 0,-1 5-73,10 10-314,16 13 247,-17 15 157,8 9 11,-27 6-34,-7 1 34,-7-3 180,-6-1 100,-12 0-134,-10 0 145,-14 2 437,-7-2-291,-2-3-123,6-7-112,7-5-79,12-6-123,10-3-190,7-2 190,6-6 0,31-25-12,1-1-239,-3 6 1,1-1 250,-6 7 0,-1 1 11,0 1 1,-1 0-12,18-14 0,-6 5 45,-7 3-34,-7 6 22,-6 5-21,-7 6 55,-5 3 613,-2 3-803,-2 1 100,0 8 23,0 5 0,5 11 0,4 2-33,8-2-12,6-4-89,4-6 134,4-7-101,18-8 101,-10-12-67,9-8 67,-18-12 0,-5-7 22,-5-4 56,-4-1-66,-8 3 111,-4 4-123,-4 9 190,-6 1-201,0 16 11,-2 1-134,4 11-225,4 0 214,12 11 145,1-3-113,15 8 79,1-9 12,3-4 22,1-2 45,-1-7 22,-6-3-67,-4-9 0,-7 1 225,-5-2-203,-4 3-22,-4-1 112,-1 1 202,-5-4-314,-1 6 0,-3 0 123,2 9-123,3 3-67,3 1-236,-1 1-3484,-4 0 1243,-1 8 23,-5 5-1367,0 9 3888,1 0 0,5-8 0,1-5 0</inkml:trace>
  <inkml:trace contextRef="#ctx0" brushRef="#br0" timeOffset="116901">20488 14949 10776,'-3'0'4247,"0"0"-1357,3 0-1915,-9-2 1378,6 1-1961,-7-2 45,10 3-291,0 0-370,0 9 224,4 6 0,7 12-23,22 14 23,-2-11-123,13-1 0,-2-19 123,-11-7 89,6-10-10,-17-4-79,-2-9 45,-3-6 33,-4-3 73,-5 0 0,-1-1 612,1-7-640,-2-14 112,-3 34 12,-1 6-46,0 6 46,0 2-471,0 3 33,18 45 214,2 6-148,0-4 1,3 8 90,-4-13 1,3 5-1,1 0 1,-3-4-201,-2-5 1,-1-3-1,1 2 208,8 17 0,2 4 0,-6-9 37,0 6-11,-13-16 123,-5-12-55,-26-10 156,1-9-179,-19-7-45,8-13 0,4-11-28,13-8 0,3-7-23,4-12 1,3-3-272,0-2 1,3 0 324,4 15 1,2 0 0,3 1-4,10-19 0,4 4 6,-4 15 0,3 2-62,11-13 0,2 5 789,0 10-834,5 5 0,-22 25 101,-3 5 0,0 11-11,1 8-482,1 11-4677,5 14-97,-8-16 5267,0-1 0,-10-22 0,-2-5 0</inkml:trace>
  <inkml:trace contextRef="#ctx0" brushRef="#br0" timeOffset="117024">21230 14552 18843,'-43'-9'-1639,"0"0"1,8 1-1,5 6 1,9 23 0,15-8-1</inkml:trace>
  <inkml:trace contextRef="#ctx0" brushRef="#br0" timeOffset="117826">21325 14642 18350,'0'-9'1345,"0"2"-1222,0 7-156,0 0 33,31-3 56,-12 21 11,26 7-28,-26 11 0,-4 6-34,-4-12 1,1 1 39,4 16 0,-2-1-67,-2 2 145,-2-8-123,-6-23 78,-3-15 1,2-2 66,1-12 191,6-11-157,6-18 796,5-13-1423,-8 27 1,1 0 576,-1 0 0,1 0-127,13-16 54,-4 7-56,-3 12 0,-4 7-79,-3 8-66,-2 5 1136,-2 2-991,1 2 238,1 1-238,3 4 56,4 1-56,-1 3-34,1-3-145,0-3 179,-2-3 101,7-8 101,-7-9-202,-1-2 90,-10-1 33,-5 10-123,0 4-123,0 3 10,0 2 46,-3 3-90,-8 14 101,2-1-101,-2 11-89,8-1 246,5-7 0,7 5-34,10-7 34,10 3 0,9 1 12,6 5-430,6 8 384,-25-11 1,0 2 33,-1 3 0,-2 5 15,-3 3 0,-2 5 0,-3 1-15,-3-2 0,-2 1 0,-1 0-158,2 0 1,-1 1 0,-3-2 201,-4 8 1,-5-6 34,-8 1 98,-6-17 82,-2-10 634,1-9-781,3-10-11,-1-14-22,2-15-79,1-19-12,8 20 0,1 0 12,1-3 0,2-2-6,2-15 1,4 0-79,0 14 0,2 2-801,2-10 0,4 4-2219,16-4-4606,1 10 7710,3 8 0,-14 14 0,-5 6 0</inkml:trace>
  <inkml:trace contextRef="#ctx0" brushRef="#br0" timeOffset="119362">23033 14281 22944,'-17'5'-380,"4"3"244,9 15-155,2-2-246,2-5-58,4-5 271,3-6 256,5-3 68,4-4 157,2-8-157,9-19 112,-7 1-45,4-11 124,-7 7 11,-7 12 436,1 0-638,-8 15-44,0 3-80,0 19 124,4 17 11,-2-2 1,0 4-263,2 7 1,0 5 291,2 2 0,0 5 0,0 0-60,0-1 0,0 0 1,0-1-53,0 0 0,0-1 0,-1-1 30,-2-8 0,-1-1 0,-1-7 86,0 7 436,-4-12-470,-8-26-11,-3-13 146,-11-9-146,-1-15 11,-2-10-44,1-9 77,3-2 102,5-1-380,6-1 234,5 0 56,3 0 12,6 1 11,3 7-79,4 7 67,4 10 499,1 7-566,2 5-56,0 5 45,1 4-45,-1 6 23,-1 2 200,-1 2-200,10 13 33,-4-3-202,7 9 101,-8-9-78,-3-4 179,0-3 34,-4-2-23,-1-7 246,-2-7-201,-3-12-56,-1-10 326,-4-6-24,-1-6-111,-4-1 44,-9 4 11,-5 4 90,-8 9-336,-2 10-44,1 8 32,1 8-144,-5 15 55,11 10 101,-1 19-168,15 5 112,4 5-336,14-1-90,9-4 17,3-22 0,4-3 28,16 3 347,-15-12 1,1-3-13,12-9 102,-4-8 113,6-16-12,-19 0 112,1-8 33,-19 8 639,-5-14-560,-1 11-112,-3-5 45,0 19-101,0 5-157,0 6-34,0 2-179,0 2-33,0 6 246,0 8 33,6 27-21,2-7-12,6 12 0,0-22-135,-1-8 113,-1-6 22,-3-6 0,-2-2 56,-3-2 56,-1 0-112,1-7 22,2-5 34,4-9-56,1-5-33,3-1 33,-3 3 11,-2 5-11,-2 3-45,-3 8 34,-1 3-56,-3 3-169,3 2 68,6 6 168,3 4 12,6 7-12,-1 3 0,8-1-12,-9-10 12,2-2 79,-10-7-12,-2-4 11,0-8-78,0-9 45,-1-30-45,-2 6-17,-2 14 1,0-1 60,-1-28 1,0 23-45,0-2 23,0 29-35,0 6-459,0 3 415,4 10 135,8 15-79,2 2 0,6 11 44,-5-11-32,0-4 44,-2-4-56,0-5 0,-2-6 124,4-3-124,4-3 0,12-7 156,14-9-156,-17 3 0,1-2-378,3-2 1,1-2 332,-2 1 0,0-1-280,-3 3 0,-1 0-2028,12-5-2028,-19 9 4381,-11 10 0,-9 2 0,-1 2 0</inkml:trace>
  <inkml:trace contextRef="#ctx0" brushRef="#br0" timeOffset="122147">20214 16565 22102,'-20'55'29,"1"0"0,0-1 0,1-4 0,1-2 1,6-8-41,10 6 369,7-9-414,3-14 218,9-6-173,8-10 22,5-3 12,10-18-23,5-10-175,-20 3 1,0-5 112,2-5 1,-1-3-304,3-5 1,-1-2 364,1-6 0,0-2 11,-1 0 1,0-1 38,-2 3 0,-2 0-5,-3 7 0,-2 2-17,-5 9 0,-2 2 196,2-7 471,-10 19-191,-4 9-482,-1 6 1,0 0 352,0 9-476,0 6 1136,0 16-1102,9 26 33,6-13-167,-4-15 1,3-3-24,17 1-101,0-7-56,2-11 269,-1-4-89,-2-10 212,-4-7-11,-4-21 89,-11 2 12,-3-12-101,-12 10 0,-8 0 213,-8 1 109,-9 4-277,-3 5 34,1 9-68,2 5-22,3 6-23,6 2 34,4 1-157,7 24 146,4 2-34,5 28 45,14-1-185,-4-25 0,3 0 162,4 0 1,3-2 22,1-2 0,0-2-45,23 13 45,-3-13 0,-3-11 67,10-19 34,-13-11-101,6-17 67,-23 5 1,-3-2 32,8-18-100,-10 18 0,-1 0 90,2-7 359,-4 5-348,-4 8-101,-2 8 0,-2 9 56,-1 7-112,-1 2-101,1 1 157,2 7-11,4 10 11,5 12 0,4 13-12,4 1 68,0-1-67,0-6 22,-2-11-11,-4-8 12,-3-8 55,-2-8 34,-1-10-101,2-8 0,2-12 11,2-9 1,2-3-12,0-4 0,-1 4-147,0 4 147,-4 7-11,0 10-34,-6 7-22,-1 8 56,-3 4-213,-1 1 224,2 2-112,7 17 112,1-2 0,6 9 0,-3-12-90,6-6 90,-5-5 101,8-4-22,-3-22-12,-4 6-67,-1-17 0,-10 13-34,0 2 68,-3 3-57,0 6 23,0 5-33,0 3 33,-1 2-224,2 0 224,4 0-146,4 7 191,21 12-11,-3-1-12,16 7 68,-8-15-90,0-4 0,-1-4-23,-3-10 135,-3-4-112,-5-10 11,-3-5 23,-4-3 112,-1 2-146,-2 2 0,-2 7 33,-3 4 79,-5 9-112,-1 2 67,-2 12 34,1 19 45,5 26-733,-1-13 0,1 3 598,3 9 0,1 2 34,-1-16 0,0 1 0,0 0-45,1 1 0,-1-1 0,1 0 0,7 15 0,0 0 22,2 1 1,-1-3-23,-7-19 0,0-3 0,11 23 11,-19-43 45,-2-8-56,-2-2 0,0-18 22,0-38-22,-1 25 0,-1-5-628,0-9 1,0-5-1,-1 2 628,0 0 0,-1 0 11,1 6 0,0-2 1,0 3 367,0 2 0,0 4-278,-3-22-101,1 14-201,2 21 133,1 9-10,2 11-91,0 2 169,5 0 1926,6 2-1926,10 5 160,8 2-249,2 5-482,4-5-169,0-3-56,3-4 45,-1-10 404,-2-5 123,-5-11 224,-5-7 0,-8-1 67,-8 0 34,-5 3 157,-4 2 336,-10 4-34,-5 4-213,-9 5-10,-16 5-292,13 5-45,-9 4 0,17 9-34,6 8 12,6 11-113,5 8 0,18 19 124,5-12-12,-3-17 1,3-3-34,21-1-89,1-11-113,2-6 0,-3-18 236,-3-9-101,-6-16 190,-8-10-3459,-7-2 3538,-8-2 44,-5 0 220,-4-1 151,-1 0-69,-6 14 1,-2 1-314,-2-15-44,0 20 0,-2 2 279,-1 4-223,3 12-46,3 9-145,4 5 3240,1 1-3420,2 4 416,0 14-236,0 17 56,5 20-263,-2-23 0,2 1 212,2 3 1,2-1-6,1-1 0,0-1-146,3-1 1,0-2 33,15 23-1009,2-10-269,-3-13-4100,5-10 3641,-17-14 437,1-10 1278,-16-9 134,-5-2 964,-4-2 1545,-12-3-144,-2 2-1413,2-1 269,6 9 337,8 2-1166,2 5-302,3-4 89,2 1-179,0-4 67,7-3 1,3-2-68,11 1 0,5 4-45,20 4 45,-10 3-79,13 7-1579,-19 5-348,-5 4-481,-7-1 581,-6-4 1111,-6-7 1422,-8-9 181,-5-7 323,-6-6-515,-1 0 248,-1 1-282,0 5-403,-1 5-179,3 4-257,2 3-4752,6 2-1535,2 1 6544,11-3 0,-6 2 0,6-1 0</inkml:trace>
  <inkml:trace contextRef="#ctx0" brushRef="#br0" timeOffset="122379">23228 15487 24771,'-29'1'-135,"5"19"185,25 12 1,6 7-130,-1 0 1,2 3-311,3-4 1,4 2 0,0-2-2213,10 13 0,1-2 1290,-1-2 1,0-4-264,-2-14 1,-2-6-2360,1-9 3972,-7-10 0,-8-4 0,-4 0 0</inkml:trace>
  <inkml:trace contextRef="#ctx0" brushRef="#br0" timeOffset="123239">23380 15934 13801,'-50'-20'3215,"0"-1"1,4 3 0,10 4-2969,19 9-247,8 3-101,6-1-201,7-2 302,11-4 156,14-5-156,17-5-28,-17 7 0,0-1-198,3-1 0,0-1 181,1-2 0,-1 0 45,-2 0 0,0-2-78,-4 2 0,-1-2 100,4-6 0,-3 0-10,5-9-12,-3-7 134,-21 21-67,-6 5-44,-7 4-23,-3 4 239,-14 4-261,3 13-45,-8 13 67,13 9 0,3 6 0,3-7 0,1 0-149,-1 14 0,2-1 149,4 11-135,6-9 135,6-12-112,3-11 79,4-10 33,-2-7 89,-1-4 153,1-5-242,1-7 112,1-7-101,2-11-11,1-3 45,2-8 45,1-2-90,-1-2-11,-1 4 11,-4 6 56,-5 10-56,-2 10-56,-4 5 44,0 5-77,3 1 22,3 2-34,6 2 101,5 9 56,3 7-56,2 8 0,1 1 56,9 6-45,-11-15 0,7-1 34,-15-14 101,1-2-146,1-8 0,-1-8 100,11-35-100,-10 3 0,-6 12 0,-2-2-133,-4-5 0,-2 0 133,-1 10 0,-2 0 0,0-8 0,-1 2 90,-3-4-56,-3 11 66,-4 9-256,3 11 156,-1 5-168,6 6 501,0 1-333,1 6 0,8 5-23,8 8 23,12 1 135,7-1-135,3-3 0,-1-5-45,-6-3 112,-7-3-89,-2 5 22,-9-1 123,-2 11-123,-7 3 0,-3 10 168,-1 6-146,-7 2 1,-8-3-23,-9-6-34,-8-7-425,-3-6-1603,-2-6-2184,-1-6 4246,-1-4 0,17-4 0,4 0 0</inkml:trace>
  <inkml:trace contextRef="#ctx0" brushRef="#br0" timeOffset="127318">18874 17460 21835,'-19'-5'1457,"-3"2"-1256,-1 5 23,-21 22-174,20-3 1,2 4-62,-1 2 0,3 2 11,3 2 0,5 1-45,4 12 0,6-9-213,2-8-190,6-8 12,10-11 368,-1-3 0,9-12 136,-5-8-158,-1-9 56,2-9 34,-2-1 12,0-2 44,9-7-34,-8 12 23,7-1 45,-7 15-67,-1 9-23,-1 3 0,-1 10 33,-4 7-22,2 8-11,0 5-33,-2-2 33,-4-3-147,-1-6 305,-3-7-80,0-5-78,-2-9 0,3-8-33,3-11 44,4-5-67,8-8-953,-4 14-4896,9 0-3926,-11 19 9790,0 6 0,-9 1 1,-2 2-1</inkml:trace>
  <inkml:trace contextRef="#ctx0" brushRef="#br0" timeOffset="128080">19692 17494 23045,'5'59'347,"0"0"1,-2-18-1,1 1 1,-1 0-248,2 1 1,0-1 0,0 1-797,1 1 1,-1 1 0,0 0 695,1-1 0,-1 0 0,1-1-429,-1-2 1,0-1 0,1 0 428,1 14 0,0-3 5,-2-6 1,1-3 255,-2-10 1,1-2-217,0 11-325,-2-20-225,-2-20 1252,-1-19-769,-2-21 22,-3-7 0,-1-6 5,2 10 1,0-1 301,-1 2 1,0-3-1,1 3-318,1-5 0,2 0 11,2-13 0,2 1-11,2 17 0,3 2-23,1-8 0,4 4 34,19 0 21,-6 24 0,2 3-200,14-1 167,11 6-55,-22 24 56,-9 6 11,-11 14 0,-6 5 146,-10-2-124,-11-2-22,-8-6 112,-10-7 757,1-8-869,1-8 0,6-3-392,6-5-774,7-15-459,6 0-526,7-15-717,14 7-2185,8 0 5053,14 0 0,-15 12 0,-2 4 0</inkml:trace>
  <inkml:trace contextRef="#ctx0" brushRef="#br0" timeOffset="128893">20264 17534 22877,'-34'-1'325,"1"0"0,-25 6-325,39 18 33,2 10-21,5 12-7,8-4 1,1 2-6,1-11 0,0 0-756,1 10 0,1-1 711,5 4-680,7-6 255,-1-18 235,5-6 134,-4-13 280,6-27-89,-4 1-90,4-23 123,-9 7-67,-1 1 67,-2 2 1027,-1 5-1150,1 4 179,-2 10-179,-1 8 11,-1 5-11,-1 5 0,3 1 45,4 10-23,5 6 91,14 22-113,-8-11 78,11 6-78,-19-24-56,-1-3 56,-7-7 101,3 0-101,0-7 34,6-4-23,2-11-11,2-2 0,5-5 0,-1 1-67,11-1-34,-9 12 67,5 3-11,-11 12 45,0 8 0,1 8 11,1 13 57,-1 9-68,1 2-124,-5-5-55,0-7 179,-8-13-56,0-5-135,-5-8 180,0 0-190,0-9 89,4-26 134,1 6 0,1-4 0,4-13 1,1-1 229,0 5 0,0 1-117,1 1 0,0 2 167,6-10 57,-1 9 44,4 9-302,-2 14 134,2 9-235,0 22 0,-2 11 67,4 17-67,-2 5-1473,-10-16 0,0 0-2561,5 13-5797,-2 3 9818,-8-26 0,-4-12 0,-1-4 0</inkml:trace>
  <inkml:trace contextRef="#ctx0" brushRef="#br0" timeOffset="130912">20837 17552 18142,'46'-37'-30,"0"-1"0,-12 9 1,0 3 29,4 9 0,-2 4 33,6 0 1825,-9 5-1858,-10 3 741,-9 3-685,-7 2 576,-4 0-397,-2 0 1191,1 0-1034,3 8-381,3 7 112,13 28-123,-5-5 23,10 15-23,-9-17 33,0-3-21,-3-7-12,-2-6-79,-1-7 68,-3-6 0,1-4 0,-3-2-1,1-1 12,-1-1 124,4-20-124,-2 2 78,3-17-44,-3-3-34,-3 10 33,1-5 1,-3 18-34,0 7-67,-1 6 11,7 2 44,14 8 35,5 2-23,10 7-56,-5 0 11,0-4-78,1-2-68,-3-6 57,-2-2 33,-4-5 45,-3-4-22,-4-7 78,-4-5 67,-3-3-33,-5 0 33,-2 0 90,-3-3 67,-9 7-202,-2 4 112,-8 8-122,1 6-12,1 1-12,2 9 12,4 6-67,5 12 34,3 9 33,2 5-17,7-11 0,4 1-84,14 21 39,-4-26 1,1-3-62,12 1 44,-4-17 79,-10-8 0,-1-3 12,0-8-12,-3-5 100,7-19-122,-8 7 22,6-11-11,-9 13 0,7-4-34,-6 13 45,4 0-56,-4 13 11,1 2 34,2 2-90,3 2 123,12 14 1,-7-1 22,8 9-90,-12-9 22,-1-2 169,22-3-146,-17-6 0,17-11-45,-23-9-11,0-10-22,-1-2 44,-1-3 45,-2 0-11,-1-3 0,-2 2 0,-2 2 157,-2 8-146,-4 7 191,-1 8 168,-2 4-326,0 3-77,17 21 33,0-4 11,19 18-11,-7-7 11,1-1-11,-4-2 0,-4-3 0,-8-5 23,-8-4-1,-3-5 79,-3-3-12,0-2-33,-3-2-56,-1 0-22,-3-1-236,1 0-514,2-5-293,2-7-873,2-12 100,10-8-22,7-9-291,12-4 1142,-12 19 1,0 1-918,2-2 0,-2-1 1926,-1-1 0,-1-1 319,-1-1 1,-1-2 410,-4-1 1,-2-2 3,-2 0 0,-1-1 723,-1-13 0,-3 0-813,-3 16 0,-2 1 375,1-5 1,-2 3 67,-11 6-325,1 13-202,4 7-190,1 7-168,3 24-202,3 14 157,2 17 0,2 6 1290,4-14 1,1 1-1444,0-3 0,-1 2 0,2-3 1,4 1 1,2-2-765,-1-4 0,0-1 736,0-4 1,-1-2-90,7 17 78,-4-12-425,-3-14 324,-5-11 403,-1-6-425,-3-5 1776,1-8-1619,-1-6 44,2-11-21,-1-3-46,2 1 23,-1 5 0,2 6 0,-2 8-100,0 4-1,0 4 78,2 1 35,4 4-12,5 6 33,5 7 1,3 6-57,12 9-245,-10-11-259,7 1-90,-11-16 360,-2-2 134,1-4 123,-2-9 100,0-5-77,-2-11-23,-2-5 728,-1-14-291,-4 13 314,-1-12-393,-5 28-358,-1 1-33,0 11-12,0 2-67,2 1 112,2 8 11,12 16-89,0 0-628,10 7 156,-4-16-234,3-8 22,2-4 124,0-3 638,0-7-56,-2-4 78,-3-8 303,4-11-101,-9 10 314,2-4 56,-10 13 11,-4 4 381,-3 4-751,-2 1-56,4 23 102,2 10-180,2 13 0,1 4-101,-1-13 0,-1 1 0,3 13 0,0 0-152,-3-10 1,-1-5-1810,0 12-3003,0-2-4045,-21-30 9009,-7-9 0,3-3 0,0-2 0</inkml:trace>
  <inkml:trace contextRef="#ctx0" brushRef="#br0" timeOffset="131093">23101 16710 12210,'0'0'0</inkml:trace>
  <inkml:trace contextRef="#ctx0" brushRef="#br0" timeOffset="132075">23679 17099 19751,'57'-11'1333,"-6"2"-1165,-25 6 56,0 0-179,-1 1-11,-1 1-90,-2 0 190,-10 1-44,-3 5-34,-11 11 22,-12 10 73,-6 0 1,-4 2-74,-16 10-22,11-12 0,2-3 449,-5-1-494,9-6 202,9-7-213,6-5-146,7-3 146,16-5 90,14-6-90,19-8-289,-18 6 1,1-1 204,2 0 0,1-1 39,1 1 1,-1-1 15,-1 1 1,-1-1 11,-2 1 0,-2 0 17,23-11 34,-13 2 0,-10 1 78,-12 3 426,-8-32-280,-11 19-180,-6-21 426,-5 27-61,-2 8-365,4 2-78,1 8 67,4 2-67,2 3-56,2 2-224,2 0 268,6 0 12,7 0 34,11 4-34,7-1 0,4 5 11,3-1 23,0 4-34,0 3 0,2 7 67,3 6-422,3 7 355,-2 2 0,-3-1 213,-6-5-90,-7-3-90,-12-11 91,-5-2-124,-21-7-2163,-17 2-7249,-30-1 8899,13-4 0,1-1 0,-10 0 0,0-3 1</inkml:trace>
  <inkml:trace contextRef="#ctx0" brushRef="#br0" timeOffset="248291">3722 9758 9061,'0'-9'975,"0"2"-908,0 7 236,0 0 224,-1-33 133,-1 25-278,0-26 111,-2 32-415,3 1 224,-2 0 23,3 1 1984,-2-1-2220,11 1 180,11-2-202,6 1 34,24-3 0,-2 2-101,-18 1 0,2-1 67,0 1 0,-1 0-67,17 1 124,9-2-57,-25 2-67,8-1 0,-14 0 146,1 1-101,16-3 0,-8 1-1,12-3 1,-13 3-45,1-2 11,0 3 23,3-2 33,0 3-67,2-1 23,-2 1-12,-2 0-11,-2 0-56,-2 0 56,-1 0 22,0 0 1,0 0-23,2 0 67,1 0-56,1 0 56,2 0-67,-1 0 0,0 0-33,-3 0 55,-1 0-22,-1 0 22,0 0-10,1 0 32,1 0-44,0 0 0,1 0-78,0 0 145,0 2-67,-2-1 23,-1 3-12,-2-1 11,-2 1-22,-1-1 0,-1 0-56,0 0 79,11 0-1,-7 1 34,7-1 45,-9 1-101,0-1 0,0 1-112,-1 0 157,1-1-45,-3 0 56,2-2-56,-1 1 78,1-1-78,0 1 0,0 0-190,0 0 346,-1-1-200,13 1 44,-11 1 145,10-1-145,-11 0 0,-1-1-134,1 2 179,-1-2-45,-1 1 0,1-1 67,8 1-67,-6-1 11,9 1-112,-10-1 112,1-1-11,0 1 90,0 0-68,2-1 57,-1 0-79,0 1 0,1 0-67,0 0 89,2-1-22,0 0 101,2 0-101,0 0 56,0 0-23,10 0-111,-13 0 78,8 0 0,-15 0 34,-2 0 22,1 0-12,0 0-44,2 0 12,3 0-46,1 0 34,2 0 0,-1 0 34,-1 0-34,-1 0 11,-1 0-22,0 0 67,1 0-56,-1 0 0,3 0 0,1 0 11,2 0 22,17 0-66,-11 0 122,12 0-122,-15 0 33,0 0 0,1 0 11,-1 0-11,2 0-22,18 0 89,-13 0-134,13 0 67,-21 0 0,-3 0 0,-1 0 11,10 0-11,-10 0 0,22 0 0,-20 0 0,11 0 56,-10 0-34,0 0-22,2 0 0,1 0 57,0 0-57,3 0 0,-1 0 0,2 0-57,-1 0 125,0 0-34,-2 0-34,3 0 0,-4 0 11,2 0-11,-4 0-11,-1 0 11,-4 0 11,-2 0-11,-1 0-22,1 0 22,3 0 67,3 0-67,5 0 0,3 0 33,5-1-33,1 0 0,-10 1 0,0-1 0,22-1-636,-18 2 1,-1-2 635,20 0 0,-28 0 0,-1 0-169,0 0 1,0 0 168,29-3-33,-2-1 33,-4 2 0,-4-1 11,-3 2-11,2 1 34,-18 1 22,-2 1-23,-21 0 1189,-6 0-1446,-1 0-2528,-1 7-5450,-2 1 8202,-19 2 0,14-3 0,-13-7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8T06:01:25.942"/>
    </inkml:context>
    <inkml:brush xml:id="br0">
      <inkml:brushProperty name="width" value="0.09071" units="cm"/>
      <inkml:brushProperty name="height" value="0.09071" units="cm"/>
      <inkml:brushProperty name="color" value="#FF0000"/>
    </inkml:brush>
    <inkml:brush xml:id="br1">
      <inkml:brushProperty name="width" value="0.05292" units="cm"/>
      <inkml:brushProperty name="height" value="0.05292" units="cm"/>
      <inkml:brushProperty name="color" value="#FF0000"/>
    </inkml:brush>
  </inkml:definitions>
  <inkml:trace contextRef="#ctx0" brushRef="#br0">4332 9427 7650,'-6'0'1691,"2"0"-1198,4 0-291,-13-7-34,9 5-67,-11-6 11,11 8 180,0-2-270,0 2-11,0-1 224,2 1-145,-1-1 112,2 1 145,0-2 45,-1 1 2645,2 0-1727,-2 0-1332,7 1 56,2 0 22,6 0-56,0 0 0,0 0 0,-1 1 157,-2 0-101,2 1-56,-2 0 34,1 0-12,1-1 56,-1 1-78,2-1 0,1 0 269,10 1-269,-5-1 56,8 0 34,-8 0 55,1-1-145,1 0 0,1 0 258,0 0-168,-1 0-90,0 0 78,-1-1-44,-2-1 55,1-1-89,3-2 113,-3 1-113,2 1 0,-6 1 34,1 0-23,0 0 34,5 0-45,1-1 0,4 0 89,2-1-10,2-1-79,2 0 44,1-1 12,0 0 23,1 1-79,-2 0 0,-1-1 56,6 1-56,-11 2 67,4 1-67,-13 2 34,0 0-34,5-1 0,-8 0 11,5 0 11,-3 1-11,-4 0 23,5-1-34,-5 0 0,4-1 11,1 1 0,2 0-11,-1-1 56,1 0-33,-2-1 10,0 0-33,-1 1 0,-1 0-33,-2 0 89,0 1-56,-2-1 11,2 2-11,1-1 56,3 1-56,2 0 0,3-2-45,2-1 56,2 1-11,0-1 68,9 0-68,-9 2-68,7-1 68,-13 2 45,0 0-22,-1-1-46,0 1 12,-2-1 11,0 1 0,-3 0-11,-1 0 11,-4 0 22,-2 0 1,-2 0-12,-2 0 314,-1 0-1995,-1 0-727,-11 7 2397,-37 8 0,26-6 0,-23 4 0</inkml:trace>
  <inkml:trace contextRef="#ctx0" brushRef="#br0" timeOffset="1466">4416 9234 8613,'-5'8'1568,"0"-2"-1231,5-6 1702,0 0-1434,-2 0-89,0 0-191,-3 0 436,4 0-626,-2 0-79,2 0 885,0 0-941,6 0 56,7 0 583,12 0-605,9 0-34,4-3 257,4-3-44,0-3-67,0-2-146,-1 0 403,15-4-347,-22 6 0,0 1-39,2 0 0,-1 1-23,-2 1 0,-2 0 29,16-1 168,-9 1-191,0-1 0,3 2 90,-2-1-79,-1 2-11,-1 1 56,14-2 0,-9 3-56,-4-1 0,0-1 78,11-1-39,-7-1 1,1 0-580,5-2 557,-17 2 0,-1 1 39,6 0-56,-3 0-11,-6 1 11,-2 2 0,-4 1 11,0 1 528,18-1-572,-4-1 33,19-1 0,-8-1 33,5 1-22,-2 0-11,-4 1 0,-7 1 0,-9-1 34,-4 2-34,-6-1-67,-2 0 67,-2 1 22,-2-2 1,-2 2-23,-2-1 0,-3 1 44,-1 0-44,-3 0 79,0 0-79,-37 20 0,27-15 0,-26 16 0</inkml:trace>
  <inkml:trace contextRef="#ctx0" brushRef="#br1" timeOffset="102843">5932 8655 24575,'0'0'0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8T06:25:58.018"/>
    </inkml:context>
    <inkml:brush xml:id="br0">
      <inkml:brushProperty name="width" value="0.09071" units="cm"/>
      <inkml:brushProperty name="height" value="0.09071" units="cm"/>
      <inkml:brushProperty name="color" value="#FF0000"/>
    </inkml:brush>
  </inkml:definitions>
  <inkml:trace contextRef="#ctx0" brushRef="#br0">10185 2970 12109,'9'8'1972,"-2"-2"-1502,-7-6 920,0 0-1312,0 4 1,0-3-79,0 4 33,0-5 12,4 0-45,8 0 224,32-14-145,2 0-68,4-4 1,4-2-7,-4 2 1,3-1-598,-8 3 0,3 0 0,-3 0 625,9-2 1,-3 1-51,-4 1 0,-4 3 17,4-1-67,-24 7 112,-7 2-68,-16 5 23,-9 0-124,-9 0-66,-35 6-146,9-3 330,14 0 1,0-1-96,-8 0-1515,5-2 1639,5-2 33,4-3 257,-7-8-537,17 5 168,2-2 224,40 11-168,4 6-56,18 7 12,-8 9 32,-2 8 12,-4 6 2301,-7 6-2245,-11 5 33,-10 2-89,-9 0 6,-11-16 0,-3 0 72,-7 13-1507,1-15 1,2-3-1822,9-9 3250,14-19 0,4-6 0,7-12 0</inkml:trace>
  <inkml:trace contextRef="#ctx0" brushRef="#br0" timeOffset="551">11545 2452 14899,'-25'-20'370,"0"-1"0,-14-1-365,6 39 1,-1 14 44,2 7 1,5 2-294,7-11 0,2 1 232,-3 6 0,5 0 58,12 7-47,18-14 146,31 4-113,2-19 0,-12-6 1,-1-3-34,20-1 11,-19-1 1,-1 0-12,11 2-9,0 2-36,-33 0 45,-8 0 134,-10 5 112,-12 4-207,-9 5 0,-6 1-17,7-5 1,-2 0-46,-22 13 1,2 0-314,12-8-1916,-5 2 897,55-24-3699,9-14 5054,17-10 0,-15 5 0,-2-1 0</inkml:trace>
  <inkml:trace contextRef="#ctx0" brushRef="#br0" timeOffset="1758">11768 2607 12255,'-8'3'1457,"1"0"-875,7-3-481,0 0-90,-5 36-11,4-8 39,-2 2 0,0 1 6,3 10-11,4-3-23,3-6 168,13-4-179,-4-11 0,4-3 112,-9-11 79,-1-2 336,6-14-292,9-29-190,0-2-45,-10 13 0,-2-2 67,6-19 56,-7 20-45,-4 2-22,-6 23-56,-2 4-89,0 3-68,3 0 157,1 6 0,5 2-101,9 10 168,-3-7-67,5-1 34,-8-7-34,-3-3 112,-1 0 0,-2-3-112,-1-7 202,4-27-152,-7 1 1,0-3 83,1 1 1,-1-1 145,-2-3 0,-1 3-157,-2 0 56,-1 20-67,2 13-213,1 5-55,1 0-1,0 5 56,0 9 101,5 11 0,4 11 33,1-6 1,2-1-34,6 13 0,7 9 79,-11-25-91,-1-6 12,-2-5-78,-3-5 78,0-4 22,-4-3-22,-1-1 0,-1-1 280,1-5-280,4-8-3380,3-13 3391,2-8 11,2-6-22,1 1 45,2 4-146,1 6 45,2 4 0,3 9 34,3 3-113,1 8 3247,1 2-3201,-4 11 33,-7 7-34,-6 12 90,-6 7 0,-5 5 23,-10 1 55,-18 12-28,8-28 1,-2-1-35,0-1 1,0-2-17,-16 9 12,15-17-12,13-6-180,7-19 236,29-23-44,1-6-12,-6 15 0,1 1 16,3 0 1,-1 0 22,-1 2 1,-1 1-35,3-2 1,-1 2-163,2-3 45,-13 14-22,-2 33 134,2 6 0,-2-1 0,3 4 61,4 16 1,1 1-488,-3-9 0,-1 0 465,6 12 0,1-2-39,-6-17 0,-1-3 45,14 20-68,-12-22 1,1-1-123,8 14-1402,-2-7-246,-13-12-963,-10-13 2756,-5-4 0,3-1 0,-4-2 0</inkml:trace>
  <inkml:trace contextRef="#ctx0" brushRef="#br0" timeOffset="1907">12682 2282 9151,'-13'-2'0,"2"0"0</inkml:trace>
  <inkml:trace contextRef="#ctx0" brushRef="#br0" timeOffset="2273">12941 2615 9694,'21'-48'467,"1"0"1,-1 0 0,8-7 0,-8 5 14,-17-8 8,-4 33 374,-2 7 146,-1 6-674,-2 6-160,-1 3-176,-8 14 179,-9 33-145,1 4-13,9-14 1,5 3-33,10 3 0,8-4-1322,25 2-2455,-7-16 1,3-8 3787,23-28 0,-18-1 0,-22-1 0</inkml:trace>
  <inkml:trace contextRef="#ctx0" brushRef="#br0" timeOffset="2760">13306 2109 12960,'-17'48'291,"0"0"1,2-4 0,3-3-236,7 7 11,2-7 0,3-11-67,4-8 101,5-10 380,27-10-447,1-16 22,-8 1 0,1-6-23,7-21 1,-3-8-546,-7 8 1,-2-3 507,-4 4 0,1-2 0,-4-2 34,-5-4 0,-3-2 0,-2 2-30,0-5 0,-1 0 34,-2 8 0,-1-1 0,-3 4 89,-3 3 0,-5 3 358,-3-5 1,-5 2-23,-2 8 1,-2 3-337,1 1 1,-1 4-113,-10 0 123,15 18-134,6 2-179,4 2 134,4 6 1013,0 14-968,2 12 0,1 4 61,1-4 1,1 2-234,2 14 0,2 2 172,6 5 0,1-2-1137,-3-13 1,1 0 1136,3 11 0,2 1 0,-2-10 0,-1-2-128,-3-12 1,-1-1 49,1 4 0,1-3 55,2 1-1870,-4-8-1637,-2-5 3596,-5-8 1,-2-3-1,-3-5 1</inkml:trace>
  <inkml:trace contextRef="#ctx0" brushRef="#br0" timeOffset="3067">13516 2234 13656,'-4'0'1052,"0"0"-357,4 0-527,21-61-140,-5 35 0,1 0 50,4-18 1,0 1-74,1 14 1,0 4 162,12-9-201,-5 16-1,6 4-33,-9 19 134,2 9-44,9 27-785,-7-7 762,-6-8 0,-2-3 0,-4-5 0,0-2 0</inkml:trace>
  <inkml:trace contextRef="#ctx0" brushRef="#br0" timeOffset="3219">13889 1787 12468,'0'0'0</inkml:trace>
  <inkml:trace contextRef="#ctx0" brushRef="#br0" timeOffset="3877">14104 1736 12624,'4'0'2925,"0"0"-2925,-4 0-112,0 2 112,5 9 45,7 5 22,20 24 56,-4-10-89,8 9-23,-9-13-11,-9-8 34,-1-2-1,-9-11-33,-4-3 157,-1-2 560,2-9-537,4-30 66,0-2-241,-3 0 1,0-2 151,1-17 594,-3 5-706,-2 27 22,-2 21-67,0 7-123,1 0 21,3 6 102,4 8 45,22 20-34,-1-8-11,19 7 12,8-21 44,-15-6-33,8-6 89,-22-10-112,2-26 89,-13-1-89,-1-20 28,-14 24 0,-4 1-72,-11-4 44,-2-6-101,-7 36 45,4 18 45,0 9 11,1 18 0,6 4 11,16 11 101,43-20-75,-7-31 0,9-8 1,-1-6-38,-3-6 0,-1-7 0,0 1 0,2 5 0,-1 0 0,-6-2 0,-9-10 0,-1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8T06:26:57.861"/>
    </inkml:context>
    <inkml:brush xml:id="br0">
      <inkml:brushProperty name="width" value="0.09071" units="cm"/>
      <inkml:brushProperty name="height" value="0.09071" units="cm"/>
      <inkml:brushProperty name="color" value="#FF0000"/>
    </inkml:brush>
  </inkml:definitions>
  <inkml:trace contextRef="#ctx0" brushRef="#br0">1878 3363 10552,'-24'-2'1490,"5"1"-1255,17 0 426,1 1-594,2-3 236,14-2-168,1-2 10,23-7 68,-11 3-123,21-7 55,-9 2-66,0 2-79,4-1 33,-11 5-44,-1 1 67,6 2-22,-5 1-3426,0 2 3437,-1 1-45,-1 1 33,-8 0-55,21-2 22,-23 3 78,16-1-100,-14 2 22,0 0 44,0 0-44,4 0 23,-4 0 3369,8 0-3392,-6 1 33,0 0-33,0 1 12,3 0-12,3 0 0,1 0-56,2 0 56,-2 0 0,1-2 100,14 0-100,-12 0 0,12 0 34,-15 0-90,0 0 101,1 0-45,2 0 123,0-3-123,1-3 11,-1-2-11,-3-1 56,-1 0-112,6-1 56,-10 3 168,22-3-168,-24 5-101,28-3 180,-24 3-79,14-2 0,-8 0 0,1-2 56,4-1-56,0 0-3392,2-1 3336,-2 2-299,-3 0 355,-2 3 34,-4-1-12,-1 4 1,-3-2-23,1 3 3200,-3-1-3246,2 1 627,-1 0-581,2 0 46,19-3-24,-10 2-22,16-3 0,-17 2-79,2 0 79,-3 1 0,0 0 68,-3 1-68,-2 0 11,-1 1-11,0 0 67,1 1-78,17 0-45,-10 0 56,7 0 0,2 0-3392,4 0 3453,-10 0 1,-1 0-140,4 0 78,-2 0 0,-1 0 11,0 1-11,-1 2 0,-1 1-34,-3 2 90,-3-1 23,-2 0-79,-2-3-11,-1 1 3347,1-3-3336,-1 1 0,2-1 0,0 0 100,1 0-88,1 0-12,1 0-56,0 0 56,-1 0 0,0 0 0,-2 0-34,0 1 101,0 1-190,1 2 89,2 1 34,-1 1 56,1-1-44,-1 0-12,0-1 0,2 1 0,15 1 0,-9-1 0,11 1 67,2 1-78,-11-1-169,14 3 180,-15-1 112,1 0-112,-1-2-11,2-2 22,16-2 68,-14-2-158,11 0 158,-22 0-57,-2-2-22,-2-1 0,-3-1 0,1-1 23,-4 2-23,2-1 0,-3 2 78,1-2-145,-1 1 67,0 0 0,-1 0 0,-1 1 11,-1 0-11,-2-1 0,0 0 22,0-1-55,2 0 78,4-1-45,4 0 0,6 0-79,3 0 96,-7 2 0,2-1 50,20-3-39,-17 2 0,1-1-28,5-1 0,-2-1-17,-7 3 0,0-1-369,10-1 0,0 1 375,-10 1 0,-2 2 11,30-3-123,-3 2-217,-6 2 340,-5 0 33,-2-2 35,-2 0-57,1-3-46,1 1 24,-2-2 55,17-2-44,-20 2-33,7 0 33,-25 4 0,-7 3 750,-5 1-817,-5 0 158,-26 13 1,17-10 0,-19 11 0</inkml:trace>
  <inkml:trace contextRef="#ctx0" brushRef="#br0" timeOffset="3898">2972 6142 15381,'25'1'157,"3"0"-124,3-1 158,6-4-135,2-4 101,4-5-34,2-4-112,4-1 213,1-3-185,-9 4 0,0-1-784,-10 5 1,0-2 811,11-3 1,2-2-46,-1-1 1,-2 1-7,-9 5 1,1 0 33,9-5 1,-1 1-40,-11 6 0,-1 1-11,0 0 0,1 1 0,1 0 0,0 0 257,-1 2 1,2-1-225,6-1 1,4 0 0,2-1-16,7-2 1,3-2 0,-1 1-33,-2 1 0,-1-1 0,4-1 5,-9 2 0,4-2 0,1 0 0,-3 0 0,-5 2-875,12-3 0,-1 0 880,1-1 0,4-2 0,-6 3 4,-7 4 0,-4 2 274,1 0 1,1-1-268,-5 1 1,1 0-1,1-1-7,2 0 0,0 0 0,0-1-239,0 1 1,0-1 0,-1 0 249,0-1 0,-1 1 1,-2 0-12,7-2 0,-3 1 0,3-2 0,0 0 39,2 1 0,0-1-39,0 1 0,1-1 0,1 2 0,-1 0-17,-1 0 0,0-1 39,-2 3 1,-1-1-40,0 0 1,0 1 16,-2 0 0,1 1-6,-1 0 0,1 1 0,-1-1 1,1 1 10,0 0 1,1 1 0,1-1 0,0-1-6,2 1 0,1-1 5,3-1 1,0 0 10,3-1 1,0 0-17,1 0 0,3 0 18,-3 0 1,3 1 0,-3 0-694,-11 3 0,-2 1 1,2-1 670,12-2 0,2 0 1,-4 1-20,2 1 1,-2 1 628,-3 1 1,3 0-626,-10 2 1,3-1-1,-3 2 19,6-1 0,0 1-126,-8 0 1,1-1-1,-3 1 126,1 1 0,0 0-6,14-1 1,0-1 16,-15 3 0,0-1-5,10 0 0,-1 0-752,-17 1 0,-3 1 746,29-1 12,-6 1 1979,-3 0-2014,9 1 46,-17 0 20,6 0-43,-19 0 0,-3 0 530,-2 0-508,-3 0-22,0 1-33,-1-1 3425,-1 2-3392,8 0 67,6 1-67,1 0 0,2 1 0,-9-2 11,2 0 12,-2-1-23,4-1-56,13 0 89,-9 0-33,9 0 56,-12 0-33,-12 0-12,1 0-11,-14 0 213,-2 0 235,-3 0-448,-23-5 0,17 4 0,-16-5 0</inkml:trace>
  <inkml:trace contextRef="#ctx0" brushRef="#br0" timeOffset="14254">3241 6523 11975,'9'-8'661,"-2"2"-393,-7 6 584,0 0-616,8 0-136,0 0 124,10 0-45,1 0-22,4 0 22,6-1-111,4-1 33,6-2 56,5-2-763,4-1 650,1 0-265,4-2 221,-1 1 22,-15 2 1,1-1 10,-1 2 1,0 0-23,0-1 1,-1 2-12,-3 1 0,-3 1 22,12 0-22,3 2 11,1 0 0,6 0-11,3-1 23,3-1 10,-14 0 1,2 1 8,-11-1 1,0 1-26,12 0 0,-1 0-359,-14 0 1,-1 0 341,-1 0 0,0 1-26,0-1 0,1-1 26,-1 0 0,0 0 22,0-1 1,1 0 5,18-3 0,1-1-869,-11 1 1,1 0 840,15-3 0,1 0 0,-14 2 0,-1 0 24,1-1 1,1 0 3,-2 0 0,1 0-12,-2 1 1,0-1-28,-1 1 0,-1 0 22,-1 1 0,0-1 11,-2 1 1,1 0-12,14-1 1,0 0-12,-11 1 0,0 1 22,12-2 0,0 0-22,-12 2 0,-1 0 22,2 1 1,1-1-29,1 1 1,0 0 5,0 1 0,-1-1 0,-1 1 0,0 0-23,-1 0 1,-1 0 44,0 0 1,0 0-18,-1 1 1,1-1-6,0 0 0,0-1 0,0 2 0,-1-1 17,1-1 0,-1 0-12,-2 1 1,1-1-1,-2 1 1,0 0-6,0-1 0,-1 1 0,0 1 0,0 0 11,1-1 1,0 1-12,2-1 0,1 1 11,1 0 0,1 0-11,3-1 0,1-1 22,0 2 1,4 0-12,0-1 0,4-1 0,-1 1-944,9 0 1,1 0 913,-6 0 1,3-1-1,-4 1 47,8-2 0,-2 1-34,-1 0 0,2 0 13,-8 0 1,3 1 0,-3 0 273,6 0 1,-2 1-301,-10 1 0,2-1 1,-5 1 18,-3 1 0,-1 0 155,8 0 1,1 0-145,-4 1 1,-1 1-7,-1 0 1,-3 0 1470,-7 1 0,-3 1-1487,1 1 123,-9 0-179,-7-3 1165,-8 1-1098,-3-3 229,-2 1-218,1-1-22,3 0-22,7 0 33,7 1 44,11 0-21,30 0 10,-11 0-16,-14-1 0,0 0-462,14 0 445,1 0 0,2 0 0,4 0-6,-15 0 1,1 0 16,-10 0 0,-1 0-5,10 0 0,-1 0-3236,11 0 3230,-2 0 0,-3 0-176,-2 0 188,-2 0-12,2 0 33,4 0-33,4 0 23,1 0-23,0 0 34,-7 0-68,-6 0 34,-9 0 0,-5 0 297,-3 0-297,-10 0 3291,-2 0-3212,-8 0 104,-2 0-183,1 0 90,0 0-57,3-1-33,4 1 0,3-2 56,5 0-134,2 0 89,3-1-11,3 0 56,1 1-33,3-2-12,12 0-11,-13 0 11,7 0-11,-20 2-11,-2 1 0,-2 1 22,1-1-11,3 1 11,3-1 0,4 0-11,-1 1-11,2-2 11,-3 1 0,-1 0 0,-1 0 0,-2 1-11,1 0 22,-4-1 45,-3 1-34,-4-1-22,-4 1-201,-1 0 201,-1 2 0,0 4 0,1 6 22,0 4-22,1 3 0,1 1-11,-1 3 11,-1 3 56,-1 2-34,0 3-22,0 0 0,0 2 0,0 0 56,0 3-44,0 0-12,0 1 33,0-1-33,0 0 23,0 0-1,0 1 34,4 1-11,0 1-23,5 2-22,0 1 56,1 5-11,-2 0-45,0 0 22,-2-14 1,0 0-23,2 17-183,-3-18 0,1-1 194,0 12 23,-1-4-12,-1 0-431,-1 1 454,-3 8 0,1 4-45,-1-22 0,1 1 5,-1 23 1,0-2 5,0 4-11,0 1 17,0-25 0,0 0-12,-1 0 1,2 1 11,0 0 0,2 1-17,0 0 0,1 0 0,3 0 0,0-1 16,0 0 1,0-1-6,0-2 1,0 1-34,1 10 0,-1-1 28,-1-9 0,-1-1 5,1 10 0,0-1-11,2 16 0,-1-2 0,1-2 0,2-1 0,-3-15 0,0 0 34,4 19-34,-4-20 0,-1-1-34,1 10 34,-1-5 34,-1-1-34,-1-2 0,0 3 326,-1 0-303,2 2-12,-3 20-11,1-16 33,-2-5 1,-1-1 0,0 9 16,-1-16 1,-1 1-51,0 2 0,-2-2 0,-1 15 211,1-16 0,0-1-110,-1 4-101,2 0 11,-2-1 159,3-1-114,-2 18-56,2-12 0,-1 12 68,1-13-1,-1 2-45,-2 4-22,0 3 67,-3 0-22,2 1-45,-1-1 0,1 0-33,0 0 89,1-1-101,1-3 134,1-1-66,1 1-1,0 1-22,0-11 0,0 1-33,-2 15 49,1-15 1,1-1 28,-4 15-23,3 3-10,-1 1-29,3-17 0,0 0 17,-1 15 0,0 9 0,0-24 0,0-1 45,-1 9-57,2 11 1,0 1 90,0-3-224,1-9 0,0-2 112,0 8 22,0 1 22,0 2 22,0 3-33,0-3 0,0-1 45,0 1-3319,0-1 3274,0 5 45,0 1-379,0 1 345,0-2-11,0 0 12,0-1 55,0 2-22,0 0-68,1 3 79,1 0-56,1-1 11,0-28 1,0 0-12,-1 0 0,2 0 0,-1 1 0,0 1 124,2 0 1,0 0-120,-2 1 1,0 0-6,0-1 0,-1-1 44,0-1 1,-1 0-11,-1 29-210,0-2 209,-4 2-33,1 0 39,-1-29 1,1 0 27,-3 26-67,1 2 22,-1 0-11,4-28 1,0 0 38,0 2 0,1 0-50,-1 0 0,2 0 0,0-2 0,0 2 6,0 10 0,0-1 16,0-9 0,0-2 0,0 9 1,0-1 0,2 16 11,2 1-34,2 4 1539,-2-31 0,2 4-1521,3 13 1,1 7 0,0-5-19,-2-6 0,1 0 126,1 5 1,0 4 0,-1-5-127,-2-5 0,0-4 56,3 17-45,-5-19 0,1-1 45,3 7-22,-1 2-23,2-2-11,-1 2-23,1 1 23,0-2 45,-4-12 0,0 1-45,4 16 0,-5-13 0,0 1 22,4 22 23,-3-10 0,1 0-34,-2-11 0,1-1 11,0 12 1,0-2 0,2 9 10,-1-4 57,-1-3-90,-1-4 33,1-1-33,-2-11 0,1 1 68,2 16-46,-3-16 0,1 0 250,3 28-260,-1-14 88,3 8-326,-1-16 282,0-4-90,0 0 90,1-3-78,-3-3 22,2-3 355,-4-3-299,1-1-56,-3 0 11,1 2 11,-1 5-22,1 4 269,4 21-235,5 3-34,-3-19 0,0-1 11,9 16-11,-2-8 123,0-10-123,-7-11 23,2 4-23,-7-12-45,-1-3 45,-1-1 56,0 5-56,-1-4 11,1 8 11,0-5-22,-2 1-33,3 1 33,-3-3 11,3 1 0,-2-3 0,1-1 12,-2-3-23,0-1 0,-1-3 0,0-1 639,0-1-628,-7-1 11,-4 0-22,-12 0 12,-6-3-35,-6 1 46,-4-4-23,-5 0 11,-3 1 11,-2-2-22,-3 3-554,0-1 566,-2 2-35,-1 0 17,14 2 1,-1 0-18,9 0 1,-1 1 22,-9-1 0,-1 1-6,13 0 1,0 0 5,-17 0 0,-1 0-11,12 0 0,-1 0 11,-14 1 0,1 0 0,13-1 0,2 1 0,0 1 0,-1 0 11,0-1 0,1 0-1616,0 1 1,1-1 1604,-1 1 0,0 0 28,0-1 0,0 1-118,0 1 0,0 0 96,0 0 0,0 0-12,0 1 0,1 1 12,-1 0 0,0 0-23,0 1 0,0-1 56,0 1 0,-2 0-533,1 0 1,-1-1 515,-1 1 1,-1 0-46,0 0 1,0-1 11,0 1 0,0-2 0,1 1 0,1-2 11,2 1 0,-1 0 11,-15 2 0,-1-1-6,12-1 1,0 0 16,-14 1 1,0 0-6,14-2 0,2 0-799,-2 0 1,0-1 781,-1 1 0,0 0 5,0-1 1,-2 2 486,4-1 1,-2 1 0,-1 1-471,0-1 1,-1 1 0,1 0-23,-1 1 0,0 0 0,1-1-17,-18 3 0,4 1 17,15-3 0,2 1 0,-2-2 0,0 1 33,-1 0 1,1 0-68,0-1 1,1 1 22,1-2 0,1 1 11,0 0 0,2 1 0,0-2 0,1 1-6,1-1 0,-1 1 6,2 0 0,-1-1 0,0 0 0,0-1 0,0 1 0,0 0-4,0-1 0,-2 1 54,-17 1 0,0 1-39,11-2 1,1 0 268,-14 1 0,0-1-280,15-1 0,3 0 11,-2-1 1,0-1-12,1 1 0,-1 0 0,1 0 0,1-1 16,0 1 1,0 0-17,-2 1 0,1-1 0,0 0 0,0 0 0,-2 2 0,-1-1-28,2-1 0,-1 0 5,0 2 1,0-1 22,1 0 0,0-1 0,1 1 0,-1 0 0,1 1 0,0-1 34,0 1 0,-1-1-29,0 1 1,0 0-6,0 0 0,0-1 0,2 1 0,0 0 0,1-1 0,0 0 0,3 1 0,0-1-17,0 0 0,2 0 17,1 0 0,0 0 1454,1 0 0,0-1-1454,-29 3-17,30-3 0,-2 0 67,-11 0 1,-3 0-57,-5 0 1,-2 0-7,1 0 1,0 0 4,-2-1 0,3 0 7,12 1 0,3-2-17,0 1 0,0 0 17,2 0 0,1 0 312,-27 1-368,3 1 56,2 0 556,0 0-517,14-2 0,-1 1-39,10-1 0,-1 1-102,-10 0 1,0 0 84,12 0 0,0-1 28,0 1 0,0-1-11,0 1 0,0-1 0,-28 1 622,5-1-611,3 0-11,5 0 0,1-1 34,3 0-34,0 0 0,2 0-45,0 0 67,2 0-44,0 0 22,3 0 0,2 0 351,2 0-351,1 0-45,3 0 45,2-1 0,3 0 56,-1-2-56,8 0 0,1 1 0,8 0 45,3 0-23,1-2 1,1 0 33,-2-1-23,-1-2 102,-1-2-124,-3-2 11,1-2-11,-1-2 68,-2-3-79,1-4-11,-2-4 11,-2-6 56,1-5-56,-3-6-23,2-6-1268,-1-7 1302,6 25 0,2-1-11,-1-2 0,0 0-390,0-1 1,-1 0 400,1 0 1,0 1-91,1-1 0,-1 1 79,1-1 0,0 0 0,0-1 0,0 0-373,0-2 1,1 0 377,-2-2 1,1 1-1,0-1 1,0-3-6,0 2 0,-1-3 0,0 2 0,0-8 0,0-1 0,0 7 0,0-3 0,1 2-2,-1-5 1,1 1-16,0-1 1,1-2 16,-1 1 0,1-2 0,0-1 0,0 0 0,0 0 0,1-4-4,0 7 0,0-4 0,0-5 8,1 11 1,-1-5-1,1-1 1,-1 1 0,1 3-159,-1 0 1,1 4 0,0-1 0,0-1 148,0 1 1,-1-2 0,1-1-1,-1 2 1,1 4-4,0-6 1,-1 3-1,1 3 8,0-10 0,-1 1 0,2 8 0,-1-2 0,1 3-6,0-3 1,1 4 5,0-1 0,0 1-83,0 2 1,0-3 85,0 3 1,0-4 0,0 3-26,0-9 0,0 0-177,0 6 1,0-3-1,0 3 199,0-6 0,0 3 17,0 0 0,0 0-6,0 3 0,0 1-11,0 2 0,0 0 0,0 0 0,0-1 0,0 0 0,0 0 225,0-2 1,0 0-226,0 0 0,0 1-6,0 0 0,0 1 6,1 1 0,1 0 6,-1 0 0,0-1-6,1 0 0,0 0-40,-1-3 1,0 0 106,0 0 1,-1-1-68,0 0 0,0 1 11,0-2 0,0 0-28,0 1 1,0 0 16,0 1 0,0 1 0,0 0 0,0 1-232,0 2 1,0 1 231,0 1 0,0 1 6,0 1 0,0 1-29,0 1 1,0-2 22,0-15 0,0 0 11,0 10 0,0 0 17,0-13 0,0 0-23,0 13 1,0 2-6,0-1 0,0 1 0,0-2 0,0 0-11,0 0 0,0 0 465,0-2 0,0-1-471,0 0 0,0-4 17,-1 3 0,-1-3 0,0 2-385,-1-8 0,0 0 385,0 8 0,-1-2 0,0 4 0,-1-4 0,-1 3 11,1 0 1,0 0-12,-1 0 0,1 1 0,0 1 0,1-1-23,0 2 1,0-1 16,0 3 1,1-3 5,-1 4 0,1-2 0,-1 2 0,0-7 0,-1 0 7,1 7 0,0-2 1,0 3-8,-2-3 0,1 3 5,-1-2 1,1 1-17,-1 0 0,1-1-1,1-3 1,-1 0 287,2-2 1,1 0-283,1-1 1,-1-1 38,2 0 1,0 0-34,-1 3 0,2 0 0,1 3 0,1 1 11,0 3 0,1 0-39,0 3 0,2 0 22,-1 1 1,0 1-1,-2-2 1,1 0-12,-1 0 0,0 0 17,-1 0 0,1 1-11,-1-1 0,0 1 11,-1 0 0,1 1 0,0 2 0,0-1 44,-1 2 1,0 1-45,2-26 830,-1 10-863,-1 8 66,1 7 468,-2 1-557,2-17 45,-2 9 1410,1-18-1399,-1 8-11,0-8 16,0 25 1,1-2-17,-1 2 0,1-1 11,1 1 0,0 0 0,0-25 0,4 6 22,-2 4-22,4 3 0,-3 1 0,2 3 11,-1 0 717,0 3-739,1-13 22,-2 14-22,1-9 11,-2 18 0,1 2-22,-1 4 22,2 2 0,-2 3 0,1 0 0,-1 1 0,0-1 0,-1 1 11,0 2-22,-1 2 11,-1 3-12,0 4-32,0 2-505,-1 1 437,5 1 0,6 0 101,22 5-197,-3-2 1,7-1-1523,9 0 0,9 0 1,3-1-1,-2 0 363,-6 0 0,-2-1 0,1 0 0,3-1 1367,6-1 0,5-1 0,0 0 0,-2 0 0,-9 0 0,-4 1 0,-6 0 0,-3-1 0,9-4 0,0 1 0</inkml:trace>
  <inkml:trace contextRef="#ctx0" brushRef="#br0" timeOffset="18428">1462 11001 15157,'-36'-1'1226,"-1"1"1,-17 0-531,34-1-170,12 1-168,0 0 617,0 0-202,-14 0-526,4 0-68,-12 0-22,9 2-157,0 0 56,5 2-22,4-2-23,5 0-22,3-2-292,4 0 68,12 2 235,14 0 123,32 0-134,-18-1 0,5 0-889,11-1 0,4-1 900,-14-1 0,2-1 0,0-1-8,6 0 1,1-1 0,0-1 21,-10 1 0,-1-1 0,1-1 0,0 1-711,1-1 1,0 1 0,0-1 0,-1 0 696,15-3 0,-1 0 0,-1 1-12,-4 0 1,-1 0 0,-2-1-199,-6 2 0,-2-1 0,-2 0 221,11-2 0,-5 1 17,-12 2 0,-4 1-33,9-1 117,-21 4 1250,-13 4-1116,-5 0 2894,-10 2-3140,-1 0 1111,-10 1-1077,0-1 10,-3-1-33,-2-1-11,-5 0 12,-4 0-68,-5-3 56,4-4 0,-2-3 11,-7-4 0,-1-2-11,-2 0 0,0-1-421,-2-2 1,3 1 420,11 5 0,2 1 5,1 0 1,1 0-163,0 1 0,1 1 157,-26-8 34,4 4-34,8 4-64,8 3 64,10 3-22,9 2-56,9 1 615,4 0-1332,4 1 1090,12-1-351,9 2-11,22 5 67,16 4 33,-22-3 1,2 0-978,5 0 0,1 0 944,2-1 0,5 0 18,-3-2 1,4 0 0,1 1-22,-9-1 0,2 0 0,-1 1 1,-2-1 28,7 1 0,-3 0 1,0 0-27,-3 0 0,-1 0 0,-10 2-57,-7 5 57,-16 2 214,-7 9-46,-18 15-146,2-8 0,-2 2-696,-9 9 1,-3 2 736,6-10 0,-1 1 1,-2 3-62,-1 0 1,-2 4 0,-1-1 0,1-2-377,0 0 0,2-2 0,-2 1 389,-4 8 0,-2 0 0,4-4-15,5-8 0,3-4 0,-9 15-90,13-16 12,9-14-113,5-9 993,2-4-1351,0-1 1869,6-6-4682,4-7-5467,7-14 8829,-3-13 0,-5 16 0,-5 0 0</inkml:trace>
  <inkml:trace contextRef="#ctx0" brushRef="#br0" timeOffset="27599">14360 9737 13128,'-39'-15'508,"0"0"0,2 0 0,6 4 31,11 7-383,-4 0 80,-4 0 178,-24 1-246,9 1-95,13 2 0,0-1 151,-13 1-22,0 0-135,12 4 0,-1 2 45,-19 5-256,17-1 0,0 1 178,-17 12 22,-2 3-39,27-10 0,0 0-6,1 2 0,0 1 6,1 3 0,1 1 5,0 5 0,1 1-730,0 5 0,1 3 769,0 5 1,1 3-34,0 4 0,1 3 11,1 0 0,1 7-686,5-7 0,-1 8 0,1 1 0,1-5 661,2-5 1,0-4 0,1 5 10,0 4 0,-1 6 1,1-1-1,2-6-576,3-10 1,1-4-1,1 1 588,0 0 1,0 1 0,1 0-189,0 1 0,-1 1 1,1-1 194,0 2 1,0 0 0,0 1 7,2-1 1,0 1-1,1 0-52,0 0 0,0-1 0,3 5 29,3-5 0,2 5 0,2 1 0,1-1 1,-2-5-70,3 7 0,-1-5 0,3 4 45,1 3 1,2 5 0,1-2-1,0-8 1,8 2 0,1-7 468,1 0 0,3-3-474,2-4 0,2-2 0,0-5 0,3-3 5,1-4 1,2-3 545,1-3 1,2-5-547,1-4 1,1-3-6,2 0 0,1-5 22,2-4 1,1-4 22,-1-1 1,0-3-46,0-4 0,-1-3 0,-1-2 0,-2-1 11,-1-1 0,0-1 11,-3 0 1,-1-2 504,-1 1 1,0-2-491,-8 1 0,1-3 1,-2 1-33,4-3 1,-1-1 181,-7 5 0,1-3 0,-4 2-182,-1-1 1,-2-1 56,-2 0 0,-1-2-40,-3-1 0,0-1-16,-2-3 0,0-2 55,-3-3 1,-1-2 57,-1-3 1,-1-1-76,-2-4 1,-1-1-17,-3 0 0,-1-3 24,-1-1 1,-1-5 0,-1 2-35,-2 12 1,-1 2 0,0-3-11,0 2 0,0-3 1,-2 1-1,0 2 40,-1 1 1,-2 2 0,-1-1 3,-6-13 0,-3-3 1,0 5 14,4 12 0,0 4 0,-2-2-11,-5-8 0,-1 0 0,-1 4 45,-3 3 0,-2 4 113,-1 2 1,-2 1-193,-1 3 0,-1 1-5,-2 1 0,-1 2-17,-2 0 0,-1 2 0,-2 1 0,-1 1-67,-2 1 0,-1 1-253,0 0 1,-3 1-1620,1 2 1,-5-2 0,3 2-163,7 2 1,1 1 0,-2-1 2100,-13-7 0,-2 0 0,7 2 0,13 7 0,5 1 0,4 0 0,1 1 0</inkml:trace>
  <inkml:trace contextRef="#ctx0" brushRef="#br0" timeOffset="28737">18267 12585 14798,'-41'-4'638,"0"-1"1,3 0 0,2 3 493,-20 18-594,11 2-1224,15 0 1,1 3 1021,6-1 0,3 3-56,-2 2 0,2 6 35,-1 3 0,1 6 0,1-1-153,-4 9 1,2 2-297,2-3 0,0 2 0,3-1 151,0 9 0,3-1 111,1 2 1,2 0-114,4-19 0,2 0 0,0 3 33,1 15 1,0 3 0,2-1-42,-1-13 1,1-1-1,1 4 9,1 7 1,0 6 0,1-1 0,1-6-17,0-11 0,1-4 0,2 3 16,3 4 1,2 5 0,1-2 0,1-7-17,6 6 0,3-5-11,-3-6 0,2 1 0,0-4-1,3-1 1,-1-3 11,1-2 0,1-1-6,-1-5 1,1-1-180,0-3 1,1-2 128,26 9 45,4-9 11,-1-9 33,2-4-10,0-7-12,1-7-6,-29 3 1,1-3 16,0-2 1,-1-1-23,1-2 0,-1 0 28,1-2 0,-1 1-28,0-2 0,-1 0 11,-1 1 0,-1-2 0,-1 0 1,-1-1 21,20-18-10,-3-3-23,-4-2 22,-2-3-17,-18 21 1,-2-1 17,0-1 0,-1-1-23,-2-2 0,0-1 16,-2 0 1,-1-2-6,-2-1 1,0-2-1,-2 0 0,0-2 6,-1-3 0,-1 0 39,-1-2 0,-1-1-51,0-1 1,0-2 66,-1 0 1,0 0-1,0-1 1,0 0-223,-1 0 1,0 0 149,-2 2 0,-2-1-8,-1 4 1,-2-3-1,-1 0 26,-2-2 1,-1 0 0,-1-1-27,0 1 1,0 0 0,-2 1-1,1 3 1,-2 0 0,-3 3-449,-6 2 0,-5 3 1,-1 3-1153,-11-5 0,-6 4-1669,1 5 0,-5 1 0,-2 4 3199,-5 9 1,-2 4 0,5 2 0,4-1 0,4 2 0,-5 3 0,1 0 0</inkml:trace>
  <inkml:trace contextRef="#ctx0" brushRef="#br0" timeOffset="31682">18164 9605 14887,'1'-8'1468,"0"-1"-997,-1 4-67,-1-2 55,-1 0-78,-3 0-67,0-1 78,-1 2-157,3-1 124,-2 0 22,3 2-45,-1-2 112,1 3-78,0 0 246,0 2-526,0 1-1,1 1-145,0 6 56,1 22 47,2 13 1,0 18 0,1 5 0,1-4-785,0-3 1,1-1 0,0 5 741,-1-11 1,0 6-1,0 3 1,1-1 0,0-1-1,0-5-466,2 3 0,0-3 1,0-2-1,0 0 469,0-2 1,1 0-1,-1 1 1,0 0-4,1 8 1,0 2 0,-1 0-1,0-4-5,0-1 0,-1-3 0,0 1-6,-1-7 1,-1 2-1,1-2 1,-2-1-290,-1 4 1,-1-3-1,0-3 317,0 5 1,0-1-79,-1-4 0,0 1 0,0-5 45,0 14 1442,0-3-1409,0-32 2030,0-11-1907,-5-2 1262,-3-4-1440,-10-9-191,-8-9 134,-9-14-9,-7-11 71,19 17 0,-1 0-219,1-3 0,-1 0 264,0-1 0,1-1-1,0 0 1,1 0-34,1 1 1,1 1 77,2 2 1,0 0-29,-12-19-21,7 11 32,6 9-32,8 11-24,4 7 247,4 5-493,1 2 630,23 15-339,6 8-1690,-1-1 1,2 1 1656,1 3 0,0 1 16,1 1 1,-1 1-132,0-1 0,-2-1 126,-3-1 0,0-2 12,17 19-23,-7-7 0,-8-8 11,-9-6-11,-7-8 11,-7-5-11,-3-6 3065,-2-1-8219,-7-1 366,-7 0 4788,-9-9 0,8 7 0,2-7 0</inkml:trace>
  <inkml:trace contextRef="#ctx0" brushRef="#br0" timeOffset="31935">18577 11091 19000,'-26'47'179,"-1"-1"0,1 1 1,0-3-1,2 1 1,1-4-119,-2 4 1,2-3-1145,3-3 1,2-3 1082,3-5 0,1-3-11,-3 14 575,7-13-1841,6-13-1586,4-8-5765,0-10 8628,0-14 0,0 9 0,0-8 0</inkml:trace>
  <inkml:trace contextRef="#ctx0" brushRef="#br0" timeOffset="35325">17793 13451 9521,'-6'1'156,"0"0"192,6-1 145,0 0 437,-34 3 829,14-2-157,-31 4-1142,29-3 447,-16 8-357,8-2 21,-15 7-90,6 0 114,-4 2-58,-1 0-10,16-6 0,0 0-258,-8 5 11,-4 2 123,24-10-314,7-4-77,5-2-12,7-2 45,13 0 33,18 0 90,24 0-168,-19-1 0,2 0-365,7-2 1,3-1 397,5-1 1,2 0-412,-17 0 1,1 0 0,4 0 368,2 0 1,5 0 0,1 1-1,-3 0-652,4 0 1,-2 0 0,2 1 660,-2 0 0,3 0 0,-1 1 0,-4 0 0,-2 1 0,-3 1 0,2 0 0,9-1 0,3 1 0,-5 1-1056,4-1 1,-3 0 1055,-13 0 0,0 0 0,-5 0 11,12 0 394,-21 0-405,-14 0 705,-10 0-593,-4 0 1519,-1 0-1631,-7 0 3280,-2 0-5285,-24 0 492,11 1-560,-13 0-4639,2-5 6712,5-3 0,1 2 0,14-2 0</inkml:trace>
  <inkml:trace contextRef="#ctx0" brushRef="#br0" timeOffset="35776">17358 13806 16098,'-43'13'624,"1"-1"1,-1 1 0,-9 1 0,10-2-412,17-2-101,21-9 33,3 0-55,1-1 123,9 0 403,14 0 0,26 0-448,-13 1 0,3-2-479,9-1 0,4-2 386,-9 0 1,4 0 0,2-1-1,-3 0-542,5-2 0,-2 0 1,2 0 466,-1 1 0,2-1 0,1 0 0,1 0 14,0 1 0,2 0 0,-1 0 0,-2 1-11,3 1 1,-2-1 0,2 1-4,-3 0 0,2 1 0,0 0 0,-4 0-4,-2 1 0,-3 1 1,-1 0-16,-2 0 0,0 0 1,0 1 23,15-1 1,1 1-6,-16 0 0,0 0 0,-3 0-6,-1 0 1,-2 0-7,1 0 1,-5 0-34,-14 0 45,-13 0 168,-4 0 551,-2 0-865,-4 0 1295,0 0-2102,-4 0-112,3 0-201,-3 0-527,-1 0-6028,-18 0 7821,-2 0 0,4 0 0,8 0 0</inkml:trace>
  <inkml:trace contextRef="#ctx0" brushRef="#br0" timeOffset="36181">17555 14191 17319,'-41'12'658,"1"-1"1,-1 1-1,-4 0 1,5-1 1,-6 5-335,35-12-302,7-3-12,10 1 191,22 1 0,10-2-85,-1 0 1,3 0-632,4 0 0,5 1 1,0-2 527,-1 0 1,-1-2 0,2 0-8,4-1 1,1-1 0,1 0-5,3-1 1,1-1 0,0-1 32,-15 2 1,1 0-1,0-1 1,0 0-37,14-1 0,1-1 0,-1 1-23,-2 0 1,0 0-1,-1 1 23,-2 0 0,-1 1 0,0 0 0,-4 0 0,0 0 0,-1 0-8,-3 1 1,-1 1 0,-1 0-21,13-2 0,-2 1 17,-8 0 0,-3 1-6,-9 0 0,-3 1-5,17-3-1,-26 3-246,-6 0-258,-15 2-3327,-1 0-2700,-6 0 6964,-3 0 1,1 0-1,0 0 1</inkml:trace>
  <inkml:trace contextRef="#ctx0" brushRef="#br0" timeOffset="39503">18146 9946 10316,'6'-37'1356,"-2"6"-684,-4 25-168,0 1-78,0 0-78,0 1-34,0-1-23,0 1-90,0-2-44,0-1 56,0-7-112,0-6 34,0-1 78,0-1 391,0-7-492,0 10-33,0-10 100,0 13-33,0 0 123,0 2-34,0 1 157,0 1-33,0 6-124,0 0-55,0 5 682,0 0-862,3 13 79,1 12 27,3 15 0,0 6-282,0-6 1,0 3 186,-1-3 0,1 3 0,1 1-594,3 11 0,0 2 1,1-2 615,-3-10 1,0 0 0,1 1-20,0-1 0,0 3 0,1 0 0,-1-3-875,0 2 1,-1-3 0,0 0 897,0 0 0,-1 1 1,0-1-9,0 0 1,-1-1 0,0 1-114,-1-2 0,-1 0 1,0 0 116,2 17 1,-1 0-34,-1-5 0,-1 0 50,-1-6 1,0-2-51,-1-5 0,0-1 11,-1-7 0,0-1 120,0 1 1,0-3-43,-1 9 1260,1 1-1338,-1-28 3216,0-1-3149,0-9 1048,0-1-1081,0-10-45,0-3 34,-14-41-23,-3 15 0,-2-2-673,-1-3 1,-2 0 661,-6-5 0,-2 2 0,7 13 0,-1 1 0,1 1 0,-2 1-122,2 0 1,0 2 132,1 1 0,0 1-6,2 3 1,2 1-15,-15-15 88,8 10 167,8 9-89,8 8-12,6 5-145,2 4 999,1 1-999,9 12 368,7 9-368,15 19 5,-11-15 1,0 1-214,3 4 1,1 2 218,0 0 0,1 1 6,1 0 0,0 0-12,-1 1 1,1-1 11,-2-1 0,1 0-17,-1-1 0,-1-1 0,-1-2 0,0-1-3226,17 20 3203,-7-10-10,-6-10 33,-8-10 33,-6-7-10,-6-4 312,-4-3-1523,-1-1 3180,-1-5-3964,0-11-90,0-13-644,3-6 0,1-2 2706,3 6 0,-1 0 0,4-28 0,0 32 0</inkml:trace>
  <inkml:trace contextRef="#ctx0" brushRef="#br0" timeOffset="39708">18740 10879 16490,'1'-23'1625,"-10"16"-1546,-10 37 33,1-4 0,-1 5-609,-4 11 0,-1 4 553,-3 7 0,0 2-361,10-17 1,-1 0 0,2 0 309,-7 16 1,1-1-6,5-9 0,1-1-708,5-6 0,2-3-3270,4-1 3978,12-21 0,0-15 0,3-10 0</inkml:trace>
  <inkml:trace contextRef="#ctx0" brushRef="#br0" timeOffset="42750">13815 9800 9151,'0'-6'952,"0"2"639,0 4-1422,-4-23 21,3 15 68,-2-17-1,3 18 270,0 0-370,0 1 90,0-1-202,0 1 78,2 0 11,2-2 23,5-3 190,10-6-112,-2 4 0,13-6-111,-12 10-12,5-2-100,-6 6-1,-1 1 67,1 2-55,-2 0 33,2 1 22,-1 0-78,4 0 11,1 1 34,3 0 22,-2 0-67,0 0 45,-2 0-11,-3 0-34,1 0 22,-2 1 12,0 1-12,3 2 45,-2 0-67,3 1 0,-2-1 0,1 0 90,-2 0-90,0 0 22,-1 1-22,-1-1 0,1 2 56,4 2-56,-4-1 56,3 1-56,-7-2-45,0-1 45,0 1 101,2 0-90,2 1 12,14 9-1,-4-4 1,8 7 33,-8-4-12,-2 0-44,0 0 56,7 5-11,-8-5-22,6 6 10,-8-6-10,1 2 55,2 0-44,0 0-23,1 1 101,10 4-67,-2 3-34,0-1 23,-8-4 11,-12-6-23,4 5 34,-5-3-33,3 6 10,-2-2 1,1 2-1,1 2-21,1 1 10,0 0-11,0 0 23,-1 0-23,0 0-11,0 0 67,-2 2-33,0-1-1,-2 0-33,0-2 12,-2-1 44,-1-1-56,-1 0 0,2 9 56,-2-7-45,4 9-11,-5-9 11,2 1 11,-1 1-22,1-1 0,-1 0 12,0-1 10,-2 0-22,1 0 34,-2-1 22,2 12-56,-3-9 0,3 9 78,-2-9-56,3 3 1,0 0-23,1 1 11,0 0-22,0-3 67,-1 1-56,1-5 0,-4 0 11,1-2 23,-3 0 10,-1-1-32,0 2 55,-1 0-67,0 13 11,0-8 11,0 9 12,0-2-12,-2-5-10,1 6-1,-2-7-11,0 0 0,-3 6-157,-7 9-2426,0-16 1,-4-1 2582,-10 4 0,-2-2 0,-3 7 0,-8-9 0</inkml:trace>
  <inkml:trace contextRef="#ctx0" brushRef="#br0" timeOffset="70959">5708 13880 18429,'-39'29'1759,"7"-6"-1322,32-22 627,0-1-829,6-1-123,12-12 303,18-13-645,-7 2 1,5-7 343,-1-1 1,5-6 0,2-3 0,-2 2-590,-4 4 1,-2 1 0,1-2 0,4-5 486,-7 7 1,4-4-1,2-3 1,0-1 0,1-1-1,0 1 1,-3 1 0,-2 3-516,7-8 0,-3 2 0,-2 1 0,1 0 0,3-3 503,-5 5 0,1-2 0,2-1 0,-1-1 0,0 1 0,-1 2 0,-1 1 0,2-3 0,-2 1 0,-1 2 0,0 0 0,0 0-23,-1 1 1,0 0 0,0 0-1,0 1 1,-1 0-288,6-6 1,0 0 0,0 1 0,-2 0 303,-2 5 0,-2 1 1,1 0-1,-2 2-78,7-8 0,-1 2 1,-2 2 86,-5 6 1,0 2 0,-2 0 307,1 0 1,0 0-1,-3 3-300,-2 0 0,-1 1 17,1-1 0,-3 1 2135,-3-7-2163,-6 16 2198,-1 0-2187,-5 16 1296,-1 2-1285,0 1 163,-1 0-398,-1 0 34,-12 3-191,-9 1 101,-20 7 213,-11 2-6,23-5 1,-3 1 94,-11 5 1,-2 1-34,11-4 0,0 0-130,-9 5 1,1 0 157,12-4 0,2 0-6,-26 14 0,4 0-22,8-1 12,6-3 21,10-5-33,8-6-11,8-5-90,5-4-179,7-1 291,16-1 57,16-3 301,22-9-318,-21 2 0,2-3-427,3-3 0,2-1 482,2-3 1,1-1-102,0 1 1,0-1 50,1 0 0,0-1-56,-3 3 0,-2-1 17,-3 1 0,-1 1 28,-6 2 0,-2 1-12,16-9 79,-14 7 90,-13 8 22,-9 4 272,-7 3-316,-2 1-135,-1 9 123,0 22-135,1 0 1,-2 5-679,-1 19 0,-3 5 682,1-12 1,-2 2-1,-1 1-37,-1 4 0,-2 2 0,-1-1 0,-1-2 0,-2 0 0,1-3 0,1-5 0,-1-2 0,1-2-416,-3 7 1,2-4-2038,-2 13-3519,9-30 5972,9-15 0,-2-12 0,3 0 0</inkml:trace>
  <inkml:trace contextRef="#ctx0" brushRef="#br0" timeOffset="82628">2660 6746 15919,'-9'3'1311,"2"0"-919,5-1-56,1 0 34,0 0-68,-1 0-111,2-1-79,0 1-101,7-2 56,11 2-56,19-2 62,9 1 0,8-2-73,-6-3 0,2-1 0,1-1-542,1 2 1,1-1 0,1-1 541,4-2 0,1-3 0,-5 1 0,-12 1 0,-4 0 0,0 0-6,16-6 0,-2 0 40,-8 0 0,-2 1 5,-10 1 0,-2 1-28,6-5 68,-20 7 526,-11 6-213,-5 3 112,-1 1-504,-1 0 1232,0 0-2912,-1 0-3183,3-3-2499,10-8 7362,2-8 0,1 5 0,-4 1 0</inkml:trace>
  <inkml:trace contextRef="#ctx0" brushRef="#br0" timeOffset="86560">2612 6668 11571,'25'-11'1065,"-2"0"-819,-10 8-235,1 0 258,18-1-269,-1-1 225,19-2-186,-12 1 0,1-1-39,-5 1 0,0-1-326,14-2 0,0-1 382,-8 1 0,-2 0-56,4 1 0,1-1 0,0-1 0,4-1 15,-3 2 0,3-2 0,1 0-15,1-1 0,1 0 0,0-1-464,0 1 0,0 0 0,-1 0 471,-3 1 1,-1 0 0,-4 1-8,2 0 0,-3 1 0,1 0 0,-1 1 28,-1 0 0,0 1-17,0-1 0,1 0-422,2 0 0,-1 1 428,4-2 0,0 1 39,2-1 0,0 0 50,2-1 0,0 0-56,-1 0 1,0-1-12,0 0 1,0 1 27,-2-1 0,2 0-34,-4 2 1,1 0 0,-1 1-34,5-2 0,0 1 11,-7 1 0,0 0 0,-2 1 51,-1 1 0,-2 0-62,-1 0 0,0 0-129,-3 1 1,0 0 150,0 0 0,0-1 0,-1 1 1,-1-1-6,2-1 0,-1 0 5,3 0 1,0-1-23,1-1 0,1 0 45,4-1 0,0 1-40,3-1 1,0 0-155,1 0 0,1 1 154,2 0 1,0 0-6,-2 1 0,1 0 0,0 0 0,0 0 0,-1 0 0,-1 1 0,2-1 0,-2 1 45,1-1 0,-1 1-45,0 0 0,0-1 0,-1 1 0,0 0 39,-2 0 0,0 0-17,-2 0 1,0 0 5,-1 1 0,-1-1-23,-1 0 1,-1 1 423,0 1 0,0-1-373,-1 0 0,1 0-56,-1 1 0,1 0 0,0-1 0,1 0 6,1 0 0,1 1 5,2-1 0,1 1 22,2 0 1,0 0-555,3 0 0,0 1 555,0 1 0,1 0-34,-1 0 0,1 0-51,-1 1 0,3 2 47,-5-1 0,3 0 1,-1 1 3,8 1 0,0 1-81,-10-1 0,2 0 1,-3 1 74,2 1 1,-3 0 10,-2 0 1,-1 1 11,-2-1 0,0 0-17,-2 0 0,0-1 0,-3 0 0,0-1-17,-1 1 0,0-1 92,-2-1 1,0 1-98,28 1-825,-2 2 847,0 0 34,1 1 56,-26-3 0,0 0-90,3-1 0,-1 0 39,3 0 1,1 0-40,1-1 0,0 1-6,-1 1 1,0 0-18,-2-1 1,0 1-588,-3 1 1,-1-1 620,25 2-865,-3-1 854,-4 0 1738,2-1-1738,-1 0 11,3 0-22,-2 0 33,1 0-67,-3 1 45,1 0-75,-3 3 97,-1 0-44,-4 3 2653,-2-1-2609,8 3-22,-11-4 0,8 2 12,-13-4 2176,19 6-2188,-13-4 0,8 2 26,-22-3-15,-4 0-11,-1 0 0,6-1 297,5 0-252,10 1 33,-3-3 0,3-1-33,-8 1 0,0-1-45,11 0 0,0 0-78,13 3 78,-10-1 0,-9 1 33,-12 0 12,-10 0 145,-8 0-21,-4-1-169,-2 3 11,-1 4 168,3 12 12,-2-3-68,2 5-45,-2-8-33,-1-2 45,0 3-57,0 2 135,0 3-112,0 5-11,1 3-45,3 5 67,4 2 1,2 6-68,1 1-463,-2 6 642,0 4-156,-1 2-23,-5-27 0,-1 0 0,2 28 33,-3 2 85,-1-16 0,-1 1-113,0-9 1,-1 1 55,1 12 1,-1 0 28,0-11 0,1-2 78,0 1 0,0 0-12,1-1 1,0 0-112,0 0 0,0 0 16,1 0 1,1 1-62,0 0 0,0-1 56,1 1 0,-1 1 73,1 15 0,-2 1-118,0-14 1,0 1-581,-1 14 1,0-2 624,-1-15 0,0-2 78,0 0 1,-1 1-130,1 0 1,0 0-1,-1-1 1,1 0 78,1 1 0,0 0-50,0-2 0,0 0-23,0-2 0,0 0-172,0 0 1,0 0 171,0 0 0,0 2-11,0 1 0,1 0 0,0 1 0,-1 1 17,1 0 0,-1 0 55,1-3 1,-1 0-68,0 0 1,0 0-6,0 0 0,1 0 0,0 0 0,0 1 28,0 1 0,1 1-22,0-1 0,-1 1-6,0-2 0,0-1 0,0 1 0,-1-1 100,0-2 1,0 0-101,0 0 0,1-1-6,-1-2 1,1 0 5,3 25 135,1-3-135,4-2-6,0-15 1,0 0 72,7 19-67,-5-19 0,0 0 0,5 11 0,-1-1 11,0-5 42,-1 1-53,-3-2 0,-2 6 493,-2 3-493,-3 6 0,0 2 123,-2-1-100,0 1 111,-1 1 334,-1-27 1,1 0-184,-1 1 1,0 0-202,0 0 0,0-1-73,0 25 23,3-5-6,1-15 0,0 0-28,5 18 158,-4-19 0,1 1-91,-1-2 1,0-2-68,2 10 62,2 11-6,-3-18 56,-2-9-101,1 6-11,-3-11 504,1 5-482,0 1 34,2 6 45,1 11 235,1 9-207,-3-21 0,0 2-183,0 0 1,0 0 81,0-3 0,0 1 5,2 10 1,-1 1-34,-1-11 0,0-1 22,2 9 1,-1 0-1,-1 14 23,0-4-45,-3-4 0,1-3 11,-2-2 0,1-5-11,-1-2 35,0-3-35,0-2 11,0-1-11,0-4 0,0-1 234,0-5-234,-2-3 0,0-4-23,-2-2 1,0-3-68,0-1-313,0-1-684,-2-2-1266,-4 0-3026,-7-1 5379,-10-10 0,10 8 0,0-8 0</inkml:trace>
  <inkml:trace contextRef="#ctx0" brushRef="#br0" timeOffset="88394">11513 12128 10047,'-4'0'494,"2"0"312,2 0-414,2-18 124,2 8 100,0-13 90,2 13 56,-4 4-157,0 3-258,-2 1 2399,0 2-2511,3 41-134,3 2-34,-1-1 0,2 3-642,-1-3 1,2 1 663,0 2 1,1 4 100,-1-2 1,1 4 0,0-3-113,2 9 1,-1 0 14,-1-7 1,0 1-1,0-2 19,1 1 0,0 0 48,-1-4 1,1 2 0,-1-2-83,2 8 0,-1-1-26,-2-8 1,1 2-1,-1-2 150,0 4 0,-1-2-157,-1 1 0,1 0-139,-2-1 1,0-1 194,-1-3 0,0 0-34,-1-2 0,0 1 73,0 15 0,-1 1-140,0-13 0,0 1-216,-1-7 0,1 2 0,0-1 238,-1 6 1,0-1 16,0 4 0,1 1 28,-1 2 1,1 1-6,-1 5 0,0 0-1,1-1 1,0 0-62,-1-2 0,2-1 16,-1-3 1,2-2 45,0-2 0,1-2-34,-1-1 0,2 0-28,0 0 0,1-1 28,-1 0 0,1-1-12,-1-3 1,1 0 22,-1-3 1,0-1-40,-1-5 0,0-1-23,2 23 23,-1-7 34,-4-5-34,0-3 45,-2 9 11,-4-13 1073,-1 7-1129,-6-14-11,-9 14 11,3-11 409,-6 10-398,8-12 0,1-3 1032,3-1-1043,1-4-45,1-2 45,2-4 30,2-2-30,2-3 33,1-4-66,2 0 22,0-4 55,0 2-44,-1-1 0,-1 2 0,-1 2 12,-1 1-1,-2 5-11,0 1 0,-1 4-11,1 2-101,1 0 112,2 2-34,1-2 12,2 0 44,0-2-11,0-2-11,0 1 23,0 16 21,-3 0-44,0 8 23,-1-14-90,1-8 78,1-4-11,-1-3 67,0-1-11,-1-3-45,-5 1-11,-7 2 45,-8 3-73,-4-1 0,-3 0-11,3-2 0,-2 1-608,-13 3 1,-2 0 214,5-3 1,-3-1-1456,-6-2 1,-6-1 0,1-1-1391,7 0 0,2-2 0,-4 0 3210,-2-1 0,-5 0 1,1-1-1,8 0 0,0-1 1,5 0-1,2 0 1,1-1-1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8T06:28:54.012"/>
    </inkml:context>
    <inkml:brush xml:id="br0">
      <inkml:brushProperty name="width" value="0.09071" units="cm"/>
      <inkml:brushProperty name="height" value="0.09071" units="cm"/>
      <inkml:brushProperty name="color" value="#FF0000"/>
    </inkml:brush>
  </inkml:definitions>
  <inkml:trace contextRef="#ctx0" brushRef="#br0">2134 2061 9028,'-8'0'437,"2"0"-225,6 0 46,0 0-224,-7-1 33,4 1-67,-6-1 22,7 1 337,1 0 1221,-1 0-1557,2 1 189,2 6-111,5 0-56,4 4 145,14 2 46,-5-4-80,12 4-21,-6-5 10,4-2 35,2 0-146,-1-2 56,-1 0-57,-2 0 12,8 3-11,-10 0-34,7 1 22,-11-3 23,1 1 0,2-3 78,2 2-11,6-4-56,3 1 100,9-2 102,4 0-202,6-3 22,-1-3-33,1-3-11,-3-3-1,-1 0 23,0 0-33,0 2-12,0 0 0,1 2-11,1 3 0,0 1-416,3 0 439,2-1 11,-27 1 0,0 1-29,1-3 1,1 0-290,0 0 0,1-1 284,1 0 0,-1-1 0,2 1 0,-1-1 5,1 2 1,1-1-6,-2 0 0,1 0-23,0 1 1,1-1 22,-2 1 0,2-1 39,17-2 1,2-1-40,-12 2 0,1 0 5,12-1 1,3 0-14,-19 3 1,0 0 0,-2 1-10,6-1 0,-1 0 17,12 0 0,-1 0 5,-20 2 1,-2 2-6,-1 0 0,0 1 0,27-2 0,-6 1 0,-5 1 0,-7 0 0,-7 1-11,-7 0 11,-7 0 0,-5 0 380,-6 0-380,-2 0 615,-4 0-604,-1 0-236,-1 0-1354,-1 5-2220,-5 4 3799,-16 1 0,11-2 0,-10-4 0</inkml:trace>
  <inkml:trace contextRef="#ctx0" brushRef="#br0" timeOffset="7724">12269 2013 9420,'-7'0'134,"2"0"-33,5 0 740,0 0-337,-26-27-157,18 19-168,-20-21 90,24 27-56,-1 1-213,1 0 0,1 1 23,0 0-23,0 0 0,1 0 0,-1 0 78,-3 0-78,1 0 0,-2 0 146,2 0-23,-1 0 0,0 1 0,1 0 45,0 1-168,2 0-11,1-1 22,2 0 1,0 3 44,6-2 358,7 6-88,12-2-136,14 2 22,2-3 1,4-1-911,-7-1 1,2 0 702,18-1 1,1 0 16,-11-1 1,0-1-6,4 0 0,1 0-17,2 0 0,0-1 0,3 0 0,1-1 44,0 0 1,1-1-520,-19 1 0,-1-1 1,1 0 490,19-1 1,0 0-17,-3 0 0,3 0-311,-10 1 0,3 1 1,-3 0 310,6 0 0,0 1 0,-11 0 0,1 0 0,-3 0-1032,0 1 1,-3 0 1031,1 0 0,-1 0 0,1 0 0,0 0 109,1 0 1,1-1-99,0 0 0,0 0-73,0 0 1,-1-1 61,0 0 0,0 0 0,-1 0 0,0-1 33,-2 1 1,2 0-34,11-2 0,1-1-6,-15 2 1,1 0 27,8-2 1,-2 0-57,7-2 34,-8 0 896,-2 2-896,-21 2 791,-2 1-769,-18 2 2795,-1 0-3276,3 0-73,4 0-3390,7 1 3922,2-1 0,-5 1 0,-4-1 0</inkml:trace>
  <inkml:trace contextRef="#ctx0" brushRef="#br0" timeOffset="14398">11633 5525 12871,'33'0'852,"3"0"-583,7-3-90,9-2-39,-4-3 0,3-1-2824,-6 1 1,2-1 2720,-2 1 1,3 0-1,0-1-30,-4 2 1,-2-1 0,2 0-130,6 0 1,1 0 0,0-1 117,5 0 0,2 0 1,0 0 11,-14 2 0,1 0 1,0-1-1,0 1-11,0 0 0,0-1 1,0 1-1,-1 0 14,12-2 0,-1 0 1,0 1 222,4-1 1,0 0 0,-4 2-235,3 0 0,-5 1 152,-5 0 0,-8 2 1573,-15 3 1389,-29 1-2755,-14 0 1810,4 0-2169,-7 0 491,13 0-1185,5 0-997,4 0-1873,13 0 3564,9-6 0,-6 5 0,0-4 0</inkml:trace>
  <inkml:trace contextRef="#ctx0" brushRef="#br0" timeOffset="15141">15634 5360 9117,'-53'-10'242,"1"0"1,2 1 0,4 0 99,13 1 0,2 1 56,1 0 0,0 0 409,-23-6-158,4 2-100,3 4 314,5 2-213,3 3-202,5 1 381,3 1-605,15 0-224,3 0-56,27 0 56,18 0 123,0 1 1,5 1-745,14-1 0,4 0 725,-10 0 1,2 1-1,6-1-77,-4-1 0,6-1 0,2 1 0,0-2 0,-3 1-637,3 0 1,-3-1 0,1 0 0,3 0 622,-10 0 0,3 0 0,1 1 0,0-1 0,-2 0 0,-3 0-13,6-1 0,-2 0 0,-2 1 0,0-1 0,-1 1 0,-2 0 0,1 0 0,-2 1 0,13-1 0,-1 1 0,-1 0 22,-6 1 1,-1-1-1,-1 1-163,-5-1 0,-1 1 0,-2 0 146,10-1 1,-3 0-6,-10 0 0,-5 0 78,11-2 1547,-30 2-1602,-15-3 1008,-13 2-1087,0-1-651,-1-1-4997,0-1 5892,-13-6 1,15 6-1,-5-2 1</inkml:trace>
  <inkml:trace contextRef="#ctx0" brushRef="#br0" timeOffset="16984">2692 5340 12781,'-32'-3'571,"0"1"1,-19-2-34,41 2-247,3 2 113,0-2-225,1 2 303,1-2-225,0 2 1,1-1-56,1 1-101,1 0-303,1 0 23,8 0 235,12 4 56,20 1-90,-9-1 1,3-1-707,11 0 1,2-2 683,10 0 0,2 0 0,-13-1 0,1 0 0,1 0 0,4-1 0,1 0 0,0 0 3,3 0 1,0 0 0,1-1 14,1 0 1,1 1 0,-1-1-16,-1 0 1,-1 0 0,0 1 3,-2 0 1,-1 0 0,2 1-377,-7 0 0,2-1 0,-1 1 0,-3 0 369,-1-1 0,-2 1 0,1-1 3,6 0 1,1 0 0,-6 0-516,-7-1 0,-4 0 535,19-2-12,-18 2 168,-15 1 994,-11 1-994,-7 0 1421,-2 0-1600,-7 0 1452,-8 0-1452,-11 2 0,-11 2-11,-10 3-134,-9 1 145,25-3 0,-2 0-682,-4-1-1,-2-1 599,-4 2 1,-1 0 4,-6-1 1,-2 0 27,-5 2 1,-3 1 42,18-3 1,-1 0 0,0 1-612,-2 1 0,-1-1 1,0 1 625,0 0 1,-1-1-1,1 0-7,3 1 0,0-1 0,-1 0-394,-8 1 0,-1-1 0,3-1 394,-3 1 0,3-1-77,-8 0 0,5-2 155,4-1 735,15-1-1138,19 0 1717,6 0-1436,48 0 44,9-1 39,-1-2 0,4 0-765,4-2 1,1-1 732,-12 0 1,0 0-1,2 0 15,2-2 1,2 1-1,3-2-523,3 0 0,5-2 1,0 1-1,-3-1 504,2-1 1,-3 1 0,2-1-191,-3 2 1,3-2 0,-1 1-1,-6 0 191,-5 1 0,-5 1 0,0 0-4,13-4 0,-3 1 0,-10 3 0,-4 1 56,13-3-56,-26 7 1960,-16 3-1960,-28 1-56,-19 8 56,6-2 0,-5 2 500,-10 4 1,-4 2-528,12-3 1,-2 1 0,-2-1 15,-4 2 0,-2 0 0,-1 0 11,-4 0 0,0 0 0,0 0-200,-2 0 0,1 0 0,-1-2 211,2 1 0,0-2 1,1 1 2,3-2 1,1-1 0,1 1-421,5-2 1,1 1-1,1-2 428,-12 3 1,3-1-5,11-2 0,4 0-18,-12 2 1116,24-5-1475,15-1 2309,25-2-1894,20-1-23,-2-4 1,4-1 151,13-2 0,3-2-181,-11-1 0,2-1 0,1 0-608,4-1 0,2-1 0,0 0 604,2-1 0,1 0 0,0 1-56,-1 0 0,0 0 0,-1 1-1031,-3 3 0,-2 0 0,-1 2-1955,13-1 0,-5 2 3042,-17 3 0,-4 2 0,2 2 0,-26 0 0</inkml:trace>
  <inkml:trace contextRef="#ctx0" brushRef="#br0" timeOffset="36499">14685 6972 13420,'-7'2'325,"2"1"-224,5-3 78,0 1-145,0 2-1,0-2 90,2 3-44,3-2 55,4 3-111,4 0 156,5 1-78,4-1 11,3 1 23,6-2-1,1 1-11,5-2 113,20 0-136,-13-3-32,12 0-57,-23 0 11,-4 0 34,-5 0 23,-3 0-1,-2 0-67,-1 0 34,0 0-34,0 0 56,13 0-55,-6 0 55,11 0-56,-8 0 23,2 0-1,3 0-10,17-3 33,-8 1-23,14-3-33,-19 3 0,1 1 0,-6-1 0,1-1-294,15 0 1,1 0 315,-9 1 1,3-1-27,1 1 0,4-1 1,-1 2-14,9-1 0,1 1-320,-6 0 1,3-1 0,-4 1 342,7 1 0,-3 0 5,0 0 0,0 0 0,-2 0 0,0 0-11,-3 1 0,0 0 0,-3 0 0,0 1 40,-1 1 0,1 0-220,-2 0 1,0 0 184,0 0 1,3-1-6,-3 0 0,3-2 0,-1 1-498,9 0 1,0-1 497,-7 1 0,2-1 0,-3-1 11,5 1 0,-3-1-11,-2 0 0,-2-1 221,-5-1 1,-1 0-205,3-1 0,-3-1-6,9-1-11,-2-1 0,-31 4 1074,-9-1-1208,-3 2-2648,-3-2 2782,0-6 0,0 6 0,0-5 0</inkml:trace>
  <inkml:trace contextRef="#ctx0" brushRef="#br0" timeOffset="75466">9672 7698 7952,'-3'1'1109,"0"0"707,3-1-1592,-4 0 728,-4-4-593,-1 1-79,-2-4-146,3 4 0,-1 0-33,-2 2-78,2 0 10,-2 1 124,3-1-123,1 1 157,2-2-135,3 2-34,0-2 90,9 2-89,-1-1 100,9 1 0,-1 1-123,5 2 78,5 1 34,6 1-56,7 1 67,-4-4 1,3-1-46,21 3-332,-17-3 0,1-1 366,16 1-56,-4-1 11,-3 0-11,-7 1-267,-5 0 323,-6 1-67,-3 1 55,6 2 23,-6-1-89,9 1 291,9-1 265,-9-3-444,6 1 0,2-2-68,1 0-56,-9 0 1,0 0 55,0 0 12,0 0-90,-1 0 342,2 0-342,-1 0-11,2 0 11,0 0 0,0 2 11,-1 0-11,-1 3 12,-2-2-1,-1 1-11,2-1 33,1-1-33,3 0 23,4-2-23,2 1 45,3-1-34,2 0 23,1 0-34,-2 0 67,-3 0-44,-4-1-23,-4 0 89,10-1-78,-15 2 23,9 0-12,-14 0-10,3 0 10,1 0-22,3-1-11,1-1 11,2-1 11,-1-1 79,-2 1-68,6-1-22,-12 3-11,6-2 22,-13 2 34,3 0-45,2 0 11,3 1 0,6-1 0,8 0-11,5-1-17,-9 1 1,1 0 16,-11 0 0,0 0 11,10 0 0,1 0-11,-3-1 0,-3 0 56,20-1-425,-20 1 1,-1 0 379,13-2-11,-1 1-113,-2-1 135,-4 0-44,-3 0 67,9 0-34,-12 1 11,22 1-33,-8 0 11,1 2 11,2-1 12,4 1-12,-14 0 34,13 0-45,-21 0 682,-1 0-682,-3 0 0,0 0 213,0 2-224,10 1 11,-8 0 33,7 1-33,-11-2 0,-3 1 0,2-1 0,0 2 0,2-1-11,2 2 22,4 1-11,3 0 0,5 1 0,2-2-22,0-1 67,-2-1-34,13-1-22,-15-1-34,18 1 45,-30-2 11,5 1-11,-15-1 0,1 0 23,2 0-12,3 0-11,6 0 78,4 0-78,2 0 11,4 0 23,0 0-40,-12 0 1,0-1 5,17 1 22,12-1 12,-19 1-34,0 0 0,-3 0-34,-2 0 34,0 0 56,2 0-56,2 0 45,4 0-45,-3 0 0,-4 0 0,-3 0 45,-7 0-34,-4 0 0,-4 0 0,-5 0 79,0 0-45,-6 0-34,-2 0-11,-3 0 0,-2 0 45,3 0-45,-1 0 33,3 0-33,1 0 34,5 0 11,-1 0-45,-1 0-527,-5 0-2296,-4 0 2823,-19 0 0,14 0 0,-14 0 0</inkml:trace>
  <inkml:trace contextRef="#ctx0" brushRef="#br0" timeOffset="85990">20150 3142 9129,'-9'2'750,"1"0"-436,8-2-214,0 0-9,-2 0-58,1 0 2824,-2 0-940,3 0-1716,5 0 270,24 0-315,4 0-50,5-3 1,3-1-51,15-1-56,-19 0 0,-1 0 0,15-2-11,-4 4 0,-7-2-56,-6 3-12,-9-1-290,-7 1-920,-6 1-896,-5 0 145,-4 1 867,-1 0 1,-2 0-1</inkml:trace>
  <inkml:trace contextRef="#ctx0" brushRef="#br0" timeOffset="86621">20438 3232 15840,'-9'0'706,"2"0"-493,7 0 638,0 0-996,-2 3 145,2 7 56,-2 8 0,2 11-56,4 26 67,2 4-90,-2-29 1,0 0 67,3 20-90,-3-15 79,-1 1-68,-2 3 68,0 3-113,-1 0-1220,0 13 459,0-14-382,0 8-279,0-20-449,-10 9 1625,-2-13 236,-10 5 156,-11-13 123,9-7 270,-8 0 671,12-7-223,2-2 100,3 0-167,4 0-124,4 0 224,1-1-78,3 0-224,1 0-180,1 0-459,27-17-56,1 5-11,1-2 0,2 1-45,28-1-1250,-27 8 1,2 1-2914,16 3 0,1 0 4275,-14-1 0,-1 1 0,1 1 0,-4 1 0,-6-4 0</inkml:trace>
  <inkml:trace contextRef="#ctx0" brushRef="#br0" timeOffset="88010">21301 3577 9532,'0'7'605,"0"-2"-257,0-5 5063,0 0-5086,-3-3 101,2-10-291,-2 0 111,3-8-123,0 5 157,0 1-257,0-2 167,0 2-123,0-2 168,0 1-167,1 2-45,2 1 78,1 3-34,1 4-67,-2 1 0,-1 4-303,-1 0 191,0 1 89,3 5 12,4 9 112,12 35-96,-9-10 1,0 3-1,1-1 1,-1 1-240,-1 4 0,-1-2 234,0 10 0,-1-8 11,-4-8 11,0-8 80,-3-5-102,0-7 22,-1-6 0,0-5 470,0-5-134,0-1-280,2-1 12,-2-4-90,3-7 22,-2-7 46,0-7-68,1-3 0,0-2 22,0 0 23,3-1-45,-1 1-79,4-3 23,1 0 34,6 2 0,2 1 33,5-7-28,-4 9 0,1 3-28,2 8 12,-5 4-34,-4 6-79,-6 4-112,-2 2 168,-2 5 79,3 10 11,3 13 45,2 19 11,-2-8 0,0 4-6,-1-2 1,1 1-40,0 6 1,0-2-12,4 12-1569,-1-11-1580,-3-27-2252,0-2 5401,-3-11 0,-3-6 0,0 0 0</inkml:trace>
  <inkml:trace contextRef="#ctx0" brushRef="#br0" timeOffset="88446">21832 3796 10843,'0'7'-213,"0"-2"516,0-5 100,0 0-336,14-5 146,-2-4 168,12-7 34,-8-3-35,-1-2-55,-3-3-22,-3-1-34,-1-2 0,-4-2-168,-1-1 44,-2 1 79,-1 3 34,0 3 101,0 7-157,0 4 167,-1 6-145,-3 3-224,-1 2-33,-5 1 10,-2 10 34,-3 8-78,-3 18 112,7-2 0,0 2-45,-1 21 0,5-20 0,2-1-112,4 7 56,4-6-11,6-6-23,9-5-123,7-4-1737,8-6-1624,1-8 3574,4-4 0,-16-4 0,-6 0 0</inkml:trace>
  <inkml:trace contextRef="#ctx0" brushRef="#br0" timeOffset="88848">22231 3800 11067,'3'-2'1893,"0"0"-223,-3 2-1659,4-8 34,4 2 0,6-7 22,3 4-56,2-1-11,-1 0 0,0-2 45,-3-3-45,2-6-90,-2-4 90,2-5-56,-3 1 34,-3 2 22,-6 5-191,-2 4 191,-3 2 112,-2 5-44,-5 3-68,-4 3-45,-7 4 45,-3 0 33,-4 11 12,-4 7-45,-4 17 0,-2 7-51,17-17 1,2 1 17,-14 26-57,8-2 45,11-3-44,6-4-57,12-5-559,12-7-1279,14-9-111,18-10 2095,-20-8 0,-1-1 0,6-2 0,-5 0 0</inkml:trace>
  <inkml:trace contextRef="#ctx0" brushRef="#br0" timeOffset="89344">22790 3660 16031,'-49'-34'156,"4"12"-200,27 35 44,-3 11-68,3 12 34,7-8 1,2 2-23,0 14-67,1 9 123,14-26 56,6-7-22,8-7 100,16-7-33,-8-3 33,15-21-44,-20-1-45,2-24 78,-14-2-123,-3-9-352,-6 24 0,-1-1 397,0-1 0,-1-1-17,1 0 0,-2-1-170,1 3 1,0 0 231,0-29 218,-3 24 0,-2 1 252,-4-12-212,-6-6 100,4 30-79,3 6 518,3 9-774,1 3 300,3 4-805,0 1 302,1 9 45,0 13 90,0 19-45,1 18 0,2-24 0,1 1-258,0 2 1,2 2 257,2 0 0,1 2 5,5 14 1,1-1-12,-3-15 1,1-2-259,4 10 1,2-3-337,-1-19 1,2-4-236,3-1 1,2-1-1659,5-3 0,3-4 2493,3-3 0,0-4 0,6 3 0,-7-9 0</inkml:trace>
  <inkml:trace contextRef="#ctx0" brushRef="#br0" timeOffset="89994">24048 3559 16232,'-13'-52'2309,"-2"9"-2197,-3 37-112,-2 3-23,-4 1-178,-12 15 55,-2 28 79,3 7-231,20-14 0,4 2 298,2 23-146,5-3 56,3-6-336,15-4 270,0-22 229,13-5-73,-4-16 56,3-13 22,1-6-44,1-16 89,-2-7-45,-5-2 68,-6 2 34,-5 6 33,-6 8 500,-2 7-399,-1 6-359,-1 7-302,3 2 156,1 7 191,9 8 34,12 8 55,16 9-394,-14-15 1,3-1-688,5-2 0,1-3-1972,2-1 1,-1-4 2963,-3-9 0,-2-1 0,7 3 0,-17-11 0</inkml:trace>
  <inkml:trace contextRef="#ctx0" brushRef="#br0" timeOffset="91540">21988 4696 15807,'0'-6'380,"-1"-1"-200,-1 5-68,-4-1 23,-4-1-46,-4 0-22,-3 2 1,-3 0-57,-5 2 101,-4 4-101,-5 9 0,-3 9-11,0 13-56,3 4-45,10 6 79,8-1 0,9 1-68,9-1 68,14-3 44,14-4 135,18-8-422,-17-17 1,1-3 297,5-2 1,1-3-12,4 0 1,3-3-23,2-1 0,1-2-422,2-4 0,0-1 433,0-2 0,-1-3 0,-4-2 0,-2-3 11,-2 0 1,-3-2-1449,-4 1 1,-2-1 1447,-3-1 0,-2-2-647,4-9 1,-4-2 736,7-14 376,-17 7 1,-6 1-399,-14 8 474,-12-6-609,-25 30-11,7 4-45,0 12 1,1 5-46,2 6 2491,-11 22-2390,28-9 45,6 4-11,3 3-11,4 1 2533,0-1-2567,3-5 0,3-6 118,5-8-107,-1-9 45,1-5 90,-2-4 22,3-3-45,5-12-56,7-11 45,8-17-17,-7 6 1,2 0-622,-8 9 0,-1 1 593,6-7 1,-2 3-12,-4 5 0,-5 9-12,-8 7-55,-3 5-124,-1 1 23,16 13 213,1 2-34,16 12 1187,-2 0-1120,4-1-78,-1-3 0,-1-5 23,-5-4-23,-5-5 33,-7-4 102,-7-2-56,-6-2 122,-2 0-55,-2 0-135,1-6 0,0-8 45,2-29 23,-2 6-79,1-16 33,-2 18 46,0 3-57,-4 4 68,-3 3-12,-4 6 1,1 5-68,2 6-22,3 3 11,3 4-728,1 0 728,5 1 11,17 0 101,14-2-79,4-1 1,3-4 33,-10-2-56,2-2-11,0-1 0,-4 2 0,-6 3-22,-8 4-45,-8 1 11,-4 2-90,-4 11 146,0 15 123,0 21-50,0-15 0,0 1-73,0 2 0,0 0 0,-2-1 0,4 0 5,7 2 1,6-3-6,17 4-892,-2-17 0,4-8-2419,2-13 0,2-7 3311,3-6 0,-2-1 0,9-4 0,-11-6 0</inkml:trace>
  <inkml:trace contextRef="#ctx0" brushRef="#br0" timeOffset="92560">19454 2940 11739,'2'-7'1434,"0"2"-727,-2 5-181,0 0-280,0-5-470,0 4 157,0 15 89,1 28-22,5 5-11,-2-17 0,2 0 11,8 10-123,2-4-314,2-7-807,10-4 437,-5-10-650,18-5 774,-15-19-594,7-9 1277,-10-12 157,-5-4 1137,-10 4 0,-2-2 185,0-5-492,-3-16 20,-3 36 114,-3 7-1121,1 6-235,-3 4 235,3 13 0,1 11 0,0 17-101,5 7-280,11 4-5255,7-9 5636,7-12 0,-11-16 0,-7-12 0</inkml:trace>
  <inkml:trace contextRef="#ctx0" brushRef="#br0" timeOffset="93544">24102 4303 16591,'-5'-9'291,"1"2"-425,4 7 78,-1 18 56,1 1 0,0 18-235,0-4-1323,0-2-705,6-5-382,5-8 2645,10-8 0,-9-5 0,0-5 0</inkml:trace>
  <inkml:trace contextRef="#ctx0" brushRef="#br0" timeOffset="93706">24373 4243 18104,'0'-1'-583,"0"14"-1232,0 47 1815,-7-2 0,6-20 0,-5-13 0</inkml:trace>
  <inkml:trace contextRef="#ctx0" brushRef="#br0" timeOffset="165885">19217 4440 19011,'-44'-23'3137,"8"6"-2901,35 17-315,1 0-89,2 9 168,12 9 56,9 13-33,13 9-12,4 2-821,1 1 822,1-2-1,0-3 0,2-1-11,2-3 14,-1-4 31,-14-12 0,-1-1-45,12 4-258,4 3-682,-28-17-360,-8-3-583,-7-3 675,-2-1-2064,-5 0 3274,-11 0 0,8 0 0,-7 0 1</inkml:trace>
  <inkml:trace contextRef="#ctx0" brushRef="#br0" timeOffset="166262">19416 4281 16502,'-18'10'-203,"-2"20"298,6 14 1,1 7-1856,-4 3 1,-2 2 1807,5-15 1,-1 0 0,-1-1-20,0 0 1,0 0 0,0-1-279,-6 17 0,0-2 254,3-5 1,0-3-1,5-5 1,1-2 0,2-5 0,2-3 852,-4 18-892,6-14 34,5-17-22,2-9 1596,0-14-3490,6-12-5333,5-15 7249,8-24 0,-7 23 0,-2-1 0</inkml:trace>
  <inkml:trace contextRef="#ctx0" brushRef="#br0" timeOffset="167806">19618 8520 22171,'0'-35'-179,"0"6"55,0 30 91,2 9 22,5 9 11,5 15-12,7 8-1008,-1-11 1,1 0-953,10 13 767,-9-18 1,0-3-1328,6-1-225,-1-11 1334,-2-6 1423,0-10 1087,3-22 493,-9 1 112,1-16-168,-13 11-34,-2 4 1199,-2 1-661,-1 10-1602,0 4-426,0 9-683,0 3 481,0 14-3574,12 27-1849,0 1 5625,-2-12 0,1-3 0,-1-4 0,-3-9 0</inkml:trace>
  <inkml:trace contextRef="#ctx0" brushRef="#br0" timeOffset="168454">20922 8434 17745,'-6'-30'2045,"0"0"0,-4-17-2023,7 45-22,2 1-190,0 17 190,5 16 112,7 26-107,-3-21 1,2 4 24,2-2 0,0 3 0,1-3-236,2 7 0,0-2 4,4 11 1,0-3-1004,-8-22 1,0-3-1911,7 17-907,-7-8 4022,-6-14 0,-4-9 0,-1-8 0</inkml:trace>
  <inkml:trace contextRef="#ctx0" brushRef="#br0" timeOffset="168956">20715 8773 18149,'37'-15'140,"1"0"0,-1 0 0,7-4 0,-2 3-73,0 3 0,-3 3-645,13-4 656,-5 3 162,-5 2-140,-7 0 148,-7 3-80,-4 2-101,-6 1 146,-7 2 277,-4 1-423,-5 0 174,-2 1-174,0 10 78,0 9 147,0 36-292,2-7-62,5-5 0,4-2-50,9 4 62,-3-19 0,3-5 5,20-3 45,7-10 89,5-9 1,2-13 44,-20-5 1,-2-4 66,8-19-134,-18 13 1,-5-2 459,-8-14-191,-25 2-168,-12 3-118,3 22 1,-3 2-46,-3 3 1,-1 2-316,-3 3 0,-1 2 293,-1 1 0,1 3 6,2 4 0,2 3-157,-22 10-5367,29 25-1827,38-11 7362,37 3 0,-13-23 0,3-7 0</inkml:trace>
  <inkml:trace contextRef="#ctx0" brushRef="#br0" timeOffset="170098">22696 8452 16154,'-41'-8'504,"-1"-1"0,2 6 0,2 6-403,-10 22-730,22-6 1,1 4 639,1 1 1,1 1 38,1 1 1,3 1-51,2-1 0,3 0 430,-7 21-474,12-5 216,5-8-329,23-4 224,1-15 102,38-10-13,-29-19 1,0-4-129,0 4 0,-2-4 95,3-18 1,-5-2 156,-2-9 439,-10 18 0,-2 0 839,1-9-1110,-6 16-202,-2 5-246,-4 14-190,4 3 167,5 15 23,10 12 6,-5-2 0,2 3-6,3 6 0,1 4 22,1 3 0,2 5 1,-1 1-392,0 0 1,-1 2-1,0-1 361,0 1 1,-1-1 0,-1-2-8,-4-5 0,-1-2 0,-4-5-18,2 20 33,-7-14 246,-13-10-145,-9-7-101,-16-7 134,-10-6-22,-7-5-78,-3-5-936,4-11 913,6-7 970,10-15-1105,11-9-44,11-11-36,7 21 0,3-2 176,7-4 0,4-2 11,2-4 0,5-1-1368,8-3 1,3 0 1401,5 0 0,2 1-6,2 0 0,1 2 143,0 4 0,1 1-121,-3 4 1,1 2-34,-4 5 0,1 2-6,-6 5 1,-1 2-236,17-5-61,-13 13 459,-12 8-157,-8 21 45,-6 11 67,-3 23 2690,-1 6-2881,-1 2-33,0-7-605,1-12 448,5-12-224,4-13 820,7-8-126,19-18 57,-7-8 33,7-17 359,-18-2 101,-10-4-202,-5 0-45,-10 6-357,-19-3-147,1 18 0,-12 0-45,16 17-4583,6 7-717,16 4 5345,16 3 0,-4-3 0,5-4 0</inkml:trace>
  <inkml:trace contextRef="#ctx0" brushRef="#br0" timeOffset="171682">23841 7981 21152,'-23'-9'0,"4"25"324,29 40-182,-2-8 0,3 9 0,-1-2-775,0-8 0,0-1 0,1 3 641,0 2 0,0 3 1,0 0-1,-1-3-1013,1 2 1,-2-3-1,0 0 1005,-1-3 0,1 0 0,-1-1 3,-1-4 1,0-1 0,1-1 336,1 11 1,0-2-341,-1-8 0,1-2 23,4 19-23,-2-16 0,-5-16-34,-2-12 685,-3-7-1077,-1-6 3114,0-18-2710,0-9 22,-3-24 22,1 21 0,-1-3-224,-3-17 0,-1-1 230,2 11 0,-1-1-22,0-10 0,-1 0-303,4 16 0,0 2 319,1 1 1,0 1 57,1-29 65,1 4-77,0 5-57,3 4-11,4 7-67,7 6 44,6 7 1,4 6 889,4 7-901,2 7 34,3 9-22,2 14-34,0 10 56,-2 11 28,-17-10 0,-1 0 724,5 11-719,-4 6 26,-10-20-37,-3-12 0,0-2-44,1-8-23,0-2 23,0 0 11,-1-1 11,0 0 33,-1 0 34,0-2 113,3-5-1,11-21-123,-2 0 0,8-15-34,-2 5-22,-7 15-11,-1 2-79,-8 17 23,-3 3-34,1 1-33,0 0 67,3 0 44,2 4 12,5 3-11,0 5-23,10 6-246,-5-6-35,5 0 13,-5-10 313,-1-1 134,-1-5 79,-4-6 157,-5-16-157,-5 2 22,-2-8 124,-15 2-158,2 9 2,-11-4-47,7 14-88,1 3-68,2 4-23,3 2-78,2 1-67,3 4 78,0 24 23,4-2-146,4 35 112,16-21-22,-2-4 112,7-16-45,-9-16 145,3-2-21,-3-7 88,12-16-66,-10-1-79,6-12 124,-8 8-57,1-8-44,-5 9 67,0-1-112,-7 15-79,0 6-22,-1 3-191,2 3 281,2 10 22,6 5 22,2 13 12,2 2-12,-2-2-22,-2-3-11,0-4 11,-4-9-22,2-2 22,-6-9 22,0-1-22,-2 0 34,4-6 22,-1-6 11,6-12-67,-1-6 22,1-4 1,1 3 55,-2 3-156,-1 8 44,-3 8-268,-1 7 89,-3 3 112,5 21 112,-1 3 23,7 21-23,-3-4 101,2-1-112,-2-6-22,-1-8-46,-2-9-66,-1-7-146,-1-6 67,2-2 213,3-8 0,5-6 179,4-11-89,2-5 56,5-5-124,-9 12 23,-1 3-45,-11 15-213,-2 3 157,1 4 56,3 9 11,8 9-11,6 14-717,11 5-4124,6 2 4841,1-8 0,-15-13 0,-7-9 0</inkml:trace>
  <inkml:trace contextRef="#ctx0" brushRef="#br0" timeOffset="172633">20117 10235 17342,'4'-4'-45,"-2"2"549,-1 50 113,0 5-1293,-1-3 1,0 3 764,1-5 1,-2-1-495,-1 0 1,-2 0 488,1-4 0,-2-1-28,-1-5 0,-2-2 574,-5 21-507,2-15-67,3-12 45,4-15 693,2-6-682,2-9 112,1-45-56,3 1 0,1-6-99,-1-5 1,1-3-66,0 9 0,1-1 0,-1 1-738,2-10 1,0 1 867,-2 19 1,1-1 0,-1 1 111,3-19 1,1 2-391,-1 6 0,1 3 300,-3 8 1,1 3 281,5-14-80,-4 19 432,-3 19-1036,2 10 1969,7 23-1645,11 20-48,-4-3 0,4 7 0,-2-1-78,-3-8 1,-1 0 0,1 1 47,9 15 0,1 2 0,-2-3-28,2 1 0,-3-3-566,-2-4 0,-1-2-622,-4-6 0,-2-2-1625,7 21-711,-13-15-1210,-13-11 4762,-19-13 0,10-8 0,-8-6 0</inkml:trace>
  <inkml:trace contextRef="#ctx0" brushRef="#br0" timeOffset="172797">20276 10646 22720,'-11'-33'34,"0"1"0,10-27-34,24 41 0,10 5-68,3-3 1,2 2-2162,6-1 1,1 0 239,4 2 0,1 1-1844,1-1 1,-1-1 3832,1-1 0,-4 1 0,7-3 0,-15 1 0</inkml:trace>
  <inkml:trace contextRef="#ctx0" brushRef="#br0" timeOffset="173007">21188 9850 23045,'19'25'45,"6"13"-34,-6-7 0,0 2-696,3 4 0,-1 0 685,1 2 0,0 1-426,6 8 0,0-1-767,-9-14 0,0-2-292,2 5 0,-1-3-3310,-5-4 4904,-8-12 1,-4-8 0,-3-7-1</inkml:trace>
  <inkml:trace contextRef="#ctx0" brushRef="#br0" timeOffset="173489">21190 10243 16423,'-37'-4'2717,"-1"0"0,-21-2-2717,57 1-22,5-4 22,12-5 101,11-8-79,18-7 45,-17 13 0,2-1-440,2 0 0,0-1 373,2 3 0,0 0-248,-2 0 1,1 1 247,-2 3 0,0 0 34,24-8-36,-8 6 92,-11 4-90,-10 5-124,-10 2 891,-7 4-767,-2 10 674,0 10-651,6 15 44,5 8-67,7 4-304,7-4 259,7-7-223,4-11 66,-11-18 0,2-3 202,18 0 28,-19-9 0,-2-2 28,4-6 258,-11-10-34,-11-1 404,-18-16-561,-13 11-123,-16-9 0,-8 17 252,-2 7-353,-12 5-280,22 4-5906,1 19-312,39-4 6599,20 12 0,-6-15 0,4-3 0</inkml:trace>
  <inkml:trace contextRef="#ctx0" brushRef="#br0" timeOffset="174230">22734 10006 21689,'21'53'97,"0"0"0,-1-2 0,-2 2-97,-8-12 0,-2 0 0,0-1-1075,1 4 0,1-1 1080,0 11 1,0-5-6,1-1 709,-4-16-709,-3-12 384,-2-10-384,-2-5-55,0-4-270,0-7 1326,0-13-1001,0-14 44,-6-7 1,-1-4-34,2 7 1,0-1-815,-5-15 0,-1-2 853,2 11 1,2 1-40,-1-1 1,1 0 38,2 2 0,0 0 101,2 2 1,0 1-46,2 5 1,0 0-521,1 3 0,1 1 548,10-23-240,8 6 128,15 5-45,1 17 1,4 2 22,-9 8 0,2 1 5,12-2 1,1 3-6,12 5-73,-23 11 1,-3 5 83,7 14-11,-2 20 45,-27 11-403,-13-22 0,-4 1 391,-3 2 1,-4 1-709,-14 14 0,-3-1 675,10-14 0,0-1 0,-6 6 0,4-2 614,6 2-928,9-16 353,16-5-50,12-12 22,15-3 22,12-3-21,8-5-12,-16 2 0,5-1 0,-4 0 0,-3 1 0,0-1 342,20-2 0,-4 3-387,-19 11 90,-12 7 34,-11 14 10,-8 12 58,-18 9-131,4-22 1,-4 1 1297,-8 1 0,-3 0-1269,-4 1 0,-1 0-34,-4-1 0,0 0 56,-1-2 1,0-1-68,1-1 0,1-2 61,2-2 1,2-2-40,4-4 1,2-1-23,-16 7-90,12-8 34,14-7-1714,8-5-2074,13-12-1075,16-14 4919,14-23 0,-11 17 0,-1-1 0</inkml:trace>
  <inkml:trace contextRef="#ctx0" brushRef="#br0" timeOffset="174469">23847 9597 19090,'17'28'56,"-6"6"-796,-19 14-1311,3-4-1030,0-9-2331,4-12 5412,0-11 0,1-7 0,0-5 0</inkml:trace>
  <inkml:trace contextRef="#ctx0" brushRef="#br0" timeOffset="174637">23994 9615 22855,'4'20'179,"1"10"-179,-2 18-3317,0 7 3317,-4-21 0,-1-2 0,1 1 0,-2 2 0</inkml:trace>
  <inkml:trace contextRef="#ctx0" brushRef="#br0" timeOffset="175779">19319 8139 13712,'-26'-30'1904,"5"6"-1613,-3 22-134,4 2 22,-3 0-123,-2 3 45,-3 6-78,-2 6 56,1 8-46,3 5-22,9 5 90,7 22-11,12-7-68,9-6 1,7 2 27,5-7 0,4-1-39,1 0 1,4 0 55,1-3 0,5 0 0,-5-4-61,-7-6 0,-2 1-6,2 6 0,1 5 0,-6-3-541,-5 23 580,-12-16 0,-6 5-1057,-10-7 1,-5 3 0,-1-3 1089,-5 10 1,-3-1-62,1-5 1,-3 1-1,1-2-878,-5 1 1,1-2 855,0-3 0,2-1-132,2-4 1,1-2 158,4-4 1,1-2 216,-8 8-244,11-10 2269,9-11-2314,6-4 2619,2-3-2429,6 1 693,10 0-446,12 4-90,6-1 1,4 0-91,19 9-100,-15-4 0,1 3 16,-1 10 1,-2 5-555,-8-2 1,-1 4 492,-4 1 0,0 3 1,-4 2-383,-5 0 1,-4 0 0,-1 6 493,-4 0 0,0 4 0,-2 4 0,-1-1 0,0-3-804,0 1 1,-1-2 0,0 1-1,-1 1 660,0 2 1,-1 3 0,-1 1 0,1-2-1,-1-5 10,-1 8 0,0-5 0,1-1-217,1-6 0,1-1 1,1-1 182,2 11 0,6-4 48,16-1 1,8-6-49,-7-16 0,4-5-23,16 2 1,3-8-107,-6-15 0,0-7-1161,5-3 1,2-4-616,-15 1 0,0-1 0,1-2 1905,3-3 0,-1-2 0,-3 3 0,-1 0 0,-4 1 0,-4 2 0,-1 0 0</inkml:trace>
  <inkml:trace contextRef="#ctx0" brushRef="#br0" timeOffset="176321">20061 11498 18171,'53'1'355,"-1"-1"0,1 0 1,-1 1-1,-6-2 0,-1 1 1,0-2-1,4 0-1422,5 0 0,3-2 0,2 0 0,-1 0 0,-1-1 1078,-7 1 0,-1 0 1,-1-1-1,2 0 0,4 0 5,-6 1 1,4-1 0,1 0 0,3 0 0,-1 0 0,0 0 0,-1 0 0,-2 0-193,6-1 0,-2 1 0,-1-1 0,0 0 1,1 0-1,3 0 178,-4 0 1,3-1 0,1 1 0,1-1 0,0 0-1,-1 0 1,-2 0 0,-3 0-77,3 0 1,-3-1 0,-1 0 0,0 0 0,-2 0 0,2 0 89,-2-1 1,0 1 0,0-1 0,0 0 0,0 0-1,-2 0-192,8-1 1,0 0-1,-1 0 1,-1-1 0,-1 1 184,-4 0 0,-1 1 0,-1-1 0,1 1 0,0-1 4,4-1 0,1 1 1,0-1-1,-1 0 1,-5 2-11,9-2 1,-5 1 0,0-1 3,4 1 1,-1 0-1,-10 1 1479,-4 2-1486,-29 5 1618,-27 1-2268,-18 5-1961,-18 8 1250,21-3 0,-2 0 1361,-6 1 0,1 0 0,-5 2 0,6-6 0</inkml:trace>
  <inkml:trace contextRef="#ctx0" brushRef="#br0" timeOffset="396224">2706 16614 18810,'-9'2'2083,"3"0"-1914,5-2-23,8-8-79,12-4-67,20-12 33,-12 8 1,3 1-224,5-2 1,2-1 177,3-1 1,0 0-408,1 1 1,1-1 446,0 1 0,-1 1-28,-2-1 0,-1 2-65,-2 1 0,-2 1 65,-5 3 0,-1 0 22,19-7 34,-23 9 389,-7 3-311,-15 5-1817,-2 1 1179,-7 0 389,-4-3 93,-9-2 22,-5-2 0,-4-2 22,-1 1 68,0 2 111,0 2 102,2 0 268,3 2-22,2 2 67,4 0 1,3 0-214,3 0-56,4 0-123,2 0-213,4 0-492,1 0 447,10-1 34,33-7 34,4 0-12,-9 2 1,2-2-1,2 1 0,-2 1-10,20-2 55,-6 3 56,-32 22-22,-16 14 0,-4 6-85,1-3 1,-1 3-97,0 15 1,0 2 90,0-15 0,-1-3-11,0-4 0,-1-2 0,-1 15-190,1-18-1132,1-12-1009,1-9-616,3-4-1330,4-13 4277,2-10 0,-2 6 0,-3-2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8T07:04:44.441"/>
    </inkml:context>
    <inkml:brush xml:id="br0">
      <inkml:brushProperty name="width" value="0.09071" units="cm"/>
      <inkml:brushProperty name="height" value="0.09071" units="cm"/>
      <inkml:brushProperty name="color" value="#FF0000"/>
    </inkml:brush>
  </inkml:definitions>
  <inkml:trace contextRef="#ctx0" brushRef="#br0">6528 4506 16658,'1'4'919,"0"-1"-572,-1-1 124,0-1-448,0 1 77,0 0 147,0-1 447,0 1-694,8-2 46,11-5 155,19-9-179,-9 1 1,2-3-1100,7-6 0,2-3 1110,6-3 1,2-2-34,-14 7 0,1 0 0,0 0-342,3-2 0,-1 1 0,1-1 342,0 0 0,0-1 0,1 1 0,1-1 0,0 0 0,0 0 15,1 0 0,-1 0 0,0-1-15,0 1 0,1 0 0,-1 0 0,-2 1 0,-1 0 0,0 1-17,11-9 0,-3 1 34,-7 5 0,-4 2-198,11-11 203,-18 13 0,-14 12 102,-8 6 1744,-4 5-1834,-1 0 1239,-7-7-1441,-8-3 332,-16-10-232,-11-3 57,-12-3-6,27 15 1,-2-1 49,-19-5 1,1 0-1,1 1-44,11 5 0,8 2-135,22 7-112,5 2 157,0-1 79,30 1 67,3-1-23,-2 1 1,3 2-127,-3 0 0,1 2 87,0 0 1,0 3-12,-2 1 0,-1 2 39,23 15-22,-9 8-34,-7 9 45,-21-17 0,-2 3 39,-3 2 0,-3 1-39,0 4 0,-4 0-325,-4 0 0,-2-1 420,-2 1 1,-4-2-96,0-3 0,-3-2 0,-14 20 0,5-13-45,5-11-179,8-10-1278,4-8-3910,6-6 5460,8-17 1,-4 11 0,3-10-1</inkml:trace>
  <inkml:trace contextRef="#ctx0" brushRef="#br0" timeOffset="1066">8926 3232 13611,'2'-5'1658,"0"0"-549,-2 5-1008,-8 22-34,-5 6-651,-10 27 595,10-27 0,-1 0 11,0 1 1,1-1-12,-15 25 45,3-5-56,2-5 0,2-7 11,5-4 176,1-8-187,6-7 123,3-6-44,3-7-79,2-2 224,1-9 342,0-11-566,1-39 22,3 6-162,-2 14 0,1 1 174,5-12-34,-1 8 134,-1 9-56,-1 11-66,-1 8-12,-2 8-180,-1 2 382,2 7-247,5 14 45,4 18 146,6 18-313,-8-23 1,1 0 177,-1 0 0,1 0-11,0-3 0,0-1 22,9 17 12,-1-12-34,-3-12 0,-4-9 90,-4-7-57,-1-3 57,0-9 310,2-15-366,4-16 44,0-20-78,-6 24 0,-1-2 0,-2-1 0,0-4 7,-2 1 1,-1-4 0,-1 0-688,-2 2 0,-2 0 1,0 1 679,0-1 0,1 1 0,-3 2-17,-5-8 0,-3 8 17,-8 7-67,-1 15 33,0 10-44,2 5 0,-3 12 55,3 6 23,1 15-112,3 7 101,6 4 2039,5 0-2084,5-1 56,1-5 0,8-6-56,3-5 56,9-6 56,4-4-56,2-6 0,2-4 56,1-3-56,1-2 11,-2 0-22,-2-2 44,-4-2 12,-5-1-45,-5 1 0,-2 1-45,-3 2 45,0 0-45,1 1 1,3 8 32,11 30 12,-3 6 0,-6-9 0,-1 2-272,-4-6 1,-1-1-318,0 0 1,0 0-3008,6 20-3260,0-16 6856,0-16 0,-6-12 0,-1-6 0</inkml:trace>
  <inkml:trace contextRef="#ctx0" brushRef="#br0" timeOffset="1192">9317 3216 13164,'2'-33'-1989,"-1"-1"1,5-20 2194,6 48 1,-4 3 0,-3 3 0</inkml:trace>
  <inkml:trace contextRef="#ctx0" brushRef="#br0" timeOffset="1934">9488 3609 7080,'14'-53'501,"1"0"1,-6 10 0,0-1-1,-3 5-238,-4 4 1,-1 1 307,0-12 1,0 0 326,-1 13 0,0 1-668,0 1 0,0 0 442,0-27 292,0 10-359,-1 9 280,-1 12 501,-1 9-814,0 9-4,0 5-568,2 4 625,0 11-625,1 23 28,-1-4 0,2 6-643,1 15 1,2 9-1,0-1 618,0-9 1,-1-2 0,1 4 38,1 0 0,0 3 0,0 1 0,1-4-42,-1 2 0,1-4 0,-1 0-8,0 0 1,0-1 0,0 0-371,-1-6 1,0-1 0,0-2 298,1 15 1,-1-4-314,-1-10 0,0-4-939,0 16 189,-2-17 929,-1-20-370,0-8 1333,-3-15-1634,-5-13 1835,-6-14-951,-5-15 112,-4-4 213,1 1 645,0 6-287,2 11-22,5 9-436,6 7-68,4 2-213,10-17 56,9 0-40,4-2 1,4-2 28,-4 10 0,0 1 0,7-10 0,-1 0 11,-8 8 0,-2 1 0,-1-3 0,-1 0 0,0-2 0,-3-1 5,-1 1 1,-2-4 296,-2-10 0,-2-5 1,0 5-124,0 10 0,-1 1 275,0-27 1,-1 8-52,0 34 0,0 11 68,0 5-471,0 3-168,0 8 168,0 21 168,9 23-62,-3-8 1,2 4-423,3 7 0,1 6 358,-3-14 0,1 5 0,-1 0 0,0-2-624,1 2 1,-1-1 0,0 1 564,0-3 0,0 2 1,-1 0-1,1-5-34,2 13 1,-1-4-810,-1-8 0,0-3 31,-3-9 0,0-2-1737,2 12-1759,-5-19 4325,-2-13 0,-1-7 0,0-4 0</inkml:trace>
  <inkml:trace contextRef="#ctx0" brushRef="#br0" timeOffset="3396">9859 3539 11975,'42'-26'48,"1"0"1,-3 1-1,-5 2-14,-3-2-23,-2 0-11,-5-1 0,-6 3 34,-7 0-1,-6 1 35,-4 1 32,-2 1 1771,-10-5-1243,1 9-292,-9 0-44,3 10-57,2 4-179,2 1-45,1 1 67,3 5-10,1 7-46,1 12-22,3 12 34,0 7-12,2 1-22,9-1-56,2-6 56,10-5 78,6 1-145,-4-14 67,0-3 34,-10-13-1,-1-3 225,-4 0-247,2 0 0,-3-2 225,9-12-113,-4-2-55,7-12-68,-3 4 145,-1 1-145,0 2-11,-2 4-56,-2 6 67,-2 5-235,-3 4 223,0 2-55,0 5 67,2 8 11,1 10 23,1 9 22,-2 5-34,0 1 46,-1 1-46,1-2-22,1-7 45,1-4-45,-1-9-11,0-5 11,-3-7 123,4-2 22,-3-4-33,4-8 68,0-7-124,-2-10-12,-1-6 236,-3-3-112,-3 0 57,-1 0 22,-1 4-23,-3 4 67,-2 6-56,-2 9-134,0 7-202,2 3 45,-1 2-11,-1 10 56,-2 7-1,-2 15-44,2 7 0,3 1 23,3-1-23,5-7 0,4-6-79,12-5 124,10-11 11,1-2 56,2-12-56,-6-7 0,-2-4 0,-1-6 56,-5 0 11,-2-1-67,-3-1 0,-2 2 56,-2 2-44,-1 4-24,-2 5 1,-1 5-67,-2 2-79,-1 3-190,0 2 347,4 11 101,3 9-101,6 16 44,4 5-44,2 5 0,-2-4-22,5 9 22,-8-22 56,1 3-56,-10-25-56,-2-4 56,-2-4 22,1-8 12,4-15-34,4-18 0,-3 12 0,0-2 17,2-2 0,0-1-17,1 2 0,-1 2-23,11-22 23,-3 12 0,-4 13 0,-4 10-201,-2 9-203,-2 3 392,2 9 12,6 13 0,7 12 45,9 15-40,-12-20 1,1-1-244,2 0 1,0-2 47,21 16-45,-1-13 212,-4-12 46,-4-7 21,-7-17 102,-8-9-56,-7-14 22,-6-12 56,-4-9 84,-2 6 0,-2-3-247,0 8 1,0-1 100,1 6 1,-1-3 0,-1 1 38,0-4 1,0 1 0,1 2 240,-1-2 1,0 1-146,-1-8 0,1 4 229,1 13 46,0 17-516,3 10-246,-1 6 43,1 16 203,2 16 73,2-3 0,2 3-73,2 10 0,1 1-474,4 5 1,1 1 444,0 2 1,1 0 22,-1-3 1,1-2-544,-3-3 0,0-1-112,-2-6 0,0-2-1083,5 21 186,-6-12-1501,-4-11 236,-3-11 2823,-2-7 0,0-8 0,0-3 0</inkml:trace>
  <inkml:trace contextRef="#ctx0" brushRef="#br0" timeOffset="3599">11383 3569 15504,'-1'-49'343,"1"0"1,1 3 0,6 7-344,26 6-33,6 6-35,4 9 12,1 9-79,2 14 113,0 15-348,-1 14-190,-25-11 0,-1 3-863,-2-1 0,-1 1-3025,7 24 4448,-7-9 0,-9-18 0,-3-10 0</inkml:trace>
  <inkml:trace contextRef="#ctx0" brushRef="#br0" timeOffset="3736">11806 3465 11481,'-14'-34'0,"4"6"0</inkml:trace>
  <inkml:trace contextRef="#ctx0" brushRef="#br0" timeOffset="4448">12058 3513 17308,'-40'-19'-45,"3"15"34,20 24 11,0 17-56,1 7 56,2 8-585,4 3 439,2-2-190,2-4-146,3-9 200,1-9 13,2-17 269,0-5 56,5-17 45,7-13-17,4-9 0,2-6 39,1-6 0,1-1-45,-1-2 1,-1 1 207,-3 5 0,-3 4 128,-2-1 353,-3 11-588,-4 12-78,-1 7-101,-2 4-224,1 2 190,2 7 34,3 9 34,6 13 22,6 7-56,8 2-90,6-5 45,-3-19 1,1-4-214,17 3 241,-15-11 0,-1-5 51,10-15 0,-8-13 111,-10-10-55,-11-8-183,-7-6 115,-5 23 1,-2 0 78,0-3 0,-2-1 5,-1-3 1,-1 0-51,0-2 0,-1 0-138,0 2 1,0 1 361,1 3 0,0 2 415,-5-17 56,2 14-90,2 16-11,1 11-650,2 6 151,-1 16-151,1 18 22,2-3 1,0 4-128,1 11 1,0 2 104,0 6 0,0 2-701,2 4 0,1 1 723,2 1 1,1 0-18,1-1 1,2 0-12,2-2 1,0-1-29,0-4 1,-1-1-443,0-8 0,-1-2-433,-2-7 0,0-3-559,2 10-828,-4-18-551,-2-12 3034,-3-8 1,1-2 0,-1 0 0</inkml:trace>
  <inkml:trace contextRef="#ctx0" brushRef="#br0" timeOffset="4639">12309 3664 15717,'3'-40'295,"0"0"0,1 4 0,5 6-127,21 4-168,10 7 0,9 5-641,5 8 641,3 4-34,-2 14-22,-7 5 12,-5 13-540,-7 3-749,-7 0-2152,-6-3 3534,-7-7 1,-8-10 0,-4-5 0</inkml:trace>
  <inkml:trace contextRef="#ctx0" brushRef="#br0" timeOffset="4771">12824 3575 10395,'0'0'0</inkml:trace>
  <inkml:trace contextRef="#ctx0" brushRef="#br0" timeOffset="5555">13059 3383 18541,'9'0'112,"3"6"-67,4 12-45,3 2 56,0 1-168,0-5 112,0-3-202,-1-6 56,2-3-122,-1-3 177,1-6 69,0-7 168,0-23-34,-9-11 661,-14-10-482,-12 12 180,-12 12-180,1 16 337,0 6-617,2 5 45,0 3-56,3 4-45,1 9 23,1 12-102,4 14 124,3 11 12,6 5-423,3 0 344,6-2 44,5-7-157,11 0 91,-2-19 55,3-2-67,-10-19 180,-1-2-79,0-2 530,2-5-518,3-6 115,2-8-105,4-9 45,0-6-22,3-6-45,0 0 0,-1 1 0,-4 6 0,-3 10-45,-5 8-78,-3 9-11,-1 4 100,0 4 34,2 12 45,2 6 78,0 13-100,-1 0 21,0 10-44,-5-16-44,1 1 32,-3-20-100,-1-5 101,1-2-56,-2-1-23,3-1 90,1-6 0,2-5 157,2-3-90,-1 0 191,-2 7-45,-1 3-213,-1 4 89,3 1-66,5 5 22,9 6 22,9 6-67,9 2-683,12-6-1218,-18-8 0,2-2-1814,5-5 1,2-3 3714,6-4 0,-2-1 0,9-2 0,-10-5 0</inkml:trace>
  <inkml:trace contextRef="#ctx0" brushRef="#br0" timeOffset="6429">15239 2930 11817,'-39'-9'385,"0"0"0,3 0 0,3 4-94,-1 11-100,2 6-45,3 9 111,4 5 12,5 15-12,9-7-117,8-1 0,5 0 40,15 11-158,-4-13 0,3-1-954,5-4 0,1-3 932,1 2 0,0-1-6,0 0 1,0-1-69,15 17 119,-11-6 291,-13-9 537,-7-3 405,-21-2-34,-11 1-584,-24 3-505,19-11 1,-2-2 45,-3 1 1,1-2 548,0-1 0,0 0-560,-21-1-89,13-3-17,17-5-151,13-6-639,7-9-313,16-12-584,11-11-1198,-4 14 1,4 1-24,3-3 1,1 1 2823,3-2 0,-2 2 0,5-5 0,-7 8 0</inkml:trace>
  <inkml:trace contextRef="#ctx0" brushRef="#br0" timeOffset="6672">15331 2835 20289,'-3'35'138,"0"-1"0,0 23 0,0 1-110,1-14 0,0-1-1099,1 17 1,0-1 1070,1-21 0,0-3-28,0-3 0,0-1-764,0 23-1628,0-12-6505,-5-9 8925,1-15 0,-2-7 0,3-11 0</inkml:trace>
  <inkml:trace contextRef="#ctx0" brushRef="#br0" timeOffset="6983">15303 3142 18070,'26'-30'-336,"6"11"336,5 36-34,0 13 68,-7 10-23,-9 5 34,-9-4 22,-6 4-22,-5-17-45,-1-1 236,0-19-91,0-4 1133,0-3-1211,3-13-67,6-8 0,5-19-90,8-6-426,3-2-1052,-1 6-471,-1 8-1962,-2 7 4001,-1 7 0,-9 8 0,-2 5 0</inkml:trace>
  <inkml:trace contextRef="#ctx0" brushRef="#br0" timeOffset="7672">16055 3046 16406,'-46'34'22,"1"0"0,2-1 1,6 0-7,17-7 1,3 0 0,1 1 0,1 1-17,-11 24 0,8-5 389,6-6-445,6-12 398,4-9-465,2-10 437,13-8-191,4-16 570,14-9-681,-1-15 66,-12 11 0,-2-2 34,6-11 319,-1-9-308,-15 32-78,-2 3-45,-4 13-325,0 1 314,2 10 11,2 7 0,3 14 33,4 6-21,2 0-12,3-5-56,-1-7 56,-2-9 0,-2-8 0,-2-5 89,-1-2-44,2-9 134,2-11-168,4-17-11,4-17 73,-9 23 0,1-4 0,3-18 0,-1-1 61,-3 12 1,-1 1-34,3-13 0,-3 2 330,-4 20 0,-1 3-4,2-19-2,-2 14-55,-3 15-337,0 9-33,-2 7-89,1 4 312,1 18-223,2 15 6,2 15 0,0 6-234,-1-13 0,0 1 217,0-4 0,0 2 0,-1-1-2491,1 13 0,-2-4 726,0-15 0,0-3 1776,-1 6 0,-1-6 0,0-11 0,-1-12 0</inkml:trace>
  <inkml:trace contextRef="#ctx0" brushRef="#br0" timeOffset="9272">16185 3271 15269,'-4'0'78,"0"0"169,4 0-191,50-26 56,-13 9-671,1-1 0,3-1 570,9-1-317,-5 1 306,-7 2 11,-8 0 34,-9 1 78,-8 1-78,-7-1 1108,-4-6-761,-4 6-67,-4-3-112,0 10 641,-3 4-720,3 2-11,-3 2-134,1 6 11,-6 9-67,-1 10 11,0 12 45,3 3-34,6 0-90,21 13 91,1-26-248,20 5-21,-4-27 55,6-5-134,0-9 336,-8-4 0,-1-2 100,11-13 6,-15 10 1,-2-1-6,-3-6 33,-9 5 214,-6 3 481,-4 1-111,-1 7-472,0 3-179,0 5 2958,0 2-2946,-3 0-23,1 0-45,-2 0 23,0 0-136,-2 0 125,-5 2-124,-2 6 45,-15 25 78,7 2 28,5 1 1,2 1-107,1 9 56,3 10 56,8-28-190,2-8 22,0-7 11,3-7 90,0-3-57,3-3 124,1 0 68,1-8-46,3-8 34,2-11 45,3-8-45,-1-3 0,0 0-56,-2 4 33,0 6-77,-3 7 32,0 8-111,-3 6 11,0 4-78,1 2 279,12 35-10,-3 7-319,-6-1 1,-1 4 244,-3 2 1,-4 2 22,0 6 0,-1 2-441,-1-16 1,-1 1-1,0-1 428,-1 2 0,-1 0 0,0 0 7,-1-2 1,0 0-1,-2 1-19,-3 6 1,-2 2 0,-1-4-27,-1 1 1,-2-1 50,-4 5 0,-2-5-28,-8-7 112,2-13 0,4-12-168,-4-30 45,14-14-68,3 2 1,3-5 56,5-5 0,3-3-139,4-8 1,2-2 115,-2 11 0,2-1 0,1 0 10,3-4 1,1-1 0,1 1 26,1-1 1,0 0 0,1 0 14,-1 3 0,1 0 1,1 2-1,-1 3 1,-1 1-1,1 2-1,5-10 0,0 2-147,1 2 1,-1 4 151,3-5-22,0 8-23,-19 30 708,-3 4-730,0 1 1236,2 3-1180,5 7 557,4 7-557,5 6 56,2 0-22,14 2 44,-9-12-78,10 0 0,-12-12 101,2-1-34,0-9 56,0-4 45,7-20 135,-11 8 145,1-5-201,-14 17 89,-3 3-112,-2 5-79,-1 2-145,-1 2-67,0 1 67,2 16 11,0 17 90,1 0 0,-1 4-476,1 10 0,-1 2 386,0-9 0,-1 1 0,0 0-386,1 2 1,-2 1 0,1 0 362,0 1 1,1-1 0,-2 0-549,0-2 0,0-1 0,0 0 582,0 14 1,0-2-23,-1-8 0,0-2-204,0-8 0,0-3 238,-1 13 576,-1-18-542,-2-13 1030,-2-9-1053,-7-3 1984,-9-12-1962,-8-9-61,6-8 0,2-6 68,8 5 1,3-2-92,-7-15 0,9-6-6,17 5 1,10-3 0,1 1 14,-4 6 1,2 0 0,2-2-917,4 0 0,3-2 1,2-1-1,-1 2-581,6-5 0,0 3 0,0-1 1505,1-2 0,0 0 0,-2 5 0,-2 1 0,-3 4 0,-6 8 0,-1 1 0</inkml:trace>
  <inkml:trace contextRef="#ctx0" brushRef="#br0" timeOffset="26307">9335 5863 14081,'-1'-6'1042,"0"1"-728,0 1-12,-2 0-100,2-1 89,-3-1-112,1-1-156,0 1 560,-1-1-516,2 2-33,-1 1 100,2 2-324,-1 1-1,2 6 191,-1 5 101,5 17-79,1-6-22,5 7-33,0-17 33,-1-4-56,0-4 168,-1-2 123,17-7-224,4-10 101,19-16-1380,-23 9 1,0-2 1267,3-4 0,0-2 33,2-3 1,0-1-306,-1 0 0,1-2 283,-2 4 0,1-1 0,-2 2 11,4-2 1,-1 1-1,7-8 1,-3 4-23,4 2 22,-11 11-123,-7 8 146,-7 5-22,-3 2-1,-5 3 2334,0 2-2446,1 1 601,0-1-1127,7 0-1155,3-1-1321,3 2 3092,0 0 0,-7 2 0,-5 0 0</inkml:trace>
  <inkml:trace contextRef="#ctx0" brushRef="#br0" timeOffset="34707">6522 6391 10597,'5'0'694,"0"0"1356,-5 0-1982,8-18-23,-5 13 179,5-13-224,-7 17 190,2 8-89,2 7 22,6 12 23,1 7-45,3 2-101,0-4 0,0-4 134,-2-9-67,-2-7-44,-1-7 44,-3-2-11,2-2 191,4-7 11,8-13-180,13-16 95,-12 9 1,1-2-710,3-4 1,1 0 535,2-4 0,1 0 17,-1 2 0,1-1-6,8-7 0,0 2-11,-12 13 0,-1 2 0,3-2 0,-2 3-34,-5 7 34,-12 11 0,-5 4-885,-4 3-1468,0 10 2353,-5-1 0,4 3 0,-5-5 0</inkml:trace>
  <inkml:trace contextRef="#ctx0" brushRef="#br0" timeOffset="57572">5714 10082 10395,'-7'3'1400,"2"-2"-739,5-1 886,0 0-1234,-11 2-55,8-1-124,-7 0 69,10-1 1051,0 0-884,-3 0-112,0 0-79,-4 0-179,-1-3-45,-1-2 45,1-1 67,2 0-67,2 2 0,1 1 34,1 0-79,0 1 68,-1 0-23,2 1 89,-1 0-89,2 0-78,0-1-101,0 0 179,3-1 11,7 0 11,9-3-22,8 1 0,10-1 11,2 1 1,5 1-24,2 2-10,3 1 22,2 1-11,1 0 33,-1 0-44,-3 0 22,-4 0 33,12 0-33,0 3-22,-20-2 0,1 1-477,22 3 493,-29-4 1,0 0 5,22 0 11,4 0-11,-26 0 0,0-1 0,29 4 6,-18 0 0,1 2-6,17 3-6,-12-1 0,-1-1 29,3 1-18,-19-4 1,-1-1-6,8-2 0,-2-1 45,-2 0-34,1 0-11,-2 0 45,-2 0-45,-5-1-11,-5 0 520,-3 1-487,-9 0-22,-1 0 0,-6 0 34,-1 0-34,2 0 22,6-8-66,2-2-629,5-9-2116,-1-6 2789,-2-11 0,-4 15 0,-3 0 0</inkml:trace>
  <inkml:trace contextRef="#ctx0" brushRef="#br0" timeOffset="71869">9834 5264 14933,'-34'7'1512,"0"1"1,-21 3-460,47-8-223,4-2 1399,3-1-2207,9-2 57,4-2-1,15-5 45,5-2 1,6-1-57,15-3 1,5 0-35,-4 2 1,4-1 0,-2 1-474,-5 2 0,-1 0 0,-1 1 454,1 1 1,0 1 0,-2-1-4,-2 2 0,-1 0 1,-4 0-349,5 0 0,-1 0 320,9-1 0,-4 1-39,1 3-549,-16 1-998,-13 3-492,-13 0-4493,-6 0 6906,-22-5 0,15 4 1,-15-5-1</inkml:trace>
  <inkml:trace contextRef="#ctx0" brushRef="#br0" timeOffset="72914">13504 5085 22586,'-32'-5'-158,"20"0"259,57 5-56,-15 0 1,2-2-7,6 1 0,0-2-22,3 1 0,1 0-345,-1 0 1,-1 0 349,-1 1 1,-1 0-23,-1 1 0,-2 0 17,-2 0 1,1 0-52,6 3 1,0 0 22,9 0-785,1 3 438,-39-4-562,-10-1-468,-16-1-528,-12 0 1268,-16-7 346,-6-4 178,-1-11 124,6-6 398,19 6 0,1-3 1485,-14-19-1200,6 2 202,12 15-448,15 20-437,2 3-202,3 2 46,15 1 200,9 1 23,14 6 1,4 5-68,-8-2 0,1 3-434,15 6 0,-1 5 434,-15-1 0,-2 1 56,-3 0 0,-3 3-138,-3 13 1,-5 1 125,-6-10 1,-3 0 0,-3 11 0,-8 0 44,-17 4 1,-6-4-85,4-8 1,-3-2 61,-12 10 1,-2-3-91,2-11 1,3-4-1,-9 6-884,2-6-1502,31-18-4493,6-22 6902,11-20 0,-6 12 0,6-7 0</inkml:trace>
  <inkml:trace contextRef="#ctx0" brushRef="#br0" timeOffset="74367">15205 4572 19796,'3'0'313,"0"0"909,-3 0-1065,1-4 246,-5-46-302,-2 25 235,-7-14 0,-3 3-134,-1 21-90,-13-10-78,17 24-34,-5 16-34,-5 13 28,8-2 1,0 3-748,0 6 1,1 3 752,-1 3 0,3 2-34,1 2 1,2-1-49,3 0 0,2 0 71,2 10 0,2 0-23,3-16 1,2-1 10,0 5 1,4-2-628,23 5-123,9-21 504,-9-39 0,4-16 0,-3 3 369,12-10-161,-17 3 0,0-6 0,-10 7 207,-14 6 1384,-3 8-1384,0 8 73,-1 6-219,0 3-202,0 2 135,1 9 393,3 12-247,1 18-12,2 14-56,-3-15 1,1 1-23,5 16-23,-2-19 0,1-4-78,4-5 11,5-4 11,-5-16-78,6-7 202,-4-13 22,5-9 0,-6-16 11,0-6 34,-6 13 0,-1 0-68,2-10 382,0-4-191,-6 34-11,-2 5-504,-1 7 291,0 17 22,2 5 23,2 19-45,2-1 0,10 9-45,-3-17-78,6-3-168,1-20 257,-4-6 1,5-10-24,-4-9-10,1-15-112,2-11-157,-3-12 145,-8 24 1,-1-1 162,-1 0 0,0-1 39,-1-4 0,0 2 348,0-11-23,-1 8-79,-5 28-189,0 9-259,0 0-44,4 4 179,23 24 56,6 0-345,-6-3 1,3 0 304,-4-5 1,1 1-11,8 8 0,0 1 66,-12-8 1,-2 0-6,5 5 1,-5 1 55,-10 6 78,-6-3-21,-16-2 201,-5-4 179,-11-3-134,-2-5-79,5-5-157,7-5-78,7-4 577,6-2-1002,9-29 402,10-9-22,-3 2 1,2-4-737,4-2 1,1-1 757,3-4 1,-1-1-29,0-1 1,-1 0 5,0 4 1,-1 0-257,3-5 0,-1 3 250,-7 17 1,0 3-6,14-25-179,-17 40 90,-3 13 89,3 19 1437,5 18-1364,-2 8 0,-1 5-73,-1-11 0,-2 2-1373,3 15 0,-2-1 191,-5-18 0,-2-2-51,-1-4 1,0-1-3563,1 18 4795,-2-13 0,-1-20 0,-1-8 0</inkml:trace>
  <inkml:trace contextRef="#ctx0" brushRef="#br0" timeOffset="74846">16301 4907 19964,'22'0'201,"4"-4"-122,30-5-34,-5-2-40,-21 5 1,0 0-6,7-2 0,-9 5-34,-13 2-55,-5 1 66,-1 4 23,-3 9 101,7 29-90,-3-5 0,3 16-123,5-19 23,-6-13-124,8-6 11,-4-12 158,4-4 44,1-10 246,-2-5 191,-3-28 392,-8 9 56,-5-14-286,-22 21 1,-4 3-555,-6-6-176,0 9 0,-2 4 108,2 9-44,3 4-829,7 5-1323,6 6-436,6 6-1816,4 9 4471,13 0 0,-8-7 0,8-6 0</inkml:trace>
  <inkml:trace contextRef="#ctx0" brushRef="#br0" timeOffset="75843">16919 4877 16277,'6'3'4381,"-2"0"-3507,-4-3-930,-3 9 56,7 7 101,1 14-90,7 8 12,1 2-23,0-2 0,-2-4-11,0-7-12,-2-7-89,-1-5-78,-1-8-68,-2-3 235,-1-3 23,1-4 146,0-8-134,3-7 167,2-13-157,1-6 79,1-5-67,-2 2 10,1 4-44,-3 8-67,-2 14-202,0 18 381,0 18-33,4 20-57,2 7 12,1 4-34,-1-4 0,1-5 0,-4 8-112,-3-14-79,-3-4 169,-3-19-169,1-16 146,0-12 45,2-11 123,2-18 91,3-7 43,1-4 57,1 5-112,-2 9 44,-2 10 12,-2 13-258,-2 8-56,-1 5-68,12 30 192,1 0-46,1-1 0,1 1-10,15 16-12,7-3-258,5-11 17,-9-17 0,2-3-173,18 1 223,-19-8 1,0-5 184,-4-9 0,-3-5 118,9-12-56,-15 5 1,-5-2-46,-7-17 236,-6-1-102,-4-1 1,-7 6 515,-9 2-460,0 16-201,-3 5-112,8 14-33,5 12 133,0 11-5,4 10 1,1 3 5,0 18-12,0-15 1,1 0-286,5 3 218,2-8-134,4-8 34,0-9-56,-2-6 44,0-5 90,1-3 112,2-3 274,17-26-195,-1-2-46,1-11 1,1-6-23,-2 3 0,-2-1 6,1 0 0,-1 2-29,0 0 1,-2 7-157,-3 11 0,3 7 157,-9 33-169,7 37-2217,-5 1 2397,-2-8 0,-1-3 0,-5-8 0,4-1 0</inkml:trace>
  <inkml:trace contextRef="#ctx0" brushRef="#br0" timeOffset="76396">18794 4604 21376,'17'32'728,"-2"9"-689,-9-11 0,-1 1-39,0 1 0,1-2-22,5 24-5794,4 3 225,-9-26 5591,2 0 0,-8-25 0,0-4 0</inkml:trace>
  <inkml:trace contextRef="#ctx0" brushRef="#br0" timeOffset="76615">18678 4434 22484,'-3'-50'161,"1"0"0,2 1 0,8 6-150,14 15 0,5 4-522,1-2 0,1 1 511,2 2 0,1 2-39,-1 3 0,0 2-354,24-7-2060,-4 11-853,-4 7-985,-6 18 4291,-5 11 0,-18-6 0,-7 3 0</inkml:trace>
  <inkml:trace contextRef="#ctx0" brushRef="#br0" timeOffset="76776">18904 4576 19269,'50'-6'-1639,"1"0"1,-7 2-1,-5 0 1,-13-1 0,-11 4-1</inkml:trace>
  <inkml:trace contextRef="#ctx0" brushRef="#br0" timeOffset="76946">18806 5043 20367,'38'1'-1799,"0"-1"1,6 1 599,-7-8 0,7-5 0,-5-1 1199,-5 0 0,-6 0 0,6-2 0,-9 2 0</inkml:trace>
  <inkml:trace contextRef="#ctx0" brushRef="#br0" timeOffset="77309">19392 4712 16378,'0'-3'4549,"0"0"-4459,0 3-415,7-1 325,3 3 78,34 21-78,-4 0-807,-10-4 1,2 2-897,1-3 0,-1-2-752,16 4-211,9-2 1299,-22-14 930,-5-7 1389,0-20 2892,-15-13-1839,-3-6-537,-22 0-3661,-6 18 3706,-8 8-639,-4 7-247,-18 11-627,7 16-90,11-4 1,2 5 78,7 3 0,3 4-858,-1 15 1,3 2-791,5-12 1,3 1-1676,3 8 1,5-1 3333,14-1 0,-4-16 0,2-12 0</inkml:trace>
  <inkml:trace contextRef="#ctx0" brushRef="#br0" timeOffset="77777">20077 4594 23426,'0'43'65,"0"1"0,0-1 0,0-1 0,0 1 0,0-2-65,1 10 0,1-1-556,0 0 0,1-1-117,1-5 1,0-2 666,0-4 1,-1-2-242,1 20-8,-3-16 121,-1-16 314,-2-12-113,-12-14-131,4-28 1,4-20-1,1 3 92,-4 7 0,0-3-488,5 1 1,-1-6-1,3-1 1,1 5 459,4-8 0,3 3 0,2 1 0,1 2-185,3 2 0,1 2 185,1 7 0,0 2-205,17-17 48,0 14-45,-1 18 157,3 8 45,-3 9 67,-3 12 225,-5 21-34,-11 2 1822,-11 17-1777,-18-12-158,-12 1 385,0-15 0,-3-1-2177,1-4 0,-1-2-95,3-2 1,1-2-5666,-8 0 7407,29-23 0,7 6 0,1-5 0</inkml:trace>
  <inkml:trace contextRef="#ctx0" brushRef="#br0" timeOffset="78494">20390 4915 17722,'22'-39'48,"-1"0"1,1 0 0,-1 2-27,-4 8 1,-1 1-467,-1-4 0,0 0 449,-2 1 1,-1-1 188,-3 1 1,-1 0-128,2-19 505,-5 7-112,-4 22-91,-4 6-369,-2 14 443,-7 10-544,-4 12 79,-4 19-45,0 16 67,12-24 0,1 0-6,2 2 0,2-1 6,0-2 0,2 0-62,4 4 1,2-2 39,5 10-180,9-2 12,3-28 156,-5-7 79,13-14 22,-11-6-67,7-13 84,-6-10 0,-1-3-5,6-11-68,-4 8 0,-1 2-11,-2 0 45,0 9-68,-5 9 23,-3 8-212,-4 8 44,0 5 168,-2 16 33,5 11 12,0 16-23,2 6 1,-1 0-634,-3-4 622,-2-6 0,-2-6 11,-3-7-22,1-3 34,0-11-34,0-3-56,2-7 712,2-7-600,7-10 0,2-8 0,2-3-34,11-21 84,-7 15 1,0 1-219,6-10 269,-4 12-157,-7 11-45,-5 11-34,-4 6 23,7 25 56,-2 5-268,9 25-3985,-12-18 1,-1-1 4252,2 12 0,-3-2 0,-6-32 0</inkml:trace>
  <inkml:trace contextRef="#ctx0" brushRef="#br0" timeOffset="78664">21064 4241 10854,'7'48'0,"-2"-10"0</inkml:trace>
  <inkml:trace contextRef="#ctx0" brushRef="#br0" timeOffset="79967">21230 4873 12244,'24'-50'1341,"0"1"1,-6 11 0,-1-1-1,-2 4-757,2-18-405,-6 18 0,-1 2 448,-2-6 875,-3 7-931,-3 17-111,-2 6-404,-2 9-101,-19 16 45,1 4-34,-18 19 34,18-8 0,2 3-28,5 3 0,1 0-39,0 0 0,3 0 27,4-2 1,4-3-50,8 5-494,15 0 101,0-17 12,11-4 77,-7-14 147,4-14 134,3-7 112,3-18 67,-10 5 0,0-2-22,-8 6 0,0 0-1,4-9 1,-2 1-343,0-11 612,-6 5 33,-3 6 325,-3 7-503,-3 12-68,-3 7-101,-2 9-348,2 5 460,7 26 34,2 19-124,1 5 523,-2-1-533,-3-20-80,-1-15 12,-1-2-34,-3-14-78,-1-1 79,0-1-91,4-9 337,7-30-11,1 0-113,-4 10 1,-1 0 22,2-9 101,-3 10-78,-3 11 44,-1 9-201,-1 6-57,2 4 169,12 27 123,2 1-96,0 5 1,1 1-62,5 5-11,6 8-12,-12-30-223,4-5 212,-7-8 68,4-3 44,3-17-67,0-6 45,11-22-39,-16 17 0,0-2 39,10-19 0,1-1-56,-6 10 0,0 0-1174,6-9 0,-2 2 1163,4-5 11,-7 17-112,-10 14 34,-6 10-1,-5 5 12,0 3 134,4 21 2326,1 0-2360,5 20 1,-2-5 11,-1-4-45,-1-7 0,-2-8 0,-3-7 33,-2-6-33,0-2-201,-1-2-46,0-8 236,0-7 11,0-11 67,0-6-34,-2 1 58,-3 4 121,-2 10 35,1 8 33,0 5-23,1 4-212,-2 6-45,-11 32-45,6 20-134,19-13 0,6 1 156,-5-16 1,7-5 5,23 3 1,7-14-18,3-31 0,0-12-44,-8 12 0,0-5 48,-4-10 0,1-7 0,-7 0-282,-4-7 1,-6 1 373,2 1 0,-4 2 285,-6 7 0,-4 6 191,-6 13-157,-2 8-112,-18 31-258,2 5-22,-12 25-23,14-2-39,12-19 1,6-1-152,18 9-45,24-3-996,-12-29 0,2-7-657,7-4 1,0-3 1921,5-4 0,-3-2 0,9-4 0,-14-3 0</inkml:trace>
  <inkml:trace contextRef="#ctx0" brushRef="#br0" timeOffset="81794">14015 6451 14003,'1'-7'660,"0"2"-88,-1 5 33,0 0-392,-49 8 67,32-2 124,-40 8 133,43-2-89,-3 2-122,-2 3 100,-3 5-23,-3 0-134,0 2 314,-7 4-371,13-11-32,1-1-57,14-13-213,4-2 90,8 0 179,10 0-123,18-1 45,16 0-84,-20 1 0,2-2-295,5 0 1,1 0 288,1-1 0,1-1-354,2-1 1,-1-1 353,-2 0 0,0 0-22,-5 1 0,0 1-11,23-3 11,-13 4-908,-11 1 45,-17 1-247,-6 0 455,-11 0-1609,-9 0 2471,-47 0 0,34 0 1,-32 0-1</inkml:trace>
  <inkml:trace contextRef="#ctx0" brushRef="#br0" timeOffset="82036">14176 6529 18384,'-8'-36'-11,"13"7"0,35 27 44,-4 9 1,0 4-23,-8-1 0,0 4-347,8 7 0,-1 5 336,-14-2 0,-3 1 0,-1 2 0,-3 1 112,5 29-78,-9 2 111,-6-1-66,-11-1 72,-3-21 0,-3-2-61,-11 13-102,3-17 1,0-4-414,3-7-1249,-1-4-2550,16-22 4224,9-21 0,-5 12 0,5-10 0</inkml:trace>
  <inkml:trace contextRef="#ctx0" brushRef="#br0" timeOffset="82811">15223 6597 14764,'0'-5'4494,"0"0"-2724,0 5-156,-30-4-1502,-4 25-258,-11 1 56,16 27-56,26-6-78,22-8 101,1-13-112,11-11-157,-6-9-1,1-6 24,2-8-34,-1-11 218,-10-5 0,-3-8 185,-3-8 0,-4-5 15,-2 7 0,-1-4 0,-3 2-877,-4-12 1,-4 3 973,-3 1 0,-3 6 145,-14-5 35,-3 11 100,2 13-78,2 10-90,3 9-45,5 4-179,-4 10-112,6 11 67,-4 13 1835,9 13-1857,4 6-78,3 0 100,16-4-146,8-4 124,19-8 44,-1-12 1,3-3 22,-9-5 0,1 0 15,4 1 0,3 1 0,-5-1-15,-5-2 0,-2-1-6,6 6 1,-3-1 5,-3 5 45,-10 0 11,-6-1-56,-7 0 179,-2-1-56,-3 1 0,-6 2 12,-5 1-91,-10 1 1,-4 0-45,-6 4-1703,4-5 0,2-4-1165,10-9-3127,4-12 5995,14-19 0,-1 10 0,2-8 0</inkml:trace>
  <inkml:trace contextRef="#ctx0" brushRef="#br0" timeOffset="84019">15716 6413 16614,'-6'-5'3764,"2"2"-2542,4 3-898,0 0-402,-26-3-68,20 16 146,-19 8 56,33 24-56,3 9 12,6 3-1,0-5-22,0-7-23,0-7-11,-2-7-201,0-6-225,-1-10-112,1-7 303,1-6-33,5-14 178,2-11 135,5-20 45,-14 17 0,-1-2-422,-1 0 0,-1 0 556,4-22 45,-6 12 1143,-6 13-919,-3 13-123,0 6-89,0 6-528,0 0 1102,5 4-810,5 8 11,9 9-11,8 8-11,7 1 0,4-2-73,-10-15 0,1-2-129,14 3-129,-8-8 1,0-2-7,3-9 135,6-4 314,-17-18 11,-14 1 45,-2-10 11,-11 7-22,-3 1 11,-1 4 0,-3 5 123,-1 9-101,3 5-101,2 3-78,1 2-459,2 1 414,0 10 23,0 7 22,0 34-23,0-10 12,3 13-168,4-15 45,0-18-102,2 1 214,-6-18-35,-1-3-88,0-2 89,-1-5 56,2-6 190,1-8-179,1-7 35,6-12-125,-3 14-67,3 0 12,-4 18 11,0 4 123,4 3 22,6 7 68,6 5-90,2 6-34,3 1-929,0-4 391,0-5 90,0-6-111,7-4 694,-10-23 111,-3 1 1,-13-25-67,-7 5 11,-2-5-409,0-3 509,-4-5 152,-1 15 1,-1-1 71,-5-16-290,4 23 0,-1 2 100,-2 6 0,4 12-179,1 7-112,2 5-381,2 6 247,0 13 145,3 12 0,1 4-11,1-3 0,1 1 145,1 16 1,2-1-146,2-12 0,0-2 11,0-1 1,0-2-29,0 0 0,1-2 17,8 22-146,-1-9-302,-2-11 179,-3-11 34,-2-10-1,3-5 236,-2-15 146,8-9-12,-2-18-22,4-11-67,0-6 112,0 0-23,-3 8-89,-5 11 241,-5 12-286,-4 12 0,-2 7-101,0 4 56,1 8 23,5 10 44,4 14-44,3 12-1603,-2-9 1,-1 1-2275,8 14 3899,-9-19 0,0-4 0,-3-7 0,-3-10 0</inkml:trace>
  <inkml:trace contextRef="#ctx0" brushRef="#br0" timeOffset="84196">17079 6140 10697,'-26'-11'0,"4"2"0</inkml:trace>
  <inkml:trace contextRef="#ctx0" brushRef="#br0" timeOffset="84767">17332 6004 18966,'28'32'359,"0"13"-315,-16-13 1,-3 3-575,3 3 0,-2 0 546,1 1 1,-1-1-6,-1-3 1,0 1 3,2 6 1,1-1 7,2 11-46,4 3 182,-9-36-540,-3-9 12,0-7-23,-1-2 934,9-22-441,-3 3 182,6-16-171,-4 9 56,-7 11-112,0 4-56,-5 8-123,-1 2 134,3 7 0,4 2 0,4 6-11,3 0-145,13 0 78,-6-7 44,9-1 23,-9-7 56,-1-6 45,2-6-11,1-10-34,2-5 156,0 0 169,-3 1-44,-2 8 100,-2 6-337,-8 8-55,-2 18 280,-5 18 0,-3 10-265,0-2 0,0 3 0,0 2-840,0 13 0,0 2 0,1-1-281,-1-8 1,0-3-1,0-1-1718,0 11 0,0-9 2779,0-7 0,0-24 0,0-10 0</inkml:trace>
  <inkml:trace contextRef="#ctx0" brushRef="#br0" timeOffset="84983">17533 6383 18592,'41'-29'-151,"0"0"1,0-1 0,-3 4 0,-1 0 0,-2 5-1486,-1 5 1,-2 5 1635,21-8 0,-23 10 0,-13 4 0</inkml:trace>
  <inkml:trace contextRef="#ctx0" brushRef="#br0" timeOffset="86555">8894 7897 15527,'-37'-19'896,"7"3"-627,26 14-213,2-1 358,-5-3-190,2 1-134,-9-7-12,5 5-22,-2-3 224,4 6-235,3 2-45,2 2-347,2 0 347,14-2 56,7-1-11,24-3-40,-16 2 1,2 0-6,7-2 0,7 1-639,-5 0 1,6-1-1,2 1 1,-2 0 638,8 0 0,-2 0 0,5 0 0,-1 0 0,3 0 0,2 0 0,1 1 0,-9 2 0,2 0 0,-1 1 0,0-1 0,-3 1-17,-1-1 0,-3 1 0,0-1 1,1 0 4,10 1 1,4-1 0,-3 1 0,-7-1 11,9-1 0,-8 0-21,-10 0 0,-4-1 21,12 0 11,-22 0 449,-16 3 67,-9 0-68,-3 1-325,-2-3 2205,-3-1-6350,-11-12-3755,0 2 7766,-11-13 0,16 14 0,-1 0 0</inkml:trace>
  <inkml:trace contextRef="#ctx0" brushRef="#br0" timeOffset="88619">6632 9138 15549,'-33'-11'2196,"7"1"-1579,25 10 626,1-1-1422,3 1 179,17-2 123,19-5-106,-6 1 0,6-2-795,11-3 0,6-4 0,0 1 789,-9 3 0,-1 0 0,2 0-11,1-1 0,3-1 0,1 0 0,0 1-11,2 1 0,2 0 0,-1 1 0,-3 0-64,2-1 0,-4 2 0,3-1 19,-6 1 0,2-1 0,-2 1 0,-5 1-67,4-1 0,-6 0-1,17-5 124,-26 5 112,-19 5-750,-14 2-539,-13 2-548,-8 0-2712,-10 0 4437,-5 0 0,17 0 0,2 0 0</inkml:trace>
  <inkml:trace contextRef="#ctx0" brushRef="#br0" timeOffset="90627">8320 8478 17711,'10'-9'-78,"-1"2"-1502,-7 6-3272,2-3 4852,-2-8 0,0 5 0,-2-3 0</inkml:trace>
  <inkml:trace contextRef="#ctx0" brushRef="#br0" timeOffset="93348">13578 8418 16181,'-30'12'1182,"0"-1"1,-17 6-514,46-15 799,1-2-1309,4 0-35,12 0 147,17 1 20,14-1 0,8 0-241,-8 1 1,2-1-490,-1 0 1,4-1 0,-3 0 456,-7 0 1,-2-1 0,0 1-16,2-1 1,0-1 0,-1 1-4,19-2 0,-2 0 0,-5 1 0,-1 0 6,6 1 0,-3 0-12,-19 1 0,-1 0-162,6 0 0,-7 1-2678,-22 0-1770,-61-20 3193,-3 1 860,13 2 1,-7-3 0,4 0 909,7 1 0,1 0 280,-2-2 1,-3-2 0,5 4-141,6 3 1,3 2-62,-4-2 0,3 1 2344,6 2-2703,11 8 1,35-4 100,15 6 0,10 7-893,-9 10 1,4 7-1,1 2 1,-3-2 746,4-6 1,-2 0-1,-2 6 17,-3 11 0,1 8 1,-5 2-1,-10-3 69,-10 1 0,-9 1-75,-3 13 1,-8 1-109,-9-16 1,-5-2 0,-2-1 113,-12 13 0,-5-2-1119,6-12 0,-2 0 1,2-4-142,2-2 0,3-10 1708,-12-28 1,37 1 0,0-24-1</inkml:trace>
  <inkml:trace contextRef="#ctx0" brushRef="#br0" timeOffset="94547">15339 7907 18070,'-2'-9'3026,"0"2"-2982,2 21 292,6 18-11,5 15 0,3 15 0,0-4-292,1-2 1,0 1-411,-2-11 0,1 6 1,0 0-1,0-6 394,6 14 0,-2-7-34,-5-15 0,-1-2 172,0-3 0,-3-4-189,-3-8 1,-6-19-236,-4-6-302,-21-39 526,-1-7-566,5 4 1,0-3 598,4 2 1,1-1 11,1-6 0,1-1 5,-1-1 1,2-4 16,3 6 1,0-4 0,1 3-27,4 14 0,0 2 0,0-2-19,0-8 1,-1-1 0,3 4-23,1 6 1,4 3 953,6-22-1010,5 15-67,7 18-45,14 19 213,-6 28 157,11 24-84,-24-13 0,-2 4-226,-1 3 1,-2 3 204,-4-3 0,-2 2 1,-2-2-308,-2 6 0,-2-1 255,-2 10 0,-4-3-432,-1-21 1,-1-3-1821,-11 16 2559,6-9 0,6-18 1,4-5-1</inkml:trace>
  <inkml:trace contextRef="#ctx0" brushRef="#br0" timeOffset="94940">15710 8248 15213,'2'2'1075,"0"0"-458,-2-2-416,35 40-145,-13-9-22,2 1 0,1 4 33,-5 7 0,-3 0-67,-5-14 0,0-2 89,3 6 1,1-12 33,7-40 12,-3-24-137,-8 10 0,0-2 260,6-21 201,-6 17 0,0 0 69,7-17-288,-2 18 1,1 3-230,3 5-33,23 6 22,-12 24 11,16 19-11,-7 14-701,-20-10 1,-2 1-336,-1 1 0,-1 1-2135,9 20-1390,-8-7 4623,-6-14 1,-7-12 0,-2-8 0</inkml:trace>
  <inkml:trace contextRef="#ctx0" brushRef="#br0" timeOffset="95037">16382 8240 14691,'-26'-48'-108,"0"1"0,2 4 0,3 4-2201,-4-8-2276,10 12 4585,7 9 0,6 13 0,2 4 0</inkml:trace>
  <inkml:trace contextRef="#ctx0" brushRef="#br0" timeOffset="95449">16747 7877 18059,'0'4'1299,"0"0"-749,0-4-561,-13 69-12,10-21-1241,-4 5 1,2 2 1252,5-20 0,2-3-230,2-1 0,2-2-327,9 24-485,9-13 66,2-11 215,5-11 559,1-10 168,1-7 45,-1-12 34,-3-7 33,-4-13 101,-5-6 605,-4-7 151,-6 9 1,-1 0-197,5-15 591,-6 18 0,0 2-680,1 1 221,-2 8-860,-2 10-101,-1 6-11,2 11 112,3 14 0,5 17-1075,3 20-2214,-6-10 0,1 2 3249,-4-15 0,-1-1 1,1 3-1,-2-6 0,-2-10 1</inkml:trace>
  <inkml:trace contextRef="#ctx0" brushRef="#br0" timeOffset="96436">17458 7794 17274,'0'7'2387,"0"-2"-1849,-2 46-247,1-17-224,-1 5 1,1 2 21,5 7-78,5 0 34,10 5-112,2-16 56,-2-5 11,-7-21 0,-8-9-11,-2-2-1,0 0 180,9-32 12,0-1-141,2-10 1,1-3-12,-4 17 0,0 0-28,2-8 0,2 3-12,5 1 1,0 8 11,-3 11-11,21 11 101,11 28-85,-20-12 1,0 2-18,4 7 1,-2 1 11,15 9-359,0-7-290,-1-11 145,-3-7 257,-1-9 180,3-26 67,-15 2 202,-2-25-45,-19 11 100,-6-2 191,-5 3 146,-5 5 56,-6 9-280,-3 9-158,1 8-178,0 5-34,1 8 0,0 13 0,1 13-22,3 17 22,5 5-90,3-2 12,9-8-1,7-10-44,7-12 0,5-11 67,-2-6 56,-1-8 45,-2-7 78,4-24 34,-3-15-101,-1-1-12,-5 5 80,-2 20-124,-4 13-34,5 8 34,2 30 235,7 25-173,-7-7 0,1 5-830,-5-10 1,0 2 0,-1 1 778,1 5 0,0 1 0,-1 1-11,0 2 0,0 0 0,0 0-161,-1-2 0,0 1 1,0-2-1075,0-1 0,-1-2 0,0 0 1229,1 14 1,0-3-254,-3-9 1,-2-3 291,-1-9 1,-2-3 168,-5 11 694,-8-19 1985,-21-20-2792,1-27-89,8 1 0,3-7 114,4-9 0,4-6-142,0-7 0,2-4-197,6 15 0,1-1 1,1 0 153,0-3 0,1-1 0,2 0-284,2 0 0,3 0 0,1 0-19,0 2 1,1-1 0,4 0-1992,9-11 1,4-1 0,0 4 2364,-4 13 0,-1 2 0,0 2 0,10-18 0,-1 8 0,-3 10 0</inkml:trace>
  <inkml:trace contextRef="#ctx0" brushRef="#br0" timeOffset="96882">19522 7259 19280,'-23'-30'907,"-1"0"1,1 1 0,-2 10-807,-15 34 100,-7 12-778,23-5 0,0 4 666,1 1 1,2 1-90,1 1 0,3 0-190,-3 26 167,9-6-133,25-4 88,13-6-33,7-19 1,10 0-1,-1-2-101,9 7 1,2 0 266,-6-3 0,3 0 0,-6 1 86,-6 3 1,-10 0 441,-4 17-369,-43-11 1,-14 0-203,6-9 1,-3-1-448,-19 10 0,-2-3 425,11-8 0,1-3-247,5-4 1,2-2-1704,-16 2-1848,23-8-3586,13-19 7521,16-14 0,-3 8 0,5-4 0</inkml:trace>
  <inkml:trace contextRef="#ctx0" brushRef="#br0" timeOffset="97087">19779 7133 18978,'0'-10'3428,"0"2"-2856,0 8-516,0 0-56,-5 14 56,13 18-23,-4-3 1,1 3-370,5 6 1,2 3-75,0 4 1,-1 1-605,-1-2 0,-2 2-2454,-1 13 0,-1-1 3468,-2-17 0,-1-3 0,-1 1 0,-1-6 0,-1-9 0</inkml:trace>
  <inkml:trace contextRef="#ctx0" brushRef="#br0" timeOffset="97902">19801 7704 15254,'-7'-40'500,"1"1"1,2 1 0,3 4 833,15-2-1334,8-1 0,14 6-34,6 6 23,4 8 0,3 9 307,-17 8 1,0 4-331,-4 9 1,-2 2 10,20 15 23,-23 15-22,-20-11 379,-7-3-335,-4-3 987,-3-6-987,-1-7 174,3-7-129,3-5-67,1-2-179,1-1 145,1-3-89,0-5 33,2-10-33,8-26 67,9 3 50,-4 11 1,2 1-368,20-17 59,4 1 45,1 3 81,-14 18 0,1 2 144,7-5-147,0 3 326,-25 27 279,-7 18 124,-10 15-370,-5 19-101,4-25 1,-1 1-182,1 0 0,1 1 136,-8 25-66,6-6-24,4-12 394,3-10-382,3-14-15,0-8-288,1-5-89,0-9 448,6-30 45,5 2-45,7-21 195,1 22-218,0 9-122,-2 11 44,0 7 101,2 6 0,1 1 0,2 6-392,0 1-572,-2 3 538,5-4 426,-8-9 45,1-11 314,-13-11 1467,-1-32-817,-4 5-186,-3-2 1,0-4-1338,2 17 1,-1 0 743,-1-18 0,-1 1-40,3 16 1,1 2-31,-1 5 0,1 2 176,0-13-246,0 22-213,0 14 67,1 21 56,11 17 22,4 17 0,2 6-50,-2-9 0,0 2-200,-1-3 0,2 2 0,-2-2-1341,0 2 1,-2-3-449,0-3 0,-1-1 2039,-1-7 1,-1-2 0,1 5-1,-4-14 1</inkml:trace>
  <inkml:trace contextRef="#ctx0" brushRef="#br0" timeOffset="98794">20655 7470 20221,'9'-17'-123,"10"-4"22,25-3-728,3-6 370,3-3 112,-2-2 11,-4 0-374,-4-1 699,-5-1 203,-6 1 55,-7-12 212,-10 15 349,-6-2-281,-6 20-67,-5 7-192,-4 4-145,-8 3 157,-3 4-347,-4 8 56,-1 8-67,0 10 10,4 7-21,7 0 33,6 0-112,5-4 33,7-3-245,30 10 346,4-10-82,-6-9 0,5 2-215,9 6 1,0 0 262,-12-3 1,0 2 44,-2 4 1,0 5 0,-5-3 22,-8 0 0,-4 0 28,2 10 0,-6 0 118,-14 15 167,-18-4 102,-12-5-174,12-27 0,-3-2 218,-4 2 1,-1-2-359,-6 1 22,0-3-437,26-31 269,5-14-67,15-27 101,-3 18 0,3-2-469,8-9 0,1-2 192,-4 13 1,0-2 0,1 1 189,1-4 1,1 0 0,0 0 89,1-1 1,-1 1-1,0 0-445,-1 1 1,0 0-1,0 1 464,7-14 1,-2 3-7,-2 6 1,-2 3-68,-3 9 1,-1 3 83,7-8-22,-10 19 158,-7 12 659,-3 9-615,0 14 78,2 13-235,3 17 22,4 4-67,1-3-67,3-9 1411,0-12-1568,1-11 40,3-8 105,3-5 79,6-13 11,6-7 45,4-18-747,2-9 719,-20 18 0,-1-2 45,0-1 1,0-1 15,7-14 1,-1 0-6,-8 15 0,0 0 61,3-5 1,-2 4 257,-2 10 57,-8 12-426,-4 11 279,-3 21 438,-1 22-611,-1-9 0,0 4-498,-3 6 1,-1 3 379,-1 2 1,0 1-23,-3-2 0,0 0 0,1-6 0,-1 1-348,2-6 1,-1 2 0,1-4-589,1-6 0,-1-1-112,-1 13 1,-2-9 1209,-5-24 1,9-7 0,-5-5 0</inkml:trace>
  <inkml:trace contextRef="#ctx0" brushRef="#br0" timeOffset="99759">22861 5867 18686,'-7'57'372,"-1"-1"0,1 1 1,0-1-1,0 1 0,1-8 1,0-2-1,-1-1 1,0 2-1,-1 2-1138,-1 2 1,0 3 0,-2 1 0,0 1 0,1-2 0,0-3 776,1-1 0,-1-1 0,1-1 0,1-1 1,-1 0-1,0 9 0,0 0 0,0-1 0,2-1-11,1-6 0,2 0 0,0-1 0,0-1 22,0 10 1,1-3 0,2-1-273,2-7 1,0-2 0,1-1 271,2 12 1,0-2 500,1-12 1,0-3-513,4 18-11,-4-22 0,-3-17-431,-2-9-6998,-6-32 7429,-8-12 0,4 3 0,-2 3 0</inkml:trace>
  <inkml:trace contextRef="#ctx0" brushRef="#br0" timeOffset="100618">20256 8949 17610,'0'-5'1535,"-11"35"1,-5 21-1010,5-15 1,0 3-1621,-3 9 1,-1 6-1,0-1 1191,5-11 0,0-2 0,0 0-45,2 0 1,-1-1 0,2 1 182,-2 17 1,1-1-203,2-6 1,2-1-23,2-3 0,0-3 6,1-4 0,1-3 608,7 23-625,3-14-90,8-13 34,5-12-67,4-10 90,3-6-12,3-14-12,3-14 57,0-18 11,-18 14 1,-1-2 27,4-16 1,-3 0 804,-4 12 1,-2 0-817,1-7 0,-2 2 715,1-13-676,-7 22-55,0 1 140,-4 22-152,-1 4-258,0 3 213,11 16 45,4 8 45,16 22-45,-13-20 0,0-1-28,2 3 0,1-2-600,0-2 1,3-3-505,10-2 0,3-5 695,-8-6 1,1-4 195,11-7 0,-1-6 123,-9-6 0,-2-4 118,-1-4 0,-2-6 162,2-16 1,-4-2-291,-10 9 0,-3 0 716,2-14 1,-8 1 77,-12 15 1,-6 2-174,-2 1 0,-4 2-446,-9 4 1,-4 3 109,-1 5 0,-4 3-45,-19 4 0,-1 5-112,16 6 0,0 2-45,-11 3 0,5 6-111,0 15-259,20 7-1255,15 5-896,25-1-280,18-3-2835,23-10 5681,-20-16 0,0-2 0,5 0 0,-6-5 0</inkml:trace>
  <inkml:trace contextRef="#ctx0" brushRef="#br0" timeOffset="101076">20960 9064 9946,'40'26'-27,"1"0"1,-1 0 0,0 0 0,-6 0 0,-4 0 0,3-1 511,15 4 0,5 1 0,-13-2-485,-6 17 641,-23-15 1,-8 1 31,-28 9 392,-7-15 0,-5-3-847,8-7 1,-1-2-130,-9 2 1,2-4 2288,2-7-2747,14-27 77,23-9 1,6-5 218,3-4 0,3-2-227,1 3 0,3-3 1,1 2 295,-1 4 0,0 2 1,1-1 6,1-1 1,0 0 0,0 0 25,-1 1 1,0 0 0,0 1 88,7-13 0,1 0 627,5-2 0,-1 2 43,-12 18 1,0 2-470,2 0 1,-1 6 705,-3 13-745,-5 27 124,3 23-360,-4 14 1,-1 7-405,-1-12 1,0 1 284,-1-5 0,0 2 1,-1-3-722,0 2 1,-1-2-2337,0 6 0,0-1-639,-2-17 1,-1-1 3770,1 2 0,-1-4 0,-2-12 0,-1-11 0</inkml:trace>
  <inkml:trace contextRef="#ctx0" brushRef="#br0" timeOffset="101219">21641 9318 23460,'7'-47'-411,"0"0"0,6-3 0,9 3-643,4 17 1,5 3 0,1 0-2044,1-3 1,1-1 0,0 1 3096,2 0 0,1 1 0,-4 2 0,-2 1 0,-3 3 0,18-13 0</inkml:trace>
  <inkml:trace contextRef="#ctx0" brushRef="#br0" timeOffset="101600">22640 8228 19034,'-41'29'618,"0"0"0,0 0 0,0 0 0,-2 1 1,3 0-1,5 2-618,9 4 0,5 2 0,5-1-923,3 0 1,7-2 911,8-2 0,6-2-12,6-3 1,5-4-141,9-3 1,4-3-258,8-3 0,3-3 33,2-2 0,2-2 90,1 0 1,-1-2 178,-2 0 0,-1 1 168,4 3 1,-4 1-51,6 9 2578,-24 32-2180,-56-16 0,-15-1-303,5 2 1,-3-1-386,1-8 1,-4-2-1,3-2 290,-5-1 0,3-4-56,5-4 0,3-2-1325,6-3 0,3-5-2686,0-17 4148,25-21 0,7 8 1,10-3-1</inkml:trace>
  <inkml:trace contextRef="#ctx0" brushRef="#br0" timeOffset="102750">23041 7989 19379,'-4'43'114,"-1"0"0,1 0 1,0-1-1,1 1 1,1-3-1329,-1 13 1,1-2 1213,1 0 0,1 2-269,0-7 0,0 2 0,0 0-1136,0 1 1,0 0-1,0-2-616,0-4 1,0-2-1,0-2 1791,1 9 0,-2-12 1237,-3-26 1828,-4-37-515,-4-22-1167,0-6-699,7 25 0,2 0 993,0-17-763,2 0-415,1 3-90,6 7 3214,6 6-3337,29 10-12,-1 9-10,17 15-23,-13 20 0,-19 7 1,-2 4-12,-8-7 0,-3 3-40,2 17 1,-4 0-28,-8 0 67,-11 6 438,-3-31-483,-14-7-56,7-8-426,5-35 1,5-13 453,14 7 0,4-2 73,-3-19 0,5 0-127,8 13 1,7 5 126,5 3 0,2 3 17,-8 8 0,1 2-51,8-7 1,0 2 55,14-3-55,-1 4 66,-3 6-66,-5 6-35,3 4-55,-16 5 101,-3 2 22,-17 2 11,-4 0 258,-2 0 129,0 5 152,-20 24-259,1 4-174,1-6 1,-1 1 16,-13 21-359,5 3 236,3-2-11,8-5-79,3-2-145,8-20-392,1-4 201,4-16 314,6-2 101,5-11 406,7-7-327,6-17-57,2-9 56,3-9-106,-15 23 0,0 0 207,0 2 0,1 0 180,11-21-158,-4 12-248,-3 13-32,-7 11 180,6 15 56,-6 24 0,-2 8-134,10 10-18,-9-3 1,-2 0-17,1-4-169,-3-11-190,2-13 482,7-45 179,-3-3-174,-3-1 1,0-3-108,-4 5 1,0 0 185,-1-2 0,1-2 5,1-2 1,-1-2-1011,1 2 0,1-3 0,0 3 960,0-5 0,1 1 60,4-18 1,-1 6-212,-2 19-57,5 31 170,-7 43-96,-2-4 0,1 3 56,-2 1 1,0 1-876,0 17 1,-2 0-415,-1-15 1,0 0-337,-1 9 0,0-3 847,-1 2 705,0-10 0,0-20 0,0-6 0</inkml:trace>
  <inkml:trace contextRef="#ctx0" brushRef="#br0" timeOffset="103595">24020 8490 13756,'-40'2'3356,"0"0"0,-17 1-3356,45-2-11,21-4-1,13-11 12,19-8-67,-15 6 0,3-3-180,16-9 1,1-2-249,-12 8 1,-1-2 488,9-6 1,-2 0-1,-17 9 1,-3 0 128,-1-8 0,-4 0-34,2-13 202,-14-17-246,-15 33 123,-10 2-112,-6 19-34,-2 4 829,-10 27-829,13 0-11,-1 25-11,19-5-22,5 0-90,7-3 112,13-3 128,10-6-94,12-2-1,3-3-231,1 0 209,-5 2 11,-6 4 12,-8 5 50,-14-7 0,-4 2-73,0 21 73,-9-19 1,-4-1 27,-16 12 0,-17-6 22,-7-6-22,15-19 0,-1-3 23,-9 3-135,-5-5-124,34-16 155,9-45-177,17-8-95,0 6 0,3-5-1007,6 1 1,3-1 993,-5 15 0,1-1 0,0 0 149,1-3 0,2 1 1,-1 0 104,0 1 0,0 1 0,0 0-4,-1 4 0,-1 0 1,0 3 14,6-9 0,-1 3 6,-7 10 0,0 2 230,7-7 402,-12 18-22,-8 9-178,-3 8-326,-2 1 34,2 20 1991,0 6-2114,4 22-34,1-1-67,4-2 33,4-5 23,3-11 11,6-8-101,2-10 34,4-7 11,11-14 157,-10-6-34,8-17 22,-20 4 1,-2-3 184,0-2 1,0 0-129,-1 0 0,-1 2 112,7-17-23,-15 33 78,-2 9-44,-2 22-703,-3 16 0,-2 17 0,-1 9 0,0 4 0,0-4 449,0 1 1,0 0 0,0 1-1,0 2 1,0 2-53,1-9 0,0 4 0,-1 1 1,1 0-1,0-1 0,0-1 0,-1-3-233,1 6 1,-2-1 0,1-3 0,1-3 0,0-6 37,1 1 0,1-6 0,-1-6-395,-5 17-684,-6-20-1725,-8-17 3036,-32-18 0,30 0 0,-18-6 0</inkml:trace>
  <inkml:trace contextRef="#ctx0" brushRef="#br0" timeOffset="104274">21497 10341 22956,'27'37'190,"26"-31"-162,-17-15 0,8-9 0,2-3 0,0-1-1175,0-1 0,1-3 0,1 0 0,1-1 1147,-5 3 0,0-1 0,1 0 0,1-1 0,-1 0-9,1 0 0,0-1 0,0 0 0,2-1 0,2-1-60,-6 3 0,3-3 0,1 0 1,1 0-1,-1 0 0,-1 1 1,-3 1-362,7-2 1,-4 1-1,0 1 1,0-1-1,2 0 293,-1 0 1,2-2 0,1 0 0,-1 1 0,-2 1 0,-4 3-217,2-1 0,-3 3 0,-2 1 0,-1 1-156,10-6 0,-2 2 1,-2 0-79,-5 5 1,-2 0 0,-2 1-216,6-3 1,-6 2-1406,-7-5 683,-57 28 0,-18 7 1524,-1 3 0,-3 1 0,-4 1 0,3 1 0,20-4 0,-1 0 0</inkml:trace>
  <inkml:trace contextRef="#ctx0" brushRef="#br0" timeOffset="104562">21427 10131 18022,'51'-24'150,"0"0"1,0 1-1,0-1 1,2 0 0,0 0-1,0-1 1,-1 2-805,-5 1 1,0 0-1,0 0 1,4-1 727,-5 2 1,3 0 0,2-2-1,0 1 1,-2 0 0,-2 2-589,9-4 0,-4 1 1,0 0-1,3 0 516,-3 0 0,3 0 0,0 0 1,-1 1-1,-2 1-2,-1 0 0,-1 2 0,-2 0 0,-2 1 71,4-1 0,-1 1 0,-3 0-344,-2 2 1,-2 0 0,-5 2-715,18-7 428,-49 18-808,-25 2-751,-13 1-2678,-25 4 5026,23-1 0,2 1 1,-8 1-1,7 1 0</inkml:trace>
  <inkml:trace contextRef="#ctx0" brushRef="#br0" timeOffset="118438">16694 8841 18698,'4'-37'907,"0"1"1,-1 2-1,0 7-67,0 11-212,-2 6-168,0 4-270,0 4-190,-1 2-157,1 24 157,4 34-1246,-1-7 0,0 8 1261,1-9 0,-1 4 0,1 1-1,-1-9 0,1 1 0,-1 1 0,1 0-14,0 1 0,0 0 0,0 1 0,1 0-636,0-1 0,1 0 0,-1-1 0,1 0 630,1-3 0,-1 0 1,1-1-1,0 0 2,2 10 1,1 0-1,0-2-266,-1-4 1,0-1 0,-1-1 149,-1-5 1,0-1-1,-1-2-20,0 11 0,0-4 0,-4-7 0,-1-3-51,0 18 23,-12-18 124,-4-13-57,-13-12-112,-4-7 157,-3-19 1554,-3-12-1448,10-13 1,2-8-18,5 9 1,1-2 873,3 4 0,0-3 1,1 3-880,1-2 0,3 3 771,1 6 1,1 3-621,-3-8-43,7 19-136,2 12-225,4 30 247,12 17 6,-4-6 0,2 5-346,4-2 1,2 2 0,1-1 317,2 3 0,2-1 56,4 9 1,1-6-57,7-5 256,5-17-144,-9-10-101,8-25 34,-6-17-34,-14 2 0,0-4-398,1-6 1,-2-4 386,0-3 0,-1-2-404,-4-1 1,-2 1-650,-2 3 0,-2 3-2264,0-17-3395,-19 26 6712,-14 45 0,7-8 0,-4 20 0</inkml:trace>
  <inkml:trace contextRef="#ctx0" brushRef="#br0" timeOffset="120684">15728 11905 22339,'-59'-3'493,"11"29"-319,41 18 0,8 9-1121,-4 5 0,-1 1 1031,2 1 0,-1-1-62,2-2 1,-1-2 33,-1-7 0,6-1-165,17-1 1,9 1 0,-2-8-66,-9-10 1,2-5-29,30 15 1,2-17 127,-10-56-66,-19 7 0,-3-5 118,0-3 0,-2-3-42,0-3 0,-2-1 75,-2-1 1,-1-1-12,-2 4 0,-1 0 72,-2 5 1,-2 2-39,1-16 381,-4 16 425,-3 14 564,-1 11-1292,0 5 194,-2 3-328,1 5 607,-1 11-597,2 14 1,0 14 0,7 6-3605,7-1 2978,10-7-677,9-10-198,5-9 398,2-10 152,4-6 661,-2-5 279,-4-10 46,-9-6 3259,-10-10-2991,-9-6 954,-10 0-1,-15 1 235,-34-2-1020,-1 13-201,14 8 0,0 4 22,-16 3-56,4 7-190,1 15-57,20 1-39,5 13 40,35 18 11,10-11-6,-2-12 0,4-2-62,1-9 1,2-4-259,3-2 1,2-3 39,1-2 1,0-3-7,2-5 1,-1-3 83,1-3 1,-1-5 184,8-14 0,-2-5 51,-12 5 0,-3-1 72,4-9 1,-4-1 168,-8-13 515,-10 5-156,-4 7-315,-3 8 102,0 9 21,0 8-156,0 7-280,0 6-56,0 15 67,2 13 11,6 22-6,-3-19 1,1 0-274,2 2 0,1 0 296,0-3 0,0-1-28,8 18 0,-3-13-135,-1-10-10,-5-13 55,-2-5 79,-4-19-101,-1-13 112,1-10 0,-1-3-23,1 7 1,0 0 50,0-13 0,1 2-28,2-10 548,2 14-548,-2 11-180,-2 16 113,-1 6-22,2 14 89,3 9 11,6 13 0,4 9-22,3-1-79,3-3-179,2-9-773,11-7 829,-10-9 135,5-4 78,-15-8 56,-4-7 78,-4-9-134,-3-9 191,-3-4-102,-1 0 236,-1 5-90,0 9 124,0 6-280,0 8 78,0 3-583,0 1 404,8 3-23,3 4 90,12 3-90,1-2-68,5-3 1,2-8 56,2-11 34,-1-11 61,-11-3 0,0-4-6,-4-3 1,-1-2 61,2-2 1,-2 2 117,1-14-213,-9 28 67,-3 36 202,3 29-73,-2-4 0,2 5-587,-2-5 0,0 3 1,0 1 412,1 5 1,-1 2-1,0 0-878,1 2 1,-2 1 0,1 0 885,-2-2 0,0 0 0,0 0-30,-1-4 0,-1 0 0,0 0-498,1 4 0,-2 1 0,1-5 509,0 2 0,0-4-72,0 3 0,-1-7 72,0-13 647,0-15-714,-1-8 2198,0-8-2389,-6-17 236,-6-20-6,2 9 0,-1-3 961,-1-6 1,0-4-938,1-1 1,1-4 0,0 2-764,-1-6 1,2 1 755,1 9 0,1-2 0,1 6 23,-1-19-34,4 21 11,2 22-90,1 10-44,0 6 447,8 5-246,9 8 1751,14 9-1829,6 6-723,-3-12 0,1-3-73,7 2 527,-10-11 0,-3-8 89,-9-19 1,-5-7 190,-4 3 0,-1-3-168,2-15 1,-3-3 200,-5 10 1,-3 1-29,0-2 1,0 1 89,-1 3 1,0 2 486,-5-23 12,-2 18-34,-5 19-179,0 11-291,-1 11-22,0 14-113,0 15 90,2 20-68,5 8 23,4-30 0,2 0-45,7 24-146,8-11-537,11-12-202,11-15-33,3-7-12,6-22 145,-1-15 690,-22 5 0,-1-4 192,-2-5 0,-3-5 4,-4-2 0,-2-5 0,-2 1-522,0-10 0,-2-2 645,-2 6 0,-1-2 1,-1 1-454,-4-9 0,-3 2 587,1 16 1,-1 1 0,-1-1-57,0 1 1,-1 0 0,-1 1 263,-3-17 0,-2 2-259,2 8 1,0 3 67,2 8 1,1 4 263,-3-8-52,4 20-408,4 12 657,1 12-763,7 21 0,5 11-17,0 2 0,2 5 0,0 1-412,1 2 0,0 1 0,1 1 395,-2-6 0,1 2 1,0 0-1,-1-4 6,-1 1 0,0-2 0,0-1-650,5 18 0,-1-1 185,-1-4 1,-2-1-226,-2-6 1,-1-2-73,-3-6 0,-2-1-638,1 19 268,-4-16 34,-2-13 314,-1-9 425,-3-9 135,-2-4 2592,-4-3-2200,-1-1 1302,-1 0-989,1-5 1,1-5-56,3-8-11,3-8-147,2-7 91,5-6 179,7 5 0,2-1-12,10-17-504,-4 17 1,3 2 123,11-8-79,2 11-67,0 14 56,1 8-112,0 18 34,-1 11-2981,-7 17-2116,-7 13 5119,-10 3 0,-6-22 0,-4-8 0</inkml:trace>
  <inkml:trace contextRef="#ctx0" brushRef="#br0" timeOffset="120809">18447 11841 16846,'-36'-45'-547,"0"1"0,6 10 0,7 6 1,14 11-1</inkml:trace>
  <inkml:trace contextRef="#ctx0" brushRef="#br0" timeOffset="121517">18872 10901 22518,'-18'5'258,"5"24"-191,15 10 1,4 8-1185,0 7 0,2 2 1132,-1-16 0,1 2 0,0 0-15,0-1 0,1 0 0,0 1-449,3 11 1,-1 2 0,0-2-236,0 4 1,-2-1 160,-2-11 0,0 0 0,-2-3 152,-2-4 0,-3-4-760,-1 22 1019,-16-5 112,2-25 190,-17-5 853,9-39-113,4-30-213,8-11 43,11 19 0,4 0-418,3 8 0,1 1-374,4-2 1,3 2 513,3 2 0,2 2-146,1 2 0,2 3 23,24-15-67,0 12-236,-3 10-45,14 16-11,-15 19-274,-15-5 0,-3 5-538,-7 4 0,-2 4-628,-1 1 0,0 0-196,-2 2 0,-1-1 1696,1 3 0,-2-3 1,1 2-1,-1-4 1</inkml:trace>
  <inkml:trace contextRef="#ctx0" brushRef="#br0" timeOffset="121636">19381 11490 17364,'-30'-37'-1050,"-1"0"1,4 4-1,7 2 1050,19-12 0,2 24 0,3-7 0</inkml:trace>
  <inkml:trace contextRef="#ctx0" brushRef="#br0" timeOffset="122157">19708 11121 19897,'9'0'3988,"-2"0"-3809,8 26 1,1 11-12,6 7-153,1-3 0,4 9 0,-2-7-15,-7-13 0,-1-3 0,10 14 0,-2-5-123,-5-16-449,0-8 393,-9-6 179,0-5 78,-5-36 1,-3 0-68,0 2 0,0-2-11,-1-21 78,3 4 34,-1 9-11,7 3-55,-4 18-46,4 2-46,7 17 69,2 2 11,13 11-34,1 5-11,5 9-46,2 2-649,-2-5-347,3-5-281,-2-8-110,17-18 1253,-17-11 191,-15 4 0,-4-5 168,-9-13 0,-5-1 448,3-20-78,-6 19 0,-3 2 358,-7-4-190,0 13-112,-5 10-213,2 10-201,4 5-113,1 6-45,1 11-22,1 38-89,3-3-153,4-15 1,4-1-1921,16 14-2555,15-4 4717,-13-24 0,0-2 0,2 3 0,0-6 0</inkml:trace>
  <inkml:trace contextRef="#ctx0" brushRef="#br0" timeOffset="123196">21427 11117 22664,'34'49'319,"-1"-1"0,-11-14 1,0 1-1,-4 0-280,1 18 1,-3 1-2610,1 1 1,-1 0 2580,-3-2 1,0-1-12,-2-4 0,-1-2 512,-3-5 0,-2-2-591,-1-6 0,-1-3-369,-1 18 640,-2-16-775,-1-12-55,-6-11 582,-5-6 2869,-9-14-3363,-6-13 331,5-16 1,3-8 212,5 8 1,2-2-146,2 2 1,1-3 0,1 1 155,4-8 1,2 2-1,0 1 1,3-2-6,4 8 0,3-1 0,0 3 17,1-3 0,2 2 22,7-8 0,3 5-39,12 4-78,1 15-46,15 18 208,-25 21 0,-2 10 17,4 17 0,-3 6-208,-8-10 0,-2 1 107,-4 8 0,-3-6 826,-2-16-893,-2-13-12,1-5-55,-1-7 67,0-4 11,2-10 45,1-13-1,4-18 12,1-10-293,-4 24 1,1 0 280,0 0 1,1-1 11,0 2 0,1 0 73,6-6 0,0 1 106,7-8-179,7-3-90,-7 32-111,-5 7 178,7 11 965,-3 14-830,5 13-67,0 14-45,0 0 11,-3-1-44,-4-10-91,-1-6 35,-7-14 10,-2-4 57,-4-9 22,-1-1 45,1 0 112,3-9-79,2-6-44,4-14 66,2-8 1,2-2 0,1 1 124,2 1 357,8 0-492,-6 14-90,3 3-112,-11 17 112,-1 2 0,1 10 22,2 7-22,-2 12-1345,1 6-839,-5-2-618,-2-2-1836,-5-7 4638,-2-11 0,-2-6 0,0-6 0</inkml:trace>
  <inkml:trace contextRef="#ctx0" brushRef="#br0" timeOffset="123286">22524 10897 9196,'0'0'0</inkml:trace>
  <inkml:trace contextRef="#ctx0" brushRef="#br0" timeOffset="123657">22889 10632 22260,'-28'33'15,"0"-1"0,4 1 0,4 1-26,11-5 0,4 0 56,-2 31-90,11-24 0,4-2-526,9 12-550,18 0 281,3-31 268,6-9 516,1-11 34,-15-10 0,-1-5 156,12-15-112,-16 7 1,-4-3 403,0-15 347,-10 13 0,-1 0-157,3-15 11,1-6-167,-7 29-191,-3 11-179,-1 7-79,-2 4-22,-1 3-146,1 4 135,2 9 22,3 11-1804,3 16-1603,0 5-3809,-4 0 7216,-1-9 0,-4-16 0,0-10 0</inkml:trace>
  <inkml:trace contextRef="#ctx0" brushRef="#br0" timeOffset="123806">22915 10431 16299,'-33'-4'-1967,"0"1"1,-7-4 0,43 7 0,10 0 0</inkml:trace>
  <inkml:trace contextRef="#ctx0" brushRef="#br0" timeOffset="124486">23404 10445 17375,'3'1'2970,"0"0"-740,-3-1-1793,5 78-359,3-27-89,-3-4 0,1 0-23,10-6 56,-6-29 23,2-4-45,-5-7 23,0-1 33,2-8 0,2-12 44,6-14-88,4-11 10,-3 15 0,2 1-22,1 4 0,1 3 0,21-18 23,-3 22-23,-12 14 33,3 4-33,2 7 12,7 1-12,1 7-62,-11-8 0,0 0-173,15 0-168,9-1 223,-22-17-33,-3-8 213,-3-16 0,-4-8 45,-4-7-577,-6-3 532,-4-2 0,-5 4 100,-1 10-21,-2 13 179,0 13-180,0 9-78,0 6 0,0 16 68,-3 12 122,0 25-178,1-22 1,0 2-13,0 1 0,1 0 6,0-1 0,3 0 5,3-4 0,4 2 17,10 11 0,3 0-23,-2-8 1,1 0-697,8 13 1,-1 2 695,-9-10 1,-3 1-6,-1 2 0,-2 2-381,-2 2 1,-3 0 386,-1-1 0,-4 1 66,-7 14 1,-5-1-23,-1-18 1,-2-2 44,-6 9 0,-3-5 107,-17-6-10,-2-14-69,15-21-123,5-24 0,15-25 17,6 11 0,3-4 93,4-7 0,2-2-251,4-6 1,2-1-152,-3 17 1,0 0 0,1 0-408,0 0 1,0 0 0,0 1-1476,6-16 1,-2 1 2173,-3 7 0,-2 4 0,3-6 0,-9 20 0</inkml:trace>
  <inkml:trace contextRef="#ctx0" brushRef="#br0" timeOffset="126943">16863 13624 17591,'4'53'237,"0"0"1,1 0-1,0 2 1,2 1 0,2-1-220,3-3 1,3 0 0,0-1-1293,-1 1 1,1 0 0,0-1 1265,1-4 1,-1 0 0,0-1-1,-1-5 1,0-1-1,0-2 360,5 13 0,0-4-873,-3-9 0,-1-2-935,9 16 1058,-8-20-398,-8-17 1045,-4-9-876,-17-20 381,-6-12 246,-14-24 253,15 17 1,1-5 0,0 0 695,-2-9 1,2-3-771,2 5 1,-1-3-1,4 1 112,2-9 0,3 2 23,1 0 0,2 0 67,1 2 0,4 1 101,9-4 1,3 3-427,-6 18 0,3 4-51,5 0 1,3 7 16,3 14 12,0 28 67,1 13-6,-10-4 0,-1 2 556,0 3 0,-1 1-646,-2 0 1,-1 1 0,-2-2 0,-1-1 72,0 26-11,-4-12 780,-3-10-824,1-14-46,-2-10-44,2-8-336,1-4 235,1 0 579,0-9-388,0-10 22,1-15-34,2-12 39,3 8 1,2-1 61,-2 10 0,1-1 145,3-7 1,1 1 78,4-2-190,-3 9-146,-1 12-22,-3 8-180,3 6 202,25 21 11,1 8 22,-8-3 1,-1 2-34,-3 1 0,-1 2-273,-2-1 1,-1 0 64,-1 0 1,-1-2-375,13 20-875,-1-3 1121,-12-20 280,0-3 191,-15-17 77,0-4-111,-4-12 377,0-11-243,0-15 0,0 4 1,0-1 11,1-20-46,2 19 1,3 3 78,7-4-101,8 8-179,4 15 0,1 6 23,6 15-23,4 15-336,2 14-634,-19-10 1,-1 3-2415,3 11 0,-3 0 3384,5 16 0,-4-4 0,-15-35 0</inkml:trace>
  <inkml:trace contextRef="#ctx0" brushRef="#br0" timeOffset="127058">17872 13971 17218,'-36'-30'-549,"1"-1"0,4 5 0,5 7-4235,12 14 4784,7 5 0,5 0 0,2 0 0</inkml:trace>
  <inkml:trace contextRef="#ctx0" brushRef="#br0" timeOffset="127464">18269 13620 20574,'-29'39'-79,"1"1"1,9 14-1,12 0-229,16-19 0,6-2-387,7 12 0,5-3-67,-2-18 0,2-5-179,1-3 0,2-3-449,0-4 1,1-5-275,0-3 0,-1-4 331,1-6 0,-1-5 1333,0-3 0,-3-6 1580,6-20 0,-6-7 1237,-9-2 1,-4-3-1681,1 1 1,-8-1 509,-22-4 1,-10 5-1301,6 27 0,-3 3-73,-14-5 1,-2 5 229,-14 8 233,-6 9-748,26 16 25,4 14-25,36 22-168,3-14 0,4 2-1361,8 4 0,4 0 5,7 1 0,4-1-1132,3-3 0,4-3 2667,3-4 0,-1-4 0,-19-9 0,-2-2 0,19 2 0</inkml:trace>
  <inkml:trace contextRef="#ctx0" brushRef="#br0" timeOffset="128581">19283 13086 21555,'11'55'75,"-1"1"1,-2-15 0,1 1-1,0 1-79,4 3 1,0 2-1,0-2 4,-2-5 0,0 0 0,1-4-151,4 1 0,2-5-331,10 7 179,10-7-44,-6-27 67,2-10 33,4-10 12,1-9 202,0-9 33,-13 10 0,-2 2-45,9-7-213,4 1 493,-27 50 191,-15 10-253,-3-1 1,-4 3-220,-4-1 0,-2-2 354,-2 2 1,-1-2-40,2-4 0,-2-1-124,-2-3 1,1-2-79,-5 2-56,4-7-11,19-16-280,4-10 269,7-13 69,9-19-484,2 2 0,5-8 1,-1 3 425,-1 0 0,1-1-250,1-3 1,2-4-1,-2 5 267,-6 6 0,-1 4 44,0 0 1,-1 2 156,-2 3 1,0 1 53,10-15 164,-6 13-391,-6 16-101,-3 9 56,-3 21 224,2 14-140,1 9 0,1 4-84,-2-11 0,2 0-6,3 12 1,1-3-62,8-1-437,2-11 504,1-12-694,0-8 969,8-15-275,-8-12 56,2-18-45,-13-13 73,-9 21 0,0-2 258,-2-16 0,0 0-314,-1 14 0,0 1 207,-1-7 1,0 4 313,0 5-11,0 15-605,0 8 22,2 12 45,4 11 0,6 15 22,5 12-56,0-8 1,0 0-213,11 15-76,-8-20 0,1-3-631,9-6 393,2-11 426,0-7 100,-1-14 23,5-26 112,-13-3-40,-10 12 1,-3 0-51,-1-17 236,-4-1 21,-1-4-204,4-1 216,3-2-56,7 1-22,5 1-12,5 2-67,2 9-123,-2 7 101,8 11-179,-9 11 78,6 18 84,-14 18 0,-3 8-62,-1 12 0,-2 3-1020,1 1 1,-1 0 980,-5-1 1,-3-5-29,-2 0 276,-2-16-130,-1-12 75,-3-8-42,-7-11 68,-5-14 279,-9-18-251,12 7 0,0-3-456,0-7 1,2-4 315,0-6 0,2-2 127,2-7 0,2 0-225,1 19 1,1-1 0,1 1 1,0-19 1,2 2-289,2 7 0,1 4-300,-1 9 0,0 4-2914,6-6-5926,-5 22 9434,-3 29 0,-1-8 0,0 11 0</inkml:trace>
  <inkml:trace contextRef="#ctx0" brushRef="#br0" timeOffset="129520">21758 12960 9017,'-4'7'-443,"2"-2"0,2-5 0,0 0 1</inkml:trace>
  <inkml:trace contextRef="#ctx0" brushRef="#br0" timeOffset="130669">21750 12753 20367,'3'-27'1109,"6"15"-504,9 43 1,4 21-444,-2-8 1,1 7-457,-5-10 0,1 6 0,2 3 0,0 2 0,0-2 289,1 0 1,1 1-1,0-1 1,-1 0 0,0-1-298,0 4 1,-1-1-1,-1-1 1,1-1 34,1-1 1,1 1 0,-1-5 0,-6-11 462,0-2-398,-7-16-314,-30-57 510,7 1 1,0-5 16,-4-4 0,1-5 122,5-1 1,3-6 0,2 2-123,4 5 0,1 2 1,3 0 203,0 1 1,3 0 0,0 1-201,2 6 0,0 1 0,4 5-15,5 7 0,3 5-11,16-12-360,13 18 259,-15 22 112,3 20 112,-23 18-34,-8 16-11,-15-14 0,-4 0-28,5-11 1,-3-1 180,-14 12 0,-2-4-197,-1-10-102,4-4 43,19-25-603,15-18 223,11-14 29,10-10 1,5-5 134,-6 10 0,3-1 64,4-6 1,4-5 0,0 3 261,-4 10 1,0 2 0,0 2 44,-4 2 1,-1 0 0,2 8 98,9 2 1,-5 16 240,-12 33-353,-14 3 1,-6 5-1,-5 9 1,-5 1-73,1-8 0,-1-1-57,0 0 1,-1-3-304,-5-1 136,11-24 89,10-22 562,5-7-439,2-12 1,2-3-23,-5 7 0,1-2-12,2-10 1,1-4 140,1-9 0,-1 2 269,-2 15 0,0 1-79,4-12 0,1 6-285,0 11-34,-5 19-34,-9 10 191,26 47-1019,-5-1 464,-6-11 0,3-1-1249,10-6 0,3-8 1041,-5-18 1,0-4 521,8 0 0,-2-5 84,-6-10 0,-6-5 224,2-20 617,-10-8 334,-8-3 371,-13-4-224,-13 13 1,-10 1-1070,1 14 1,-5 1 0,-4 2-1142,-13-3 1,-6 1 0,1 4 883,6 5 0,0 3 1,-1 5-27,0 4 0,-1 5 0,4 4-793,1 6 1,4 6-467,4 1 1,3 5-3435,6 15 0,5 3 4723,2 15 0,9 0 0,17-35 0</inkml:trace>
  <inkml:trace contextRef="#ctx0" brushRef="#br0" timeOffset="131096">23167 12232 20020,'0'-10'2509,"0"2"-1959,0 8-606,0 0 11,-1 8 123,21 39-78,-7-14 0,3 1-751,13 15 1,5-2 83,-6-13 0,3-7 611,6-12 0,-1-12 146,1-22 56,-2-27-146,-26 1 224,-5-6 896,-2 7 1,-2 0-628,1-6-337,-1 14 1,0 4 123,0 17-145,0 8-158,0 4-178,0 2-1042,0 14-3049,15 28 302,0-14 1,3 1 3989,2-2 0,1-1 0,14 8 0,-16-28 0</inkml:trace>
  <inkml:trace contextRef="#ctx0" brushRef="#br0" timeOffset="131641">23843 12116 21326,'-26'-26'-12,"0"1"1,-16-17 746,42 54-802,0 36-1076,0 1 364,1-11 1,2-1-930,8 15-931,5-27 0,6-4-4095,34-4 6734,0-17 1255,-28-12 1,-4-6 862,-8-13 0,-5-3-426,3-20-830,-9 18 1,-1-1 650,-4-17-101,0 0 347,-6 18 0,-2 1-975,2 0-560,-9-6-336,12 45 34,3 30 112,8 1-46,0 0 1,4 2-157,19 11 69,5-5-69,-5-23 224,-10-17-56,-5-13 90,4-29-90,0-4 28,-1-3 0,3-1-28,-8 16 0,1 1-17,3-9 0,2 2-667,7-5-526,-12 21-2510,-7 38-34,-23 15 1,-8 6 3753,4-1 0,0-1 0,-3 1 0,0-5 0,-1-7 0</inkml:trace>
  <inkml:trace contextRef="#ctx0" brushRef="#br0" timeOffset="132125">24090 11622 16961,'47'-18'0,"0"-1"0,-3 0 0,-7 9 0,-8 20 795,6 28-66,-10 4-539,-10-11 1,0 2 49,-3 4 1,0-1-168,0-6 0,0-2-50,10 26-23,-4-28 112,-6-21 22,2-5 57,5-15-180,8-16 78,-1-13 1,1-7-85,-3 9 1,-1-1-406,-1 3 1,0-2-1,-1 2 456,2-2 0,-1 2 129,-1 4 0,0 2 543,0 2 0,0 4-111,5-2-595,-4 15 622,-8 54 0,-4 20-537,-3-15 0,0 2-767,1 9 0,1 7 1,-1-2 677,-2-13 1,-2-1 0,1 2-8,0-1 0,1 4 0,0 0 0,0 0-94,-1-3 1,0 0 0,0-1-1,-1 0 49,4 13 1,-1 0-1,-4-3-934,-4-5 0,-3-2 1,-4-8-2428,-16 10 439,2-27 0,-4-7 2956,-22-19 0,21-1 0,3-7 0</inkml:trace>
  <inkml:trace contextRef="#ctx0" brushRef="#br0" timeOffset="132281">24802 11211 18944,'2'-3'2096,"0"0"-6949,-2 3 4853,-15-5 0,11 4 0,-11-5 0</inkml:trace>
  <inkml:trace contextRef="#ctx0" brushRef="#br0" timeOffset="134248">17918 16074 20457,'-54'5'338,"1"-1"1,15 13 0,2 8 0,8 6-261,12 6 1,8 6 0,1 0-971,-3 0 0,0 1 0,3-2 880,-2 13 1,11-4-136,19-11 1,5-6 23,1 0 242,11-17 0,0-11-119,-8-27 140,-5-16 0,-4-3 576,-7 9 1297,4-24-1979,-18 55 663,4 0-708,19 6-253,10-2 0,5-2 46,-8 1 0,1-2 44,15-3 0,-1-6-218,9-15 173,-29 6 1,0-5 167,5-11 1,-2-5 89,-4-2 1,-3-2 145,0-6 0,-3 1-6,-8 13 0,-2 3 168,-3-6-347,-5 29-481,4 18 481,14 42-11,1 2-936,-1-4 0,-2 1 173,-11-20 1,-3-2 1300,-3 8 268,-20-49 1,-6-16-286,4-4 0,0-7-521,1 1 1,-2-7 0,0-2-1,1 1 184,2 2 1,2-1 0,0 0 0,1-1-163,-3-5 0,1-1 1,0 0-1,2 3-176,0-3 1,1 3 0,5 5-604,1-1 1,12 16 729,36 42 1,7 13 0,-16-11 0,12 14-1,0 0 1</inkml:trace>
  <inkml:trace contextRef="#ctx0" brushRef="#br0" timeOffset="134635">19353 15673 20210,'-31'48'485,"0"0"1,3-4 0,10-3-542,28 1-67,3-6-460,6-8-728,4-8 1311,-8-15 213,6-18-11,-7-20 414,4-19-163,-8 22 1,-1-1-307,-1-1 1,1 1 502,7-27-269,-4 14-258,-1 13-202,-3 17-55,5 7 123,7 13-23,14 8-503,13 11-612,-19-10 0,3 2-3764,15 5 0,3-1 4964,-13-8 1,-2-2-1,1 3 1,-3-3 0,-7-10-1</inkml:trace>
  <inkml:trace contextRef="#ctx0" brushRef="#br0" timeOffset="136117">19987 14887 23155,'13'45'40,"0"-1"0,0 1 0,0-3 1,0 1-1,2-4-74,9 5 1,2-2 144,-3-3 0,2 0-1377,8 18 1,6-19 1205,-8-50 0,4-18 0,0 2 929,13 6 0,-3-5-881,-14-12 1,-4-10 0,0 7-3,5 0 1,-3 18-929,2 37-414,16 10-543,-20-4 0,-2 1 1641,1 0 378,7 3 463,-35-22 381,-10-8 212,-8-2 23,-5-6-201,0 2-349,3 2 170,1-3-819,11 0-11,4-10-17,18-2 0,6-1 16,12-18 6,-3 12 0,3 2 6,-8 9 0,1 4-78,6-1 0,-1 2 55,8-2-100,4 5 201,-16 41 12,-7 9-90,-6-3 0,-1 4 17,-3-3 0,0 1 27,-1 0 1,1-1-40,-1-3 1,1-1 6,8 24-68,-3-25-336,3-6 380,-8-20 12,3-14 56,0-34-56,-3-4 28,-1-8 0,-1-2-5,0 1-23,-2 16 0,1 4-112,3 11 78,-2 13-111,4 5 89,1 8-12,4 1 35,7 5 33,4 6 45,4 7-45,2 2 0,0 0-493,-1-5-516,7-6 1009,-18-5 224,3-3-11,-20-9 392,-2-16 101,0-15-504,-1 0-146,1-1 11,-1 13-56,1-1 23,14-10-124,13 5 56,5 2-33,8 11 45,-9 11-45,0 2-449,2-1-358,-2-2 157,-1-5 67,-4-3 381,-3-5 269,-5-4 325,-7-21 628,-6 19 167,-10-12-694,-5 29-112,-7 5-79,-1 5-111,-15 29-124,13 3-46,5 9 1,2 3 45,6 13-28,3-20 0,4-1-184,16 11 122,-4-19-44,15-5-23,5-21 190,-7-11 46,17-22-57,-20-2 23,7-16-45,-11 6 11,4 0-11,2-1 34,3 4-68,2 6-44,3 9 11,-1 9-45,4 9-12,-1 6 35,0 9 55,-4 9 34,-3 9 0,-6 10 45,-6-3-45,-5-2 0,-5-8 78,-3-9 113,-1-6 145,-1-4 314,0-2-370,0-6-123,-1-12-157,-1-15 0,1-18 5,0 21 1,0-1-1,1-1 1,0 0-6,2 0 0,0 2-156,5-22-1391,3 14-996,-1 13-3542,0 14 6085,1 10 0,-5 1 0,1 3 0</inkml:trace>
  <inkml:trace contextRef="#ctx0" brushRef="#br0" timeOffset="136838">23079 13983 19000,'0'-6'2118,"0"2"-1300,0 4-639,0 81-146,5-43-660,-4 13 0,3-1 616,8-15 267,0-7-323,3-8-213,2-6-247,4-8 258,6-3-45,5-11 12,6-9 145,-1-12 1088,-1-11-931,-5-3 101,-5-2 28,-11 12 0,-2-2 39,3-13 67,-6 17 1,-2 3 335,0-2-280,-2 11-224,-2 8-67,-1 6-22,-2 4-113,1 1-167,0 0 246,4 6 56,16 23-34,-1-2-44,14 18-695,-5-17 123,0-7-347,13-9 941,-10-8 56,8-15 22,-17-8 90,-4-11 1513,-8-21-874,-7 11-225,-9 7 0,-9 1-302,-18 3 1,-5 5-438,-14-8 89,12 19 1,3 10-840,11 26-818,11 10-46,6 4-985,3 0-5525,5-7 8337,10-9 0,-7-10 0,7-7 0</inkml:trace>
  <inkml:trace contextRef="#ctx0" brushRef="#br0" timeOffset="137221">24034 13415 17913,'-31'1'5,"1"-1"1,-19 10-6,43 23 0,3 2 79,14 0-68,9-3 17,5-11 0,6 0-11,0-1 0,1-2 0,1 1 0,-2-1 50,16 11 482,-28-10 1949,-30 5-2072,-14-1-314,-1-8 0,-2-2-188,-2-2 0,-1-2 81,0 0 1,0-1-17,-22 1-515,14-5-3408,19-17 696,30-14 0,10-6 572,-4 0 0,4-3 2666,3-1 0,4-3 0,-4 5 0,-5 8 0,-2 2 0,13-21 0</inkml:trace>
  <inkml:trace contextRef="#ctx0" brushRef="#br0" timeOffset="137402">24300 13046 22916,'17'-37'448,"1"24"-336,-6 55-56,-2-11 0,0 2-40,2 5 1,1 2-649,0 2 0,1 0 632,0 0 0,0 0-482,-1-1 1,-1-1-763,0-4 0,-1-1-487,-2-4 0,-1-1 1861,4 26 1,-6-28-1,-3-5 1</inkml:trace>
  <inkml:trace contextRef="#ctx0" brushRef="#br0" timeOffset="137550">24316 13507 23359,'18'-37'4,"0"0"1,0-1-1,2 0 1,0 0-1,4 2-165,2 6 1,3 1 0,0 0-1652,0-2 0,1 0 0,-1-3 1812,3-9 0,0-4 0,-4 6 0,-2 9 0,-3 2 0,-3-9 0,1 0 0</inkml:trace>
  <inkml:trace contextRef="#ctx0" brushRef="#br0" timeOffset="152885">2539 11827 10159,'-36'-9'280,"0"-1"0,-1 0 1,7 3 77,15 7-67,-2-4-66,10 4-68,2-3-12,-1 3 68,1-1-101,-1 0-112,-2 1 56,-1-1 23,-2 1 21,-1 0 46,0 0 11,0 0 213,0 1-112,1 1 268,-3 2-145,4-2-157,0 1-123,7-3-169,2 0 136,6 3-56,1 2 10,6 4 68,4 1-90,2 2 22,2 0 23,4 0 56,3-3 33,6-3-22,2-2-22,0-3 22,0 0-45,-2-1-45,-2 0 1,-2 0 66,8 0-22,3 0-11,10 0 23,3 3-23,-10-1 11,-2 2-56,-11-1 0,1-2 23,0 0 56,15-1-46,-14 0-44,9 0 23,-16 0-12,-2 0 0,1 0 23,0 0-34,1 0 45,1 1-22,0 0-12,15 0 123,10 0-134,-1-1 0,3 0 56,-6-3-56,-12 2 23,8-3-1,-16 3-11,0-1-11,1 2 0,-3-2 0,1 2 23,-2-2-1,13 0 34,9-3-45,1 0 23,6-3-386,-13 0 363,3 0 101,1-1-106,-11 4 0,2 0-40,19-1-237,-17 1 0,0 2 316,21 0-45,-28 1 0,2 0 0,1 0 0,1 1 17,1-1 0,0 0-6,2-1 0,0 0-6,1-1 1,0 0-6,1-1 0,0-1 0,0 0 0,0 0-6,2-1 1,-1 0-346,0 1 1,0 1 361,0-1 0,0 1-11,-2 0 0,-1 1 0,0 0 0,-2 1-23,-1-1 1,0 2 6,-3-1 1,0 1 71,26-1-56,-3 0 0,-20 1 0,2 1-6,-1-1 1,0 0-1,0 0 1,-1 0 5,25-2 11,-7-1 0,-25 1 511,6 0-511,-28 4 840,-3 0-1231,-1 0-2606,-1 8 2986,-3 0 0,2 1 0,-1-2 0</inkml:trace>
  <inkml:trace contextRef="#ctx0" brushRef="#br0" timeOffset="154976">6307 10925 13801,'-4'1'-22,"14"0"156,11-1-44,20 0-1,10-2-78,6-3 23,2-2-23,-5-1-11,-9 2 79,-11 2-79,-10 0 89,-11 2 404,-5 2 404,-5 0-584,0 0-189,-1 0 111,0 0-224,-1 0 146,1 0-224,-1 0 11,3 3 22,2 12 34,5 16 79,4 24-1027,-5-18 0,-1 1 959,2 6 1,0 1 4,0 2 1,1 0-126,-1-1 1,2 0 113,-2-5 1,1 2-6,0-4 0,2 4 0,-1-3 0,1 7 0,-1-2 28,2 4 0,-2-3-28,-3 0 90,-14-31-79,-6-4 0,-11 1 1882,-11 2-1882,-10 0 28,3-3 1,-2-1-40,8-2 0,-1-1 11,-12 3 0,1-1 0,-14 1 299,10-2-254,13-4-56,11-2-78,12-2-528,6 0-570,6 0-2309,1-5-2296,4-7 5781,7-10 0,-4 7 0,3 1 0</inkml:trace>
  <inkml:trace contextRef="#ctx0" brushRef="#br0" timeOffset="156000">7167 11266 11291,'-6'1'1692,"0"0"-1019,6-1 558,0 0-883,-29 1-12,20 0-22,-22 1-303,29-2-22,1 0 11,7 0 157,22 0-23,23 0-84,-12-4 1,3-1-18,7-1 1,1-1-435,-7-1 1,-1 1 411,0-2 0,-2 2 34,15-1-45,-6 1-34,-1 3 34,-19 2 0,-5 1 68,-19 1-45,-3 0 89,-2 0 711,-6 0-767,-13 0-123,-4 0 67,-12 0 0,1 0-22,-4-3-1,-4-3 23,1-5-22,1-1 22,2 0 0,1 1 0,2 2 11,2 2 0,5 3-22,5 2 45,7 1-90,4 1 56,5 0-23,4 0-302,2 0 269,12 2 134,23 10-44,5-2 0,19 6-23,-13-7 11,3-5 23,-1-1-23,1-2-22,-2 1 0,-3-1 0,-2 1 0,-6 2-134,0 7 78,-17 2 56,-4 14 303,-33 25-281,-6-5-11,3-15 1,-1-2-12,-16 8-11,6-11-1,13-9-111,8-9-953,8-5-1781,4-3-3216,0-2 6073,2-11 0,-1 9 0,2-9 0</inkml:trace>
  <inkml:trace contextRef="#ctx0" brushRef="#br0" timeOffset="196762">14966 10301 8725,'5'3'101,"0"0"-45,-5-3 11,50-17 493,-23 2 28,2 2 1,0-1 689,-13-1-349,-12 5-122,-3 4-45,-1 0-201,0 0-113,0 0 336,0 0-504,0 2-280,0 2-579,-1 9 1,-3 15 0,-2 13 0,-1 11-1,-2 9 1,-1 8 0,-1 7 0,-1 4-1,-1 3 1,1 2 0,0 0 0,-1-3-1,2-2 1,0-6 0,1-6 0,2-8-1,1-10 385,3 17 0,7-10 0,-1-5 0,-12-2 0,-21 1 194,15-30 0,-5 1 0,-3 0 0,-4 0 0,-3 0 0,-3 0 0,-4 0 0,-2 0 0,-4 0 0,-2 0 0,-3 0 0,-3 0 0,-2 0 0,-2 1 0,-2-1 0,-2 0 0,-3 0 0,-1-1 0,-1 1 0,-2 0 0,-2-1 0,-1 0 0,-1 1 0,-1-1 0,0-1 0,-2 1 0,0-1 0,-1 1 0,0-2 0,0 1 0,0 0 0,0-1 0,-1-1 0,2 1 0,-1-1 0,1 0 0,1 0 0,0-1 0,2-1 0,0 1 0,2-1 0,1-1 0,2 0 0,1 0 0,1-1 0,3 0 0,1-1 0,3 0 0,1-1 0,3 0 0,3-1 0,2 0 0,3-1 0,2-1 0,4 0-261,-33 1 0,9-2 0,5-2 0,5-3 0,4 0 0,1-2 0,2-1 0,-2-1 1,-1 0-1,-4 0 0,-4-1 0,-7 1 0,-7 0 261,29 4 0,-2-1 0,-5-1 0,-3 0 0,-3 0 0,-3-1 0,-3 0 0,-3 0 0,-2-1 0,-2 1 0,-2-2 0,-3 1 0,-1-1 0,-1 1 0,-2-1 0,-1 0 0,-1-1 0,-1 1 0,0 0 0,-1-1 0,0 1 0,-1-1 0,1 1 0,1-1 0,-1 1 0,2 0 0,0 0 0,1 0 0,2 0 0,1 0 0,1 1 0,2-1 0,3 1 0,1 1 0,3-1 0,2 1 0,3 0 0,3 1 0,2 0 0,4 0 0,4 1 0,3 0 0,4 1 0,4 0 0,4 0 0,5 2 0,4-1 0,4 2 0,6 0 0,5 0 0,5 1 0,28 10 0,19 0 0,-7-10 0,-3-3 0,14-7 0,-18 0 0,-3-8 0,-17-19 0,-3-5 0,10 11 0,4 2 0,2-6 0,8 0-217,5 7 1,7 1 0,0 5 216,8 3 0,1 0 0,-9-8 0,1-6 0,-4 2 0,5 0 0,-5-3 0,-11 0 0,-2-5 0,-1 1 0,4-4 0,-1 0 0,-5 5 0,1-2 0,-1 7 0,23-7 0,-3 13 0,-2 25 0,1-1 3070,2 1-3070,0-9 0,-3 7 0,-17 10 0,-8 23 0,-17 24 0,0-21 0,0 0 0,1-3 0,-4 0-162,-8 1 0,-7-2 162,-3-3 0,-3-2 0,-6 1 0,-2 1 0,0-2 0,2-1 0,1 4 938,9 4-938,20-3 0,0 11 0,-4-3 0,0-10 0,-2-17 0,3 5 357,1-4-357,0 4 0,-4-6 0,-5-4 0,-7-4 0,-29-1 0,5 0 0,-7 0 0,20 0 0,15-1 0,-6-1 0,-19-10 0,14 4 0,-16-10 0,26 4 0,-6-10 0,3-6 0,0-10 0,2-11 0,9 20 0,0-1 0,2 0 0,1 0 0,0 0 0,1 2 0,1-1 0,2 10 0,15 21 0,1 0 0,9 0 0,0 13 0,-9-2 0,0 16 0,-8 4 0,-5 5 0,-2 8 0,-7 9 0,1-23 0,-5 3 0,3-29 0,10 7 0,19-9 0,-4 6 0,10-8 0,-19 0 0,-2-4 0,5-1 0,2 0 0,-3 0 0,1-6 0,8-9 0,6-7 0,5-8 0,6-5 0,3-6 0,4-4 0,3-3 0,2-3 0,1-1 0,1-1 0,-1 0 0,0 1 0,-3 2 0,-1 3 0,-3 4 0,-5 5 0,-3 5 0,-6 6-679,13-13 1,-8 11 0,-2 3-1,2-3 1,8-10 678,-13 12 0,5-7 0,5-6 0,3-5 0,3-3 0,3-4 0,1-2 0,2-1 0,-1 0 0,0 2 0,-2 1 0,-2 4 0,-2 4 0,-4 5 0,-4 6 0,-5 7 0,-6 9 0,-6 9 0,-7 10-115,-7 55 115,3 0 0,-3-16 0,0 5-743,-1 1 1,-1 4 0,-1-2 742,1 6 0,0 1 0,-2-6 0,0 3 0,-1-4 0,0 0 0,0-2 0,1-4 0,-2-1 462,-6-4 1,-1-4-463,-1 3 93,-25-11-93,18-14 2737,-9-5-2737,18-9 0,1-20 1979,6-3-1979,4-1 0,-1 15 0,8 6 0,3-7 0,23-8 0,6 2 0,-11 10 0,-2 2 0,4 1 0,-5 5 0,-20 13 0,-1 42 0,0 0 0,-7-14 0,-5 2 0,-14 0 0,-5-2-153,4-10 1,-3-2 152,-10 11 0,-1-1-737,10-10 1,0 0 736,1-1 0,-1 0 0,2 0 0,-1 0-414,-2-1 1,-2-2 413,0 2 0,-2-2 0,-3 0 0,0 0 0,-1-1 0,-1-2 0,0-6 0,-1-2 0,2 0 0,0-2 54,-25-3-54,9 1 1338,22 4-1338,9-2 977,13 1-977,-1-4 0,-1-2 0,-4-2 236,2-1-236,-2-5 0,5 0 0,3-6 0,2 2 0,0 0 0,2 0 0,2 1 0,2 1 0,2 0 0,0 1 0,0 1 0,1-2 0,-3 1 0,2 0 0,-2 0 0,0 1 0,0-2 0,5-3 0,-1-1 0,4-7 0,1-2 0,-2-13 0,7-8 0,1 5 0,-6 7 0,1-1 0,5 6 0,-1 1 0,3-18-424,8 33 0,18 4 0,12 5 0,7 2 0,2 3 0,-3 0 0,-8 0 0,-13-1 424,8 3 0,-1 3 0,-8-4 0,14 0 0,8 0 0,3 1 0,-2 2 0,-9 1 0,-14 2 0,-19 2-230,-20 30 230,-1-11 0,0 5 0,-3 1 0,-1 3 0,-1-2 0,0-1 0,0 1 0,0 20 0,1-2 0,1-3 0,2-22 0,11-8 0,4-14 0,2-2 3278,5 16-3278,5 3 0,5 13 0,0 0 344,-9 6-344,-16-14 0,-2 0 0,0 5 0,1 15 0,-9-41 0,-1 0 0,-1 4 0,-4-1 0,-2 4 0,-5-4 0,-1-5 0,0-3 0,-2-3 0,1-2 0,-10-2 0,-3-2 0,0-3 0,1-5 0,8-1 0,0-2 0,-1-1 0,-9-8 0,-1 4 0,-10-4 0,-2 8 0,-6 2 0,12 5 0,-1 1 0,-13-2 0,1-3 0,29 8 0,15-4 0,-9 3 0,3 0 0,-2-2 0,6 0 0,4 1 0,2-2 0,2 3 0,4 0 0,2 1 0,2 1 0,-2 0 0,2 0 0,3-4 0,6-2 0,4-6 0,2-3 0,0-2 0,-5 1 0,1-1 0,7-2 0,-10 0 0,12-8 0,-4-8 0,-2 10 0,7-18 0,-3 6 0,-2-6 0,-11 17 0,0 1 0,5-9 0,-4-1 0,-5 12 0,3 2 0,-3-1 0,5 2 0,-4-1 0,4 2 0,-1 1 0,1 1 0,-3 1 0,1 2 0,-3 1 0,1-1 0,-4 6 0,-1 0 0,0 6 0,0 2 0,8 1 0,23 4 0,16 2 0,-12-9 0,-9-30 0,-4 59 0,3 21 0,-20-18 0,-32-38 0,-32 113 0,52-103 0,0 0 0,-11-1 0,6 0 0,-14 0 0,10-1 0,-3 2 0,-6-1 0,-1 1 0,-2 0 0,-5 0 0,-1 0 0,-10 0 0,-8 0 0,-1 5 0,6 3 0,4 7 0,6 1 0,-4-1 0,-2 6 0,3-5 0,3 7 0,-2 1 0,2-1 0,1 0 0,7-5 0,6-6 0,4-2 0,0-1 0,7-5 0,3-3 0,2-1 0,1-4 0,3 0 0,2-6 0,3 1 0,7-8 0,-4 3 0,5-4 0,2-1 0,-6 6 0,11-10 0,-15 13 0,6-6 0,-11 12 0,-1 0 0,-3 4 0,-6 5 0,1-2 0,-6 3 0,3-2 0,1-2 0,2-1 0,0-1 0,4-2 0,-1-4 0,2-3 0,0-6 0,0-7 0,2 5 0,7-20 0,2-3 0,-1 12 0,0-1 0,7-28 0,1 16 0,2-3 0,11-5 0,-13 20 0,-1 1 0,8-14 0,-13 47 0,3 9 0,4 8 0,4 9 0,2 6 0,3 7 0,2 5 0,2 5 0,2 4 0,0 4 0,2 2 0,0 2 0,1 1 0,-1 0 0,0 0 0,-1-1 0,-1-1 0,-1-3 0,-3-4 0,-1-3 0,-4-5 0,-1-6 0,-5-6-566,13 24 1,-8-10 0,-4-5 0,0 0-1,4 5 1,7 11 565,-12-24 0,4 4 0,3 4 0,3 5 0,2 2 0,2 4 0,2 1 0,0 3 0,2 1 0,-1 0 0,1 1 0,-1-1 0,0-1 0,-2-1 0,-1-1 0,-2-4 0,-3-2 0,-2-3 0,-4-5 0,-2-4 0,-5-5 0,-4-5 0,-5-7-136,-8 23 1,-7-9 135,7 1 0,2 3 0,1 1 0,-2 5 0,1 2 0,1 0 0,-1-2 0,2 0 0,0-2 0,1-3 0,0-1 0,2-6 0,10 19 0,-7-22 0,4-4 0,14-7 0,6-6 0,15-11 0,7-3 0,-14 0 0,0 0-143,0 1 1,2-1 0,-3 1 142,1-2 0,0-2 0,14 1 0,2-3 0,-10-3 0,2-2-259,-5 3 1,3-2-1,2-2 259,-6-4 0,2-3 0,-1-1 0,-1 0 0,3-2 0,-2 1 0,2-2 0,-3 2 0,2 0 0,0-2 0,-3 1 0,3-5 0,-3-1 0,-3 1 982,2 1 0,-4-2-982,-1-4 0,-7-2 151,-16 1 1,-5 0-152,2-9 530,-16-6-530,-12 22 1180,-31 5-1180,14 4 0,-2 0 0,9 3 0,-1 1 0,-1-2 0,1-1 0,-22-13 0,15-1 0,-3 0 0,20 5 0,-6 7 0,10 2 0,-17-1 0,8 2 889,2 0-889,-12-1 0,13 1 0,-7-3 0,-2-11 0,10 8 0,3-11 0,2-8 0,3-9 0,2-6 0,0 8 0,0-3 0,0 0-621,1 0 0,0 0 1,-1 1 620,0 3 0,0 1 0,0 0 0,1-5 0,1 0 0,-1 3 0,-5-9 0,0 1 0,4 8 0,0-2 0,-3 0-246,-5 2 1,-3 0 0,-3 0 245,-7-5 0,-3-1 0,0-2 0,7 6 0,0-3 0,0 0 0,-3 2 0,-3 0 0,-1 0 0,-1 1 0,3 3-380,1-4 0,2 3 1,0 3 379,-1 4 0,1 2 0,-1 7 0,0 8 0,0 4-12,3 1 0,0 3 12,-26 4 0,7-2 720,18-4 0,1-1-720,1-1 762,-6-9-762,25 18 1521,-12 3-1521,3 3 38,-2 2-38,14-1 0,3 1 0,3-1 0,3-1 0,4 0 0,6-3 0,-3 2 0,1-2 0,-7 2 0,-3 1 0,-1 0 0,-5 6 0,2-3 0,-4 5 0,4-6 0,0-1 0,12-5 0,-2-3 0,11-5 0,-3-2 0,9-7 0,0 4 0,8-3 0,-7 1 0,-3 8 0,-6-4 0,5 9 0,-11 2 0,2 7 0,-18 10 0,0 1 0,-6 9 0,4-8 0,0 2 0,5-4 0,1-3 0,1 3 0,0-8 0,-5 1 0,-8-10 0,-8-15 0,2-4 0,-2-4 0,9-1 0,0 15 0,5-17 0,3 15 0,25-22 0,-11 19 0,15-8 0,-9 13 0,-10 6 0,9 8 0,-25 17 0,-19 17 0,0-8 0,-7 3-316,-6 2 0,-5 3 0,1-1 316,9-8 0,1-1 0,-2 2 0,-9 7 0,-3 2 0,4-3 0,-1 1 0,0 0 0,3-1 0,-2 2 0,-2 1 0,10-6 0,-1 0 0,-1 1 0,-2 1-616,-1 1 0,-3 1 1,0 1-1,-1-1 1,1-1 615,6-4 0,0-1 0,0-1 0,0-1 0,-1 1-212,-3 1 1,1-1 0,-2 1-1,-1-1 1,-1-1 211,1-2 0,-2-1 0,-2 0 0,0-1 0,0 1 0,1 1 0,-2 1 0,0 0 0,0 1 0,0 0 0,0 0 0,0 0-109,0-1 1,-1 0-1,1 0 1,0 0-1,1 0 1,2-1 108,-3 4 0,1-1 0,1 1 0,3-1 0,1-1 0,0 3 0,2-1 0,2-1 0,2-1 0,-2 0 0,1-1 0,0 0 0,-7 6 0,0 0 0,-1-2 0,3-4 0,0-1 0,3-4 0,-4-2 0,1-3 0,-11 8 0,6-6 337,17-15-337,11 0 993,21 8-993,1-8 2890,-10-7-2890,15-25 0,10-10 0,1 12 0,4 0-626,5-6 0,3-3 0,3 4 626,13 0 0,3 4 0,2-2 0,-1 1-372,-8 1 0,-2 4 372,-3 9 0,-4 2 0,4-5 0,-11 15 0,-24 1 0,0-9 3024,11 1-3024,-11 1 1112,-8 16-1112,-27 14 0,5-2 0,-3 0-205,2 0 1,-4 0 204,-1-4 0,-4 0 0,2-2-841,-4 1 0,-1-2 841,-14 8 0,1 0 0,16-5 0,2 0 0,3 0 0,1-1 0,2-1 0,2-2 0,-8-1 0,9-2 0,18 3 0,4-2 339,-4 0-339,5-3 1752,-2-5-1752,5 0 0,3 0 0,11-9 0,5 0 0,6-2 0,-5 3 0,-7 7 0,-8 5 0,-1 0 0,-1 3 0,0-1 0,0-4 0,1-1 0,7-6 0,9-11 0,14-15 0,-10 8 0,2-1 0,11-9 0,2-1-201,-7 7 0,0 1 201,6-4 0,1 2 0,-4 13 0,0 3 0,14-7 0,-3 10 0,-21 1 0,-16 5 0,0-3 0,-3 6 0,-6 0 402,-9 0-402,3-9 0,-4-13 0,11-24-780,9 10 1,6-2 779,7-4 0,6 0 0,-1 9 0,4-1 0,3-2-719,1-2 0,2-3 0,1 0 0,0 2 719,-4 5 0,0 3 0,0-1 0,1-1 0,6-10 0,1-3 0,0 0 0,-1 5-209,3 0 0,-1 3 0,5 5 209,1 9 0,4 3 0,1 3 0,-3 2 0,-1 1 0,-1 3 0,1 7 0,12 10 0,2 9 0,-13 10 0,-17 18 0,-12 9-224,-5-6 0,-3 4 0,-5 2 224,-3 2 0,-5 3 0,-1-2 0,1 0 0,-3 0 0,-3 0 0,-6-1 0,-5 0 0,-3-2 0,-1-3 0,-3-2 0,-4-2 0,-7-2 0,-5-2 0,-1-3 0,4-4 0,0-1 0,-1-6 0,-1-9 0,-1-4 0,-1-2 0,0 1 0,0-1 0,0-6 0,0-8 0,-1-7 0,2-1 0,0-1 0,1-2 0,1-4 0,1-7 0,3-4 0,2-5 0,1-6 0,3-4 0,2-3 0,1-5 0,4-4 0,3-1 0,8 10 0,3-2 0,1 0 0,1-2 0,-1-2 0,0-2 0,3 0 0,4-1 0,3-1 0,5 0 0,4-2 0,6-1 0,1 15 0,3-2 0,3-2 0,3 1 0,2 0 0,0 3 0,1 2 0,2 0 0,2 2 0,0 3 0,3 0 0,2 1 0,3-2 0,-2 4 0,3-2 0,2-1 0,2 1 0,1 1 0,1 2 0,-1 2 0,0 4 0,1 2 0,-1 2 0,1 3 0,0 2 0,2 1 0,2 2 0,2 0 0,-7 3 0,3 2 0,3 1 0,0 0 0,1 2 0,1 0 0,-1 0 0,-1 1 0,-2 1 0,-2-1 0,7 0 0,-3 0 0,-1 1 0,0 0 0,-1 2 0,1 1 0,2 2 0,0 1 0,3 2 0,2 0 0,-1 1 0,-1 3 0,-2 0 0,-4 3 0,-5 2 0,12 6 0,-6 4 0,-6 4 0,-7 6 0,-6 13 0,-9 8 0,-2 2 0,-2-10 0,2 1 0,-5 2 0,-9 0 0,-14 2 0,-9 2 0,-4-1 0,2 1 0,5 0 0,2 0 0,-2 0 0,-5-2 0,-8 0 0,-5-2 0,-4-1 0,-1-1 0,-1-3 0,-2-1 0,-2-1 0,-1-3 0,2-2 0,0-3 0,-2-1 0,-3-5 0,-9-3 0,-4-3 0,-1-5 0,2-2 0,0-2 0,2-4 0,-2-6 0,3-7 0,-2-5 0,1-4 0,5-4 0,-2-10 0,6-5 0,1-4 0,8 6 0,1-4 0,1-2 0,1-4 0,-1-3 0,-1-5 0,2-3 0,2 1 0,5 1 0,4 1 0,4 1 0,3-1 0,4-5 0,5 2 0,1-5 0,2-3 0,5 1 0,4 3 0,5 7 0,11-3 0,8 7 0,5 2 0,2-2 0,-7 8 0,1-2 0,2 0 0,3 1 0,2 4 0,4 4 0,0 8 0,5 5 0,3 2 0,1 3 0,0 0 0,-1 1 0,-3 0 0,7-5 0,-3 0 0,0 1 0,1 2 0,2 4 0,-1 3 0,4 2 0,0 2 0,0 2 0,-4 2 0,-5 3 0,14 4 0,-7 6 0,-7 7 0,-10 6 0,-6 6 0,-7 5 0,-8 5 0,-8 3 0,-7 2 0,-12 1 0,-8 1 0,-5-1 0,-4 1 0,-5 0 0,-4-2 0,5-11 0,-3-2 0,-2-1 0,0-1 0,-1-1 0,0-1 0,-2 0 0,-2-1 0,0-2 0,-4 1 0,0-1 0,-1-2 0,2-4 0,-12 3 0,1-6 0,-2 0 0,4 0 0,-3 0 0,0-2 0,4-6 0,3-7 0,1-6 0,1 1 0,1 1 0,0 1 0,-1 0 0,-7 4 0,-1 2 0,6-4 0,12-7 0,1-3 0,-19 0 0,14-10 0,52-25 0,16-9 0,-16 15 0,4 1 0,21-6 0,7 8 0,-7 18 0,0 7 0,-3 4 0,0 2 785,-2-1 1,-1-1-786,25-5 1623,-5-4-1623,-4 3 303,-20-2-303,-3 6 1286,-17 8-1286,2 7 833,2 8-833,1 13 118,-3 8 3534,-2-14-3697,-13-18 0,-4 0 0,-3 0 0,-4 1 1,-3 1-1,-4 0 0,-3 0 0,-3 1 1,-3 0-1,-4 1 0,-2 0 0,-2 1 1,-4 0-1,-2 0 0,-3 0 0,-2 1 1,-2 1-1,-2-1 0,-3 1 0,-1 0 0,-3 0 1,-1 1-1,-1 0 0,-3 0 0,-1 0 1,-1 1-1,-1-1 0,-2 1 0,-1 0 1,-1 0-1,0 0 0,-2 0 0,0 0 1,-1 0-1,0 0 0,0 1 0,-1-1 0,0 0 1,0 1-1,0-1 0,0 0 0,0 0 1,0 0-1,1 0 0,1 0 0,0 0 1,1-1-1,0 1 0,2-1 0,0 0 1,2-1-1,1 1 0,1-1 0,1 0 0,2 0 1,2 0-1,1-1 0,2 0 0,2 0 1,3-1-1,1 0 0,2-1 0,3 0 1,2 0-1,2-1 0,4 0 0,2-1 134,-34 8 1,7-2 0,5-1-1,5-1 1,3-1 0,2 0-1,3-1 1,1 0 0,0 0-1,0-1 1,-1 2 0,-2-1-1,-3 1 1,-4 1 0,-4 1-1,-5 1 1,-6 1-1406,-3818 792 1686,3891-807 67,-17-31-168,12 23-11,-13-24-180,18 30 2392,0 1-1865,-2 0 3168,0 1-3694,0 0 44,1 0-89,-1 0-12,-1 0 23,0 0-11,1 0-12,0 0 0,0 0 46,1 0-225,-1 0-146,0 4-2610,-4 12 2913,-9 9 0,8-5 0,-6-2 0</inkml:trace>
  <inkml:trace contextRef="#ctx0" brushRef="#br0" timeOffset="198646">3291 13694 13633,'26'-47'1423,"-6"10"-1210,-20 37 347,0 0-526,-8 0-34,-3 1-56,-11 7 11,-4 6 45,-2 9 0,1 3-23,4 0-89,4 4-22,9-3 22,10 0 112,12-8 22,11-5-10,10-7-12,10-2 11,7-3-56,6-1-350,0-1 395,-5 0-78,-8 2-157,-8 7 156,-18 6 79,-5 12 45,-18 2 0,-8 4 11,-4 4 0,-3 1-28,-2 1 0,-1-1-569,-4-4 0,-1-4 630,-10-2-44,1-7 33,5-10-33,3-4 386,9-5-375,4-1-22,9-1-101,3 0 642,4-2-2155,4-5-1939,6-5 3519,1-5 0,-1 8 0,-4 0 0</inkml:trace>
  <inkml:trace contextRef="#ctx0" brushRef="#br0" timeOffset="205363">9983 13860 12647,'-6'-9'1972,"2"2"-1535,-45 1-78,6 38-326,7-20 1,0 4 27,9 15 1,6 6-29,5-6 1,3 1-145,0 0 0,3 0 133,1-1 1,3 1-23,1 2 0,2-1 0,-1 8 94,4-1-27,5-30-22,4-5 112,7-7-79,5-18 23,2-15-57,-6-15 1,-3-7-587,-4 10 1,-2-2 552,-1 3 0,-2-2 0,0 1 17,-3-6 1,-2 2 32,-1 1 1,-3-1 80,-2 10 0,-2-1 0,-1 2 219,-4-7 0,-3 4-104,0 2 1,0 6-135,-9 4-123,14 35-123,4 21 78,3 21 45,2-10 0,5 6-293,7 3 0,5 5 1,1-2 288,-3-8 0,0-2 1,3 1-5,7 11 1,5 2-1,-1-6 2,4 0 1,3-4 98,-5-11 0,2 0 0,-1-2-452,1-1 1,2-3-122,16 5 0,-1-7-81,1-11 320,-18-10 0,-1-5 62,5-15 157,-4-12 22,-6-12 22,-8-2 605,-6-10-179,-6 20 914,-3 2-1227,-2 24 291,2 20-426,3 8-11,6 18-1445,2 2-2276,1-1 3817,-4-10 0,-4-13 0,-3-9 0</inkml:trace>
  <inkml:trace contextRef="#ctx0" brushRef="#br0" timeOffset="205942">10488 13221 17868,'24'31'112,"0"0"0,4 11 1,-2 7-110,-6-2 1,-3 4 0,2 2-801,-3-11 1,0 0 0,1 1 0,1 3 798,2 3 0,2 3 1,0 1-1,0-1 0,-2-3-14,-1-2 1,0-3 0,-1-1 0,1 3-157,4 7 0,2 2 0,-1 0 0,-3-6-533,-2-4 0,-1-3 0,-3-4 701,1-2 0,-3-2 419,0-1 1,-3-6-140,-7-16-100,-10-9 44,-10-18-123,-15-16 89,-1-14 1,-2-6 331,8 8 1,1-2-512,2 3 0,-1-2 1,4 1 4,1-5 1,5-2-2,5 7 0,3-3 0,1 0-570,3 1 0,2 0 1,2 0 583,0 1 1,2 0 0,1 2 59,4-15 1,2 4 99,-1 20 1,0 0 392,1-10 0,-2-1-190,-3 14 1,0 1-1,0-6 0,-2 2 34,-1 4-190,-1 14 192,0 10-428,6 12 45,14 22 0,5 9 16,-1-2 1,3 5 409,-1 2 0,5 8 1,2 2-1,-2-1-488,-2-4 0,-1 0 1,0-1-1,0 1-806,1 0 0,0 0 0,-1 0 0,0-2-33,4 7 1,0-3-1,-4-5-1071,-1-5 0,-3-5 1927,-5-5 0,-2-4 0,2 5 0,-10-12 0</inkml:trace>
  <inkml:trace contextRef="#ctx0" brushRef="#br0" timeOffset="206220">11018 14003 19505,'35'-30'274,"1"0"0,3-11-297,-3 23 1,11 0 0,2 1 0,-7 3-381,-4 2 1,-3 4 357,17 1 0,-3 11 112,-15 17 1,-5 9-1418,-2 5 0,-3 2-353,1 1 0,-4-1 1703,-7-4 0,-4-5 0,-5-8 0,-5-10 0</inkml:trace>
  <inkml:trace contextRef="#ctx0" brushRef="#br0" timeOffset="206348">11380 13602 10462,'0'0'0</inkml:trace>
  <inkml:trace contextRef="#ctx0" brushRef="#br0" timeOffset="207663">11834 13706 18765,'3'5'-90,"2"-2"180,2 9-90,-1-6-23,-1-3-178,-2-2-23,-1-1 78,-1 0 45,-1-14 202,-5 1-67,-2-10-1,-15 4 124,3 8 168,-17 3-191,6 16-134,3 7 12,7 15 21,14 8 12,3 6-45,9 2 22,7 3-22,9-5 11,0-18 1,3-2-12,3-6 0,0-2-51,1-1 1,0-3-342,27-2 22,-18-20 168,0-7 124,-3-12 78,-6-6 0,-6-4 67,-9-2 46,-5-2 144,-6 0 113,-2 3 67,-2 3 34,-3 8 335,-1 9-190,-1 9-616,3 7-134,1 3-158,2 7 259,0 14 33,9 17 22,5 18-39,4-11 1,3 0-398,-6-12 0,1-1-175,6 7 1,1-4-353,7-4 45,7-12 851,-12-9 45,-1-15 302,-15-31-33,-5-5-135,-2 10 1,-2-3 173,-5-8 1,-1 2-119,2 9 1,-1 2 5,-3-8 0,-1 4 286,-1 3-57,4 13-335,2 11-90,3 5 100,1 2-212,0 7 112,2 10 33,18 38-44,-1-5-17,-3-15 0,4 0-253,2-7 1,0-2-134,13 4 291,11-2 56,-14-23 33,-2-7 23,-3-10 22,-5-10 34,-5-13 0,-6-9-23,-6-7 79,-2-6-45,-4 12 0,-1-2-6,-1 9 1,-2 0-151,0-13 1,-2 1 413,-2 15 0,-2 3-135,2 3 0,-1 1 347,-11-12-223,3 15 257,4 14-560,7 8-168,3 20 168,5 17 0,4 6 6,1-1 0,3 2-37,-2-1 0,2 3 0,3-1-7,7 1 1,3-1 0,1-2-650,3 2 0,3-1 188,8 7 0,2-7 157,-11-21 1,0-7-337,24 4 566,-5-11 112,-8-18 146,-9-10-68,-10-19 12,-11-13-17,-6 21 0,-2-2 18,-1-3 0,-2-4 203,-2-5 1,-2-5 0,0 2-119,1 10 0,0 2 0,0-3 8,-2-7 1,-2-4 0,0 0 0,1 6 89,0-4 0,0 5-106,-1-7 1,1 7 883,4 20-1052,2 18 208,4 29-208,12 19 50,-2-5 1,1 3-985,5 7 1,2 2 899,2 5 1,1 0 21,0 0 1,1-1-712,0-3 1,0-1-539,-1-6 0,1-1 1261,5 2 0,-1-4 0,-1-1 0,5 0 0</inkml:trace>
  <inkml:trace contextRef="#ctx0" brushRef="#br0" timeOffset="207816">13205 13477 20221,'-10'-50'-437,"0"0"0,7-2 0,10 3-1311,23 6 1,9 1 1649,-12 11 0,2-1 1,-4 3-1,0 2 1,-2 2-1,16-18 1</inkml:trace>
  <inkml:trace contextRef="#ctx0" brushRef="#br0" timeOffset="208644">15247 11261 14406,'-45'3'244,"1"0"0,0 0 1,2 0-1,0 2 0,2 5-35,1 9 0,1 5 1,3 0-782,-6 1 1,2 1 733,-9 7 1,3-2 27,5 1-67,19-9 514,11-5-402,22 0 382,17 8-276,-5-10 1,3 2-365,7 6 0,2 2 281,3 4 0,1 3-657,4 7 0,-2 3 503,-13-11 1,0 3 0,-1 1-27,0 3 0,-1 3 1,0 5-14,-6-2 0,0 6 0,0 4 0,-2-1 0,-1-2-545,0 4 1,-1-2 0,-2 1 0,0 4 480,-2-7 1,0 3 0,0 2 0,-1 1 0,-2-2 0,0-2-2,-2 1 0,-2-1 0,-1-2 0,-1 1 0,1 1-352,-1 2 0,-1 1 0,0 0 0,-1 0 0,1 1 352,-1 0 0,0 0 0,-1 1 0,0 0 0,0-1-99,0-1 1,0-1 0,-1 1-1,0 1 1,0 2 104,0-8 1,0 3-1,0 1 1,-1 0-1,1 0 1,0-2-1,-1-3-74,1 4 1,0-3 0,0-2 0,0 1 0,0 2 74,-1-2 1,0 2-1,1 1 1,-1-1 0,1-4-1,1-4-7,2 10 0,1-6 0,2-3 28,4 13 0,5-5-23,6-11 1,5-6 571,5-7 1,4-6-556,5-6 1,3-4-1,5-4 0,2-6 571,6-10 1,1-7-609,-17 2 0,0-4 0,-1-2-153,4-7 0,0-5 0,-1-1-161,1-4 1,0-2-1,-1-1-82,1-4 0,0-1 0,-1 0-138,-1-1 0,-1 0 0,0 0-198,-4 2 0,0 0 1,-2 1-692,-3 4 0,-3 1 0,-1 1 1438,4-11 0,-4 5 0,3-3 0,-17 15 0</inkml:trace>
  <inkml:trace contextRef="#ctx0" brushRef="#br0" timeOffset="209972">9393 15968 19628,'-14'-29'375,"0"1"0,-9-15-375,24 70 79,14 24-20,0-3 1,5 10 0,1 0-1599,-3-10 0,0-1 0,2 3 1539,1 0 0,1 4 0,1 1 0,0-1-23,1-3 1,1-1 0,-1-1 0,0-2-318,-1-1 0,0-4 0,0 2-120,6 6 1,0 1 0,-3-6-410,-4-10 1,-4-4-1115,7 20-213,-13-12 974,-16-9 2329,-36-12-20,0-12-202,6-10 0,-3-6 431,-7-14 1,2-5-673,9 3 1,1-1-378,-11-11 0,3-2 226,16 14 1,4 1 245,-12-22-459,17 5-235,22-16-45,17 11 0,-4 15 0,5 2 6,3 5 0,4 3-6,4-2 0,2 1 0,5-1 0,1 0 623,2 1 0,1-1-702,1 1 0,-1 0-212,-3 1 0,-2 0 196,-5 3 0,-3-2 1058,-5-3 1,-14 0-717,-35 1-102,-9-2-117,-6 26 1,-2 8-18,-14 14-11,8 15-157,25-14 0,2 1 139,2 5 1,4 0-6,3 3 1,3-1-28,0 2 0,2 0 44,6-3 0,2-1-72,11 22-23,12-11-414,6-16-45,1-13 711,-2-7-151,-6-17 1140,-6-7-1061,-12-10 0,-3-5-57,1-24 45,-5-1 1,-1-1-40,-2 23 0,0 0 11,0-12 0,0 2-39,1-5-78,1 13 44,2 13 23,4 14-112,5 8-12,8 20 102,9 11 21,6 17 18,-10-8 0,-1 0 5,-7-10 0,-1 0 22,5 7 1,-3-3-23,-6-9 236,-4-6 717,-8-14-157,-1-4-494,0-14-178,-7-15-91,0-20-22,0 20 1,0-1-306,2-2 0,0-1 283,2 2 0,0 0-90,1-26-1210,2 14-1041,4 18-1391,6 13 3732,6 15 0,-5 2 0,-2 2 0</inkml:trace>
  <inkml:trace contextRef="#ctx0" brushRef="#br0" timeOffset="210460">11040 15585 17039,'-35'9'392,"0"0"0,3 3 1,4 6-287,14 8 1,4 5-74,0 4 1,2 1-490,2 3 1,2 1 466,0-2 0,3 3-10,6-2 1,3 3-1,2-4-18,4 0 0,2-3 107,7 12 1,6-13-35,20-46-23,-27-18 1,-5-9 11,-3-1 0,-3-3 33,-5 1 0,-3-2 1,0 2 901,-1 0 0,-1 3-814,-2 4 0,6 10-110,23 25-56,-3 19 0,4 7 0,15 4 0,3-2-56,-6-6 0,2-3-665,1-8 0,0-4-484,-13-5 1,-2-1-2908,25-3 4112,-9-8 0,-22 5 0,-9-4 0</inkml:trace>
  <inkml:trace contextRef="#ctx0" brushRef="#br0" timeOffset="210967">12293 15172 15739,'-9'-41'541,"1"0"1,-1 2 0,-2 5-352,-10 4 293,-23-3-315,10 26 0,-3 5-453,-21 3 301,22 11 1,5 6 84,8 19-101,9 5-11,9-2 84,16 0-62,12-7 45,20-6-344,-15-16 0,2-2 299,2-1 0,1-2-11,0 0 0,1 0 0,-3 0 0,-1 2-11,23 8 33,-11 16 1502,-24 14-605,-19 4-695,-9-21 0,-6-1-168,-11 2 0,-3-3-56,-12 11-62,16-15 1,1-4-1429,3-3-575,9-6 2065,7-9 0,5 0 0,1-5 0</inkml:trace>
  <inkml:trace contextRef="#ctx0" brushRef="#br0" timeOffset="211804">12423 15204 21208,'19'27'0,"1"0"-34,5 1-840,2-3-56,-1-5 325,-1-5-45,-4-5 381,-4-4 269,-2-4 180,-2-12 55,-6-4 258,0-13-23,-6-3 91,-1-3-125,0 2-144,0 6 77,0 8-302,0 8-67,0 6-179,0 2 67,13 13 23,4 7 77,16 14-21,1 2-897,3-2 269,1-6 235,-1-10 146,-2-8 135,-5-6 145,-6-5 67,-7-9 11,-7-7 12,-5-13 111,-4-9 68,-10-12-431,3 20 1,0-1 167,-4-6 0,-2-3 57,0 0 0,0-3 1,0 1 132,-1-6 0,-1 0-507,2 9 0,-1-2 0,1 5 540,1 3 1,1 4 510,-10-21-740,10 26-34,3 7-135,7 33 186,8 16 0,4 6 5,-1 1 1,1 2-164,2-2 0,1 4 0,3 1 152,5 4 0,2 2 0,-1-4-11,4 5 0,1-2-11,0-5 0,2 2 0,-3-7-6,-6-12 0,-2-5 507,6 2 0,-3-4-535,-6-11 45,-1-6 0,-9-11-56,1-10 0,-2-15-17,-1 0 1,1-5-29,2-1 0,2 1-175,-2-1 1,3 2 196,0 8 1,3 6 713,6 10-793,-4 20 158,-3 21 0,-6 21 56,-4 3 0,-3 3-218,-4-13 0,-1 1 470,-1 14 0,-3-2-95,-4-19 0,-1-3-185,0-3 0,-1-2 141,-14 18 231,4-13-366,4-12-584,10-11-4178,10-53-146,14-8 4788,-3 1 0,1-1 0,4 1 0,-2 4 0</inkml:trace>
  <inkml:trace contextRef="#ctx0" brushRef="#br0" timeOffset="212080">13390 14634 15941,'-19'39'529,"0"0"1,0-1-1,-5 17 1,8-2-519,11-15 1,8-2 4,13 3 1,5-4-1900,18 0 1782,-8-13 0,0-1-157,14 4 241,-19-8 1,-1 0 27,5 4 112,-5 9 382,-21-10 631,-11 2-699,-8 1 123,-11-1-369,-20-3-853,6-10-6004,0-45 6666,20-13 0,12-3 0,8 16 0</inkml:trace>
  <inkml:trace contextRef="#ctx0" brushRef="#br0" timeOffset="212459">13496 14306 17711,'0'-5'1580,"0"2"-840,-3 50-337,3-2-332,4-6 0,3 8 0,0-4-1150,2 2 0,3-1 1090,1-5 0,2 2 0,0-2-11,3 2 0,1 0 58,-1-5 1,1 2 0,-1-1-1028,5 12 0,-1-1 801,2 1 0,-2-4 343,1 6-175,-14-33 90,-8-25 0,-1-12 1462,0-17-1014,-1-12-6,-2 7 0,-1-1-280,2 10 0,0 0 4,-1-9 0,0 1 260,1-19-471,6 19-45,6 2-78,7 23 22,7 8-45,4 8-157,5 15-1333,2 10-659,0 14-2008,-3 4 4258,-8-4 0,-12-17 0,-6-9 0</inkml:trace>
  <inkml:trace contextRef="#ctx0" brushRef="#br0" timeOffset="212577">13909 14606 12546,'-24'-39'-735,"0"0"0,2 9 0,7 5 0,14 10 0</inkml:trace>
  <inkml:trace contextRef="#ctx0" brushRef="#br0" timeOffset="212775">13973 14053 22182,'27'32'47,"0"0"1,0 0 0,11 14-1,-2-1-254,-12-10 0,-2-1-1782,0-1 0,-1 2-1009,4 9 1,-3 0 184,-7-14 1,-1-1 2949,2 6 0,-3-4 1,-5-11-1,-6-10 1</inkml:trace>
  <inkml:trace contextRef="#ctx0" brushRef="#br0" timeOffset="213421">14208 14588 21264,'-6'-36'29,"0"-1"1,2 1 0,7 3-30,30-10-11,2-1-661,0 5 672,-5 8 193,-9 11-350,-5 9 255,-6 8-165,-2 16 67,1 12 79,4 18-68,2 10-11,4 3 325,-1-3-337,0-5-246,-1-11-604,-4-10 111,-1-10 527,-5-9 224,-1-5 145,0-44-89,-1 4 0,-1-6-4,1 3 1,-1-3-1,1 0-828,1-14 0,0 3 843,0 7 1,1 5 100,3 3-168,-3 20-23,3 8 23,-1 25 90,4 10-45,6 19-45,4 4 0,4 1-157,4-9-695,0-9 370,1-13 437,-6-8 1733,-4-6-1498,-9-17-11,-4-9 280,-6-11 1,-3-6-231,-1 6 1,-2-1-632,-1-17 0,-2-2 615,-1 9 0,-1 0 22,-2-2 1,0-1-18,0 2 1,0 1 263,0-3 0,1 3-236,-3-7-190,2 10-56,8 37-224,2 7 224,5 14 67,8 15-56,10 20-11,-7-20 0,0 2 155,0 3 0,0 0-794,0 1 0,-1 1-599,-1-1 0,-1 1-113,-1-1 1,-1 0-863,-1-3 1,-1 0 2212,-2-3 0,-2-3 0,2 4 0,-4-12 0</inkml:trace>
  <inkml:trace contextRef="#ctx0" brushRef="#br0" timeOffset="213713">14936 14320 14025,'-34'-16'2577,"-1"1"0,4 2 0,7 2-2465,17 4-78,3-2-34,6-7 56,10-12-95,7-3 0,3-2-219,-3 6 0,1 0-67,8-11 0,-1-2-984,-4 0 1,-4 1 1308,-7 10 0,-2 0 0,1-8 0,-3 3 532,-5-3-118,-5 12 79,-7 12-111,-4 7-170,-8 4-144,2 14 21,1 8 1302,6 18-1346,6 11 11,7 2-11,13 0-73,6-25 0,7-3-1687,22 1-777,-12-10 0,0-7 2492,-6-14 0,-3-3 0,6 6 0,-7-13 0</inkml:trace>
  <inkml:trace contextRef="#ctx0" brushRef="#br0" timeOffset="214952">11134 17658 23112,'-7'5'146,"14"19"-135,10 9 0,4 4-1993,3 5 0,0 2 1982,2 1 0,0 1 5,-1-1 1,0-1 242,-3-4 0,0-1-260,-4-5 1,0-1 20,11 17-547,-10-17 34,-7-15 56,-7-11 2074,-3-9-2376,-2-26-237,-11-24 886,3 12 0,-3-11 1,0-2-1,1 5-187,0 5 1,1 3 0,0-3 315,-2-8 0,-1-5 0,1 1 0,3 8 106,2 0 0,3 6 60,1 4 1,1 4-195,5-15-134,3 21 22,6 15 90,5 18 22,5 17 44,-3 11 1,0 5-34,-5-6 1,1 1 794,4 12 0,0 1-795,-5-9 0,-2-4-123,8 16-33,-4-10 145,-11-24 56,-5-15 112,-1 0-168,0-6-45,-5-10 45,-4-13-3347,-4-16 3403,0-7-90,4-7-107,4 5 141,3 4 0,2 10 0,5 12-90,2 9 12,6 11 78,3 4-101,4 5 3395,8 10-3294,6 7 307,6 12-296,-2-1 0,1 2-56,-13-11 0,0-1 45,7 7 0,-3-3 0,-9-7 303,-16-13-102,-3-3 2,-2-1-114,-2-3 146,-5-9-33,-3-7-90,-5-13-11,1-6-23,1-6-67,4-3 45,4-3 68,4-2-277,4-2 332,8-1 57,6 3-270,3 21 0,3 4-101,5-2 91,15 5 44,-19 43-152,-3 9 1,1 5-370,-4-5 1,-1 1-342,8 13 1,-1-2-383,9 9 258,-4-10 605,-6-15 591,-7-11-210,-8-7 515,-4-5 875,-4-11 242,-11-11-999,-6-9 0,-2-3-521,0 7 0,0 0-1007,-9-10 0,0 3 996,-8-3-101,7 14-291,9 10-1255,9 8-1211,6 1-873,15 0 3630,12-4 0,-6 3 0,3-1 0</inkml:trace>
  <inkml:trace contextRef="#ctx0" brushRef="#br0" timeOffset="215405">12642 16942 21880,'-35'34'269,"1"0"0,6-6 0,6 1-269,13 5 0,8 3-51,6 1 1,6-1-780,5-5 1,3-3 213,1 1 0,1-4-415,32 2-627,-6-35 1456,-19-15 68,-2-18 100,-21-13-373,-9 22 1,-3-1 473,-2-4 0,-4-1 90,-6-3 0,-4 1 84,-4-2 0,-5 0 285,0 5 1,-4-2-1,1 2-128,-6-3 0,-1 0-137,7 8 1,-1 0-1,0 3 148,-11-1 1,1 5-254,11 9 1,1 2-157,0-1 0,5 5-22,1 19-12,22 10 34,21 16 11,12 8 11,-3-20 1,4-1-292,4-1 0,3-1 286,4-2 0,2-2 22,5-2 0,1-3-39,1-1 0,1-3-17,1-1 1,0-1-231,-3-2 1,-1-1-555,-5 0 0,-2-1-423,-5 1 1,-3 0-2306,18 2 3529,-13 2 0,-18-3 0,-7-2 0</inkml:trace>
  <inkml:trace contextRef="#ctx0" brushRef="#br0" timeOffset="216211">13063 16716 21163,'12'32'160,"0"1"1,0-2-1,2-3-160,20 13 12,0-7-12,-1-7 0,-3-9-482,-4-4-135,-5-9-10,-3-1 280,-3-9 167,-4-12 1,-1-16 179,-6-19-494,-2 20 1,-1-1 526,-1-1 1,0-1 168,-2 1 0,0 0 537,-3-24-340,-3 10 252,-1 14-181,3 9-67,2 12-335,2 6-23,2 5 697,0 2-742,15 30 0,17 11-78,-14-16 0,1 0-432,3 0 0,4-4-3020,25-3 1290,-8-10-293,13-23 684,-14-17 1328,-21 8 1,-2-4 520,0-1 0,-2-2 28,-3 2 0,-2-1 2012,6-25 491,-10 10 1615,-10 2-2331,-7 19-739,-7 2-246,-14 17-640,0 19-179,4 8 34,10 22-45,13 9-23,15-11 1,5 0 11,-5-10 0,2-3-42,11 9 0,4-5-262,17-4-267,1-14-78,-2-9-13,-3-15 236,-4-13 348,-6-19-62,-19 14 0,-1-3 156,-2-4 1,-2-1 11,-2-4 0,-2-1 55,-1-3 1,-1-2-430,-2-1 0,1-1 688,-1-2 0,0-3 16,-2 7 0,-1-4 0,0 4-140,2-6 1,0 2 27,-3-9 1,0 5-12,4 5 151,0 23-442,0 16 75,5 23-8,10 16 33,12 21-231,-9-21 0,2 0 164,0 2 1,2 2-1149,8 11 0,3 2-1544,0-3 1,1-2 2725,1 3 0,-2-5 0,-10-13 0,-4-5 0,0-2 0</inkml:trace>
  <inkml:trace contextRef="#ctx0" brushRef="#br0" timeOffset="216328">14362 16235 14563,'-43'-2'2741,"0"0"1,4-14 0,14-7-2955,41-22-1011,-3 5 1,3-4-2054,4 5 0,2-1 0,0 2 2785,4-10 0,-2 2 1,2 1-1,-3 5 1,-4 2-1</inkml:trace>
  <inkml:trace contextRef="#ctx0" brushRef="#br0" timeOffset="216697">14920 15459 18205,'-5'-3'739,"14"29"1,10 12-718,11 10-859,-11-15 0,2 4 0,0-3 797,4 1 1,0-2-521,-1-2 0,1 0-380,-4-3 1,0-2-1089,14 17-461,-9-8 2489,-9-9 0,-9-13 0,-4-4 0</inkml:trace>
  <inkml:trace contextRef="#ctx0" brushRef="#br0" timeOffset="217079">15178 15982 11280,'-48'-2'2457,"-1"-1"1,1 1-1,-22 1 1,25-3-1184,43 1-1252,21-12 23,9-6-17,-2 3 0,1-2-294,4-1 0,0-1 266,2-3 0,0 0-351,3-3 1,-1 0 361,1 1 1,-1-1-12,0 0 0,-1 2 0,-2 2 0,-1 1-34,-4 4 0,-2 1 12,12-7-112,-14 13-23,-12 7 0,-7 9 157,-4 13 11,3 10-11,1 13 77,7-3-727,4-8 831,8-10-741,8-11 67,5-5 347,1-12 146,-5-1 90,-8-7 627,-12 2 617,-20-4-1155,-40 2-230,12 9 1,-4 2-3284,-8 3 1,-1 3 3333,9 4 0,3 2 0,-7 2 0,28 0 0</inkml:trace>
  <inkml:trace contextRef="#ctx0" brushRef="#br0" timeOffset="218212">13207 18609 18328,'-6'1'2610,"0"0"-2228,6-1-181,0 0-257,21-104-348,-10 65 1,0-1 216,-1-12 1,0-7-1,0 5 204,2 4 0,-6 5 134,-10 10 0,-4 5 129,-8-4-78,-17 25 101,8 20-113,-6 30-173,22-10 0,2 2-12,-2 1 1,5 0-29,8 0 1,6-3 67,16 7-90,15-8 39,-5-18 1,5-4-102,7-6 1,2-6-333,0-1 1,1-8 322,-7-8 0,2-6 1,-5 0-394,-4-4 1,-3-2 522,-5 4 1,1-3 0,-5 2-282,-1-3 1,-4 4 422,4-9 102,-8 8 269,-14 24-224,-2 4-426,0 2 781,9 18-619,9 19 1,4 6-46,-8-14 1,1 0-1,8 16 0,-3-5 699,-6-18-738,-10-19-33,-3-43 111,-1 1 90,0-3 1,0-2-34,2-4-280,6 6 167,5 30 0,11 11-347,12 12 1,5 2-444,-7-4 1,2-2 268,19 5 1,-2-9 638,-23-15 1,-6-9 414,-3-14 0,-9-6-253,-11-1 1,-7-1 33,-1-4 1,-4-1 172,-10-5 1,-3 3-608,6 12 1,-1 1 282,-4-8 0,-1 2 246,6 15 1,2 5-566,0 1 179,13 18 0,22 33 0,0-5 0,2 1-376,2 5 0,2 0-364,3 1 1,1 0-342,0-1 0,0 0-471,0-3 0,2-2 1688,8-1 0,-2-3 1,0 3-1,6-8 1</inkml:trace>
  <inkml:trace contextRef="#ctx0" brushRef="#br0" timeOffset="218814">14641 17819 15930,'-51'-3'1058,"-1"1"0,1 0 0,0 0 0,0 0 0,-20-6 0,4-2 0,35-5-1490,54-7 1,18-2 39,-3-2 0,1-1-668,3-2 0,-2 1 640,-13 8 0,-2 0 313,4-6 0,-2 0 197,8-18 1260,-5 2-509,-32 22-572,-7 14-180,-14 6-122,11 7 433,-1 16-411,20 21 0,7 1 11,12 6-23,5-19-100,0-9-190,1-8-13,11-8 102,-13-10 202,7-11-79,-16-9-78,7-30 151,-13 20 0,0-2 16,5-12 1,0-1-11,3 3 0,-1 2-74,-4 9 1,1 4-376,18-6-167,-2 33 615,-9 18-10,15 31 33,-20-6 0,-7-13 0,-1 1 78,3 9-44,-7-16 840,-1-3 1512,-7-23-2341,0-28 0,0-12-381,3-4 0,2-5-1347,2 3 1,2-5 0,3 3 1682,2 7 0,2 3 0,-1 4 0,2-2 0,1 7 0,13-2 0</inkml:trace>
  <inkml:trace contextRef="#ctx0" brushRef="#br0" timeOffset="219655">16019 16539 22956,'14'44'22,"-1"0"0,1-1 1,0-1-1,-1-1 1,1-2-23,4 5 0,-1-2-703,0 0 0,-2 0 680,0-2 1,-2 0-180,-1-4 1,-1-1 24,-3-5 1,-1-2 176,1 13 471,-5-16-369,-5-18-193,-18-51 47,-1-11-587,3 5 0,0-5 631,3 2 0,1-1 39,1-4 1,1-1-11,3 19 1,1-1 0,0 1-13,-2-18 0,0 2 16,2 4 1,1 0 195,2-3 0,1 3-229,1 1 296,2 0-285,25 71 17,-3 8 0,3 7-28,0-1 0,2 3 0,0 2-747,3 7 0,0 1 0,-2 0 743,-5-8 0,0-1 1,-2 0-70,10 15 0,-3-7 960,-4-5-853,-4-9 432,-13-24-342,-6-8-91,0-4 12,-2-12 2682,-4-15-2693,-1-17-23,3 11 0,0 0 68,0-12 257,3-2-236,1 40-66,7 13-34,7 7 0,11 8-291,22 2-370,-8-9-460,-4-11 1,1-10 134,-7-16 0,-3-7 935,2 2 1,-3-3-315,-4-12 0,-6-1 376,-7 13 0,-4 2 168,-1 2 1,-1 0 907,-3-20 246,-8 12 22,-17 15-548,-11 43-650,9 3-78,4 32-68,31-19-11,16-5-67,19-15-427,-10-12 1,3-4-1482,5-8 0,4-8 1975,3-7 0,2-7 0,-4 3 0,-10 8 0,-2-1 0,12-14 0,1-1 0</inkml:trace>
  <inkml:trace contextRef="#ctx0" brushRef="#br0" timeOffset="222129">15750 18069 18216,'8'-6'1837,"-2"0"-1590,-6 6 290,0 0-32,35 62-393,-14-21 0,1 4-602,-3-10 1,1 2 0,-1-1 517,8 16 0,-2-4-39,3 4 379,-5-15-312,-2-12-90,-11-13-66,1-6-102,-3-41 135,-2-2 0,-1-3 67,0-3 0,-1-2 18,0 3 1,0-2 0,-1 4 1159,-1-19-1167,1 4 79,-3 41-68,0 9-22,0 4-190,7 10 190,5 16 22,13 19-5,-8-13 0,1 2-616,1 2 0,2 0 616,0 0 0,2 0-330,13 8 0,-1-4 302,5 4-34,-11-15 0,-1-9-168,-11-21 213,-5-15 34,-4-20-23,-6 0 0,-2-3 6,1 8 0,-1 1 591,-1-12 1,0 0-481,-1 8 1,-1 3 6,-1-10 751,0 2-886,3 30-45,1 6 23,0 3 11,12 10 50,10 10 0,4 5-11,-2-3 0,3 2-21,15 10 1,9 4 0,-2-4-25,4-6 0,1-3-267,-11-3 1,1 1 0,-2-5 64,2-7 1,-5-9-102,-9-10 1,-4-8 246,-7-18 0,-4-6 112,0 6 1,-2-1-40,-8-15 0,-8-1 61,-5 13 1,-4 4 139,-7-12 35,-10 1 22,7 36-258,5 10 525,-9 42-536,18-4 0,3 4-17,-3 2 0,3 2-323,9 15 0,5-3 351,7-1 0,-2-26 0,2-5-34,14-3-22,-7-14 56,-3-11 22,-11-25 1,-5-13-85,-1-2 0,-2-3 54,0 3 1,1-2 0,-1 2-219,-1-2 1,0 4 213,0-13 469,0 42-826,0 8 369,9 16 156,26 35-122,1-3-23,-6-13 0,5 3 1,-4-5-12,11 8 5,-8-10 1,-3-6 95,-17-19-68,-4-6 462,8-25-484,8-22-140,-6 13 1,1-1 27,-2 6 0,0 2 28,1 2 1,1 6-175,9 1-89,-1 11 78,-2 9 236,-3 19 61,-10 18 0,-4 8 253,2 13-18,-6-8 1,-2-3 240,-6-6-44,-4-11 22,-5-11-169,-4-9-279,0-6 56,-2-11-101,2-16-112,-1-24-228,9 14 1,2-6-162,1-4 1,2-5 0,0 3-326,1-8 0,2-1 374,4-2 0,3-5 0,2 8 301,-2 9 0,4 3 143,3 4 1,3-3-1,0 6 596,-1 4 1,0 3 318,1 2 1,-1 2-112,0 2-303,-12 17 22,0 5-374,9 22 0,9 25 1,3 12-1,1 0 1,-6-12-198,5 0 0,-1 0-220,-3 0 0,3 11 1,2 1-1,-2-8 0,-4-21-206,6-18 652,-15-38 1,-2-24 0,-3-8 0,0 12 36,2 11 1,-3 2-44,0-21 1,-1-6-1,-5 32 105,-11 60-165,3 9 1,3 13-1,4-8-104,6-14 0,6-2-286,13 28 1,10-17-1357,7-49 1,4-20 1021,-11 2 0,-1-4 0,-2-3 1128,-4-4 0,-2-2 0,-3 1 640,1-8 1,-5 4-275,-8-5-650,-11 42 157,-9 51-303,6-13-28,-2 3 1,2 2-40,16 8 1,5-4-18,12-16 0,5-5-196,-5-8 1,2-4-135,14-6 0,0-8 218,-15-5 0,-3-8 62,5-21 0,-6-7 73,-11 13 0,-2-1-228,-1-5 1,-1-4 0,-1 3 445,-2 5 1,-1 2-46,0-9 1,0 3 223,1 1-99,-1 10 211,0 11-481,5 12 179,18 41-224,1 2 16,-11-4 1,3 3-471,7 5 0,0-1-2291,-11-16 0,-1-2 1591,8 9 0,-10-9-2462,-19-22 3616,-24-17 0,7 4 0,-3-3 0</inkml:trace>
  <inkml:trace contextRef="#ctx0" brushRef="#br0" timeOffset="222260">18788 17434 15034,'26'-47'1522,"0"1"0,0-1 0,0 1 0,1-6 0,-1 3 0,7 1-1755,4 9 1,5 2-1,3 1 1,-3-1 37,-3-1 0,0-1 1,-2 2-1,-4 4 1,5-2-1,-3 1 1,4-9-1,1 0 1</inkml:trace>
  <inkml:trace contextRef="#ctx0" brushRef="#br0" timeOffset="224066">17029 15078 12311,'5'-2'3003,"-2"2"-3003,-3-1 224,7 18 246,2 4 12,6 20-45,2 2-56,3 6-112,3 3-28,-5-8 0,2 2-358,-5-10 0,0 2 158,3 5 0,1 5 0,-2-3-418,0-3 1,0 0 477,4 14 0,1-1-51,-7-16 0,-1 0 96,6 14 0,0 0-40,-7-14 0,0 0-17,1 2 1,1 3 0,-2-5-57,-2-3 1,0-2 5,3 10 1,1 0-309,-6-11 0,0-1 297,0 0 0,1 1-11,-2 1 0,1-1-147,0 1 0,0-1 135,0-3 1,0-1 5,8 26 1,1-10-1290,-3-15 1,1-1 1310,8 7 433,3 6-454,-10-15-12,-10-10 458,2 10-402,-2-4 169,-1-1-269,3 6 3436,-4-10-3381,0 4-11,-3-11 11,1-2 34,-1-1-34,0-4-56,-1 1 45,-1-4 45,0 2-34,0-2 45,0 0-56,-1 3 45,1-3-101,-1 3 67,31-1-11,3-2 5,18-4 1,10-4-10,-10-2 1,2-4-1,1 0-662,-11 4 0,1-1 0,1-1 0,1-1 677,6-2 0,2-2 0,0-1 0,-2 1-11,-4 2 0,-2-1 0,1 1 0,0-1-185,4-2 0,0 0 0,1 0 0,1-1-42,-9 2 1,1 0 0,0 0 0,1-1 0,-1 0 10,2-1 1,-1 0 0,1 0 0,2-2 0,2-1-283,-2 1 0,2-3 1,3 0-1,1-1 0,-1 0 1,-1 1-1,-2 1 498,-1 1 0,-2 1 0,-1 0 0,1 0 0,0 0 0,2-1 12,3-1 1,2-1 0,1-1 0,0 1 0,0 0 0,-2 0 0,-2 3-329,3-2 1,-2 2-1,-2 1 1,-1 0-1,2 1 320,-2 0 1,0 0-1,0 1 1,0-1 0,-1 2-122,-1-1 0,-1 2 1,-1-1-1,0 1 0,0-1 167,8-1 1,0-1 0,-1 1 0,4-1 123,-3 2 1,3-1 0,0-1-1,0 2 1,-4 0-103,0 0 1,-4 2 0,-1 0 0,3-1-31,-3 1 1,3 0 0,-1 0-1,-1 1 1,-4 1-6,5-1 1,-4 1 0,-2 1-23,-3 1 0,-1 0 0,-1 2 483,9-3 0,-3 1-498,-10 2 0,-4 2 0,11-2 1832,-21 4-1563,-12 3 2875,-6 1-2516,-2 0 1440,-1-3-2651,1-4-1961,4-6-2845,3-8 5389,5-6 0,-5 11 0,-1 1 0</inkml:trace>
  <inkml:trace contextRef="#ctx0" brushRef="#br0" timeOffset="351168">1422 15224 19381,'-45'16'1983,"7"-1"-1859,37-12 189,-1 0-481,2-1 168,14 1 146,15 2-146,27 0-34,-18-2 1,2-2-591,4 1 0,2-2 540,4-3 0,1-1 56,-2-1 0,0-1-415,-1-2 0,0-2-1540,8-3 0,-1 0 666,-19 3 1,-2 1-385,4-3 1,-6-1 1700,-13-4 0,-11 7 0,-8 1 0</inkml:trace>
  <inkml:trace contextRef="#ctx0" brushRef="#br0" timeOffset="351404">1835 15058 13700,'-33'-5'3608,"18"1"-3541,72 3 39,-27 1 1,2-1-311,16 2 0,4 3 148,0 7 0,-3 4 39,-15-3 1,-3 2 16,6 7 0,-7 3 22,-12 12 23,-10 1 78,-10 2 11,-10 0-190,-8-1-504,-7-5-560,2-10-370,6-10-2600,7-8 4090,6-11 0,4 5 0,2-6 0</inkml:trace>
  <inkml:trace contextRef="#ctx0" brushRef="#br0" timeOffset="351963">2768 14560 14221,'-35'14'706,"1"0"0,1 2 0,5 3 451,3 25-1067,6 12 72,13-24 0,2 0-237,1 3 1,1 0 40,4 1 1,3-1 21,1-1 1,4-1-17,3-3 0,4-1-6,15 4 1,5-3 38,-8-10 1,2-3 231,9 5 1,3-4-238,-3-7 0,-3-1 33,13 9 102,-4 0 884,-56 6 0,-13 2-812,1-5 1,-4 0-27,-11 8 1,-1-1-1090,-5 1 549,22-18 639,24-22-280,7-6 168,10-11-157,6-5 34,4 1 67,-2 3-101,-1 4-22,-6 8-112,0 7 56,1 16 67,-2 11-774,0 12-1209,-7 3-1031,-5-3-1715,-2-7 4729,-4-11 0,-1-6 0,-1-6 0</inkml:trace>
  <inkml:trace contextRef="#ctx0" brushRef="#br0" timeOffset="352079">3053 15220 14059,'-19'-36'44,"0"1"1,0-1 0,-8-10 0,11 10-45,21 21 0,-2 12 0,6-3 0</inkml:trace>
  <inkml:trace contextRef="#ctx0" brushRef="#br0" timeOffset="353033">3323 14865 15448,'4'0'1378,"-2"0"-784,-2 53-236,0-16-150,1 3 0,2 2-96,5 11-101,6 1 11,0-18 1,2 1-23,8 16 0,-8-21 0,1-2-124,3 3 113,-2-8-460,-3-8-145,-4-5 213,-2-7 77,-4-3 326,-2-3 371,-2-30-136,-1 2 0,-1-3-39,-1-2 0,-1-1 84,1-7 1,-1 2 116,-3 8 1,1 4-342,-1-7-56,1 6 0,4 24-269,1 5 269,3 8 0,10 7 11,9 11 0,2 3 1,3 1-360,-6-9 1,0 1 16,7 8 1,-1-1-488,10 1 414,-4-8 304,-7-11-35,-4-6 135,-12-8 56,-3-10 382,-7-11-147,-2-11-168,-3-7 280,-3-16-403,1 19 0,1-1-235,6 30 257,7 21 124,6 10-23,10 15-123,6 1 0,3-4-101,-1-8-44,1-11 22,-1-8-23,-4-4 146,-3-5 22,-1-19 225,-6-3-68,-1-21 112,-8 16 0,-1 1-144,2-12-125,4-3-11,-4 32 45,3 22 118,3 25 0,0 11-861,-2-4 0,1 4 694,-1 0 1,0 5-1,0-2-7,-3-9 0,-1-2 0,1 4-196,1 9 0,2 7 0,-1-1 1,-1-8 245,-1 0 1,0-3-152,2 10 0,1 4 0,-7-32 101,-8-40 11,-10-23 84,3 7 1,0-3-570,-3-7 1,-1-3 478,0-5 1,0-2 100,0-6 1,1-1-107,0-2 0,2-3 78,4 5 1,1-3-1,1 3-56,-1-4 1,2 1-23,3 13 0,2-2 0,1 8-112,7-11 1104,9 26-992,0 23 23,3 29 66,-3 21 56,-10-12 0,-2 2-67,-1 2 1,-2 3 33,-1 14 0,-2-1-96,-4-16 1,-1-2 17,0 8 0,-2-4-247,-16 7-974,7-23 127,-2-5-4262,6-33 5322,0-13 0,4 6 0,1-3 0</inkml:trace>
  <inkml:trace contextRef="#ctx0" brushRef="#br0" timeOffset="353404">4222 14624 16703,'13'47'169,"1"0"1,0 0 0,0-1 0,0 1-1,2 6 1,-1-4 0,2 2-170,0-3 0,0 3 0,1-1 0,-1-8-576,5 2 1,0-7 541,0-3 0,2-3-408,0-6 0,1-3 978,25 11-1220,-1-15-403,-3-9 39,-16-17 0,-1-8 1020,-2-8 0,-4-6 538,0-11 0,-4-2 568,-6 5 1,-4 1-424,-6 5 1,-5 4 3714,-10 5-3698,-1 25-634,-2 35-407,20 19-870,3-26 1,5-2-3367,28 13 4605,6-29 0,-18-9 0,-6-3 0</inkml:trace>
  <inkml:trace contextRef="#ctx0" brushRef="#br0" timeOffset="358817">4338 14689 14081,'-1'-7'841,"0"2"-449,1 4 2184,0 0-2317,-1-1 234,1 1-303,-2-1 247,0-3-437,-3-1 101,-2-4-101,-2 0 44,0 0 35,-1 2-79,4 4-11,1 1 11,2 3-12,3 0-122,-2 0 123,2 8 0,-1 8 11,4 12 56,4 9-45,8 6-11,7 6-384,4 5 423,-10-25 1,0 1-57,0 0 0,0 1 17,2 1 0,-1 0 0,1 0 0,-1-1-142,0-1 0,1-1 165,-1-2 0,1-2-69,16 20 69,-1-7-23,0-6 0,-2 0 167,3-3-144,-2 1-34,2-1 11,-3-2-35,-1-4 35,-2-4 288,-2-6-288,1-3-56,0-6 56,-1-1 190,-4-3-190,-3-3 0,-5-3 0,-5-2 11,-4 0-11,-3 2 0,-2 2-22,0 3-180,-3 0-3540,1-7-12,-1-1 3754,1-10 0,2 9 0,0 1 0</inkml:trace>
  <inkml:trace contextRef="#ctx0" brushRef="#br0" timeOffset="366451">5752 14729 8905,'0'0'0</inkml:trace>
  <inkml:trace contextRef="#ctx0" brushRef="#br0" timeOffset="366623">6010 15274 16927,'-38'14'-2462,"-1"0"1,7-1 0,5-5 2461,8-11 0,13 2 0,3-4 0</inkml:trace>
  <inkml:trace contextRef="#ctx0" brushRef="#br0" timeOffset="367486">6484 14981 16266,'9'50'22,"0"0"0,1 0 1,0 7-1,0-6-22,5 5-44,-9-35 257,-3-10-213,-1-4-22,-11-7 22,-5-6 212,-10-9-32,-4-14 178,-1-14 191,7 0 0,0-4-886,6 11 1,0 0 470,-5-16 0,1 1-123,8 17 1,1 2 83,1 0 0,2 2-95,-3-22-327,5 9 260,4 12 22,2 10-190,0 11-348,5 6 79,7 12 1540,18 43-1031,-18-24 1,-1 4-628,5 19 1,-3 2 671,-6-5 1,-3-1-46,-1 1 1,-1-1-6,-1-3 0,1-3-28,-1-7 0,1-2 6,5 14-90,4-17 101,3-14 11,8-8 44,5-4 1,8-8 1521,7-10-1633,-8-5 0,0-5-23,-7 4 1,-1-1 55,8-9 0,-2-1 28,-12 8 1,-2 2 5,12-24 45,-8 6 101,-8 10 963,-7 8-223,-4 13 110,-6 4-996,0 6-123,-4 6 112,1 1-56,2 6-180,3 0-313,1-1-179,7-2 179,3-2 21,10-3 158,3-3-156,11-16 526,-7-1 11,4-14 0,-17 7 190,-3 3 23,-6 7 380,-2 5 114,-2 4-181,-1 2-470,3 24 157,4 14 0,2 8-150,0-3 1,0 4 0,1 2-576,-1-3 1,2 3 0,0-1 0,-1-1 529,2 7 1,0-1 0,-1-2-19,-1-6 0,0 0 0,0-3-506,1 7 0,0-5-973,2 12-112,1-5-1177,-9-38-940,-2-16 3708,0-18 0,-2 10 0,0-9 0</inkml:trace>
  <inkml:trace contextRef="#ctx0" brushRef="#br0" timeOffset="368541">7268 15130 18686,'23'40'53,"-1"-1"0,1 1 1,5 7-1,-2-5-243,5 5-202,-12-27-404,-2-5-862,1-6 1400,-6-5 258,0-13 101,-8-10-12,-3-17 869,-3-10 0,-1-4 140,0 15 1,0 2-859,0-11 1,-1 7-308,-1 21 117,19 43 1,7 16-353,3 6-186,1-5 1,4-2-1463,12-5 997,-6-18 931,-5-15 22,-12-24 0,-13-17 179,-6-4 1,-3-5 408,-5-8 0,-3-2-663,4 14 0,-1-1 0,0 2 417,-4-7 0,0 6 307,-4-9 35,13 41-684,2 11 0,2 18 112,13 14-67,9 21-365,-5-24 0,2 0 336,2 2 1,0 0-23,1-2 1,1-2 5,-1-1 0,0-1-11,-1-4 0,1-1 1458,17 14-2523,7-5 449,-16-15 380,3-4 146,-18-11 79,-6-3 212,-3-9-44,-4 0 729,-1-8-662,-5 7 78,0 3 45,-3 5-112,2 2-224,2 3-145,1 0-91,1 0 225,1 4-56,0 6-11,1 7 55,4 4-10,4-1-147,0-2-144,0-6 88,-4-5 157,-2-4 79,-2-1 0,-1-11 68,0-1 44,0-8 56,0 3-134,0 4-12,0 3-44,0 5-79,11 1 146,15 17-617,13 3 1,2 5 358,-9-8 213,-16-19 112,-9-13-56,-5-13 67,-2-15 336,0-9-95,-3 8 1,-3-1-527,2 11 1,-1-1 486,-3-10 0,-1 0-37,1 13 0,0 5-265,-1-6-236,2 8 213,12 44 157,11 19-269,-2-3 0,2 8 0,0-2-1204,2 8 1,1 1 213,-2-4 0,2 2 0,-1-2 1102,3 9 0,-2-6 0,0 0 0,4 1 0</inkml:trace>
  <inkml:trace contextRef="#ctx0" brushRef="#br0" timeOffset="369302">8114 15366 16804,'38'-7'74,"0"0"1,-2 0 0,-2-4-8,15-17-67,-7-1 67,3-8 135,-16 11 380,-4 4 1178,-17 16-1278,-7 19-258,-1 13-90,0 19-44,0 11-289,-1-25 0,1-1 199,0 28-56,-1-7-131,1-12 120,0-11-1323,9-10 673,-1-10 337,11-14 32,-3-15-33,0-17 381,-1-10-2861,-5-4 2883,-3 3 817,-5-6-44,0 22 135,-2-1 11,0 25-134,0 5-168,0 4-718,0 12 3415,0 6-3392,0 14 23,4 0-539,9 5 68,1-15 11,7-4 79,-3-15 22,0-4 234,4-13 35,1-9 78,2-15-11,-1-8 56,-1-1 45,-4 1-45,-1 3 45,-5 9-45,-3 10 448,-4 9 0,-2 9 12,-2 5 145,4 7 89,16 42-616,-9-21 1,0 4-448,6 22 1,0 5 371,-7-20 1,-1 1 0,-1 1-527,1 5 0,0 1 0,-2 1 482,1 2 0,-1 1 0,-1 0-161,-1 0 0,0-1 1,0 0-251,-2-2 0,-1-2 0,1-1-596,0 14 1,0-3-208,-1-10 0,0-5-5390,2 14 6645,-3-27 0,-2-16 0,-1-11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170237" cy="479425"/>
          </a:xfrm>
          <a:prstGeom prst="rect">
            <a:avLst/>
          </a:prstGeom>
          <a:noFill/>
          <a:ln>
            <a:noFill/>
          </a:ln>
        </p:spPr>
        <p:txBody>
          <a:bodyPr spcFirstLastPara="1" wrap="square" lIns="96650" tIns="48325" rIns="96650" bIns="48325"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4143375" y="0"/>
            <a:ext cx="3170237" cy="479425"/>
          </a:xfrm>
          <a:prstGeom prst="rect">
            <a:avLst/>
          </a:prstGeom>
          <a:noFill/>
          <a:ln>
            <a:noFill/>
          </a:ln>
        </p:spPr>
        <p:txBody>
          <a:bodyPr spcFirstLastPara="1" wrap="square" lIns="96650" tIns="48325" rIns="96650" bIns="48325" anchor="t" anchorCtr="0">
            <a:noAutofit/>
          </a:bodyPr>
          <a:lstStyle>
            <a:lvl1pPr marR="0" lvl="0" algn="r" rtl="0">
              <a:lnSpc>
                <a:spcPct val="100000"/>
              </a:lnSpc>
              <a:spcBef>
                <a:spcPts val="0"/>
              </a:spcBef>
              <a:spcAft>
                <a:spcPts val="0"/>
              </a:spcAft>
              <a:buClr>
                <a:srgbClr val="000000"/>
              </a:buClr>
              <a:buSzPts val="1400"/>
              <a:buFont typeface="Arial"/>
              <a:buNone/>
              <a:defRPr sz="13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9120187"/>
            <a:ext cx="3170237" cy="479425"/>
          </a:xfrm>
          <a:prstGeom prst="rect">
            <a:avLst/>
          </a:prstGeom>
          <a:noFill/>
          <a:ln>
            <a:noFill/>
          </a:ln>
        </p:spPr>
        <p:txBody>
          <a:bodyPr spcFirstLastPara="1" wrap="square" lIns="96650" tIns="48325" rIns="96650" bIns="48325" anchor="b"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4143375" y="9120187"/>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IN" sz="1300" b="0" i="0" u="none" strike="noStrike" cap="none">
                <a:solidFill>
                  <a:srgbClr val="000000"/>
                </a:solidFill>
                <a:latin typeface="Arial"/>
                <a:ea typeface="Arial"/>
                <a:cs typeface="Arial"/>
                <a:sym typeface="Arial"/>
              </a:rPr>
              <a:t>‹#›</a:t>
            </a:fld>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1: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42" name="Google Shape;42;p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2: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48" name="Google Shape;48;p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txBox="1">
            <a:spLocks noGrp="1"/>
          </p:cNvSpPr>
          <p:nvPr>
            <p:ph type="body" idx="1"/>
          </p:nvPr>
        </p:nvSpPr>
        <p:spPr>
          <a:xfrm>
            <a:off x="731837" y="4560887"/>
            <a:ext cx="5851525" cy="4319587"/>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54" name="Google Shape;54;p3: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4:notes"/>
          <p:cNvSpPr txBox="1">
            <a:spLocks noGrp="1"/>
          </p:cNvSpPr>
          <p:nvPr>
            <p:ph type="body" idx="1"/>
          </p:nvPr>
        </p:nvSpPr>
        <p:spPr>
          <a:xfrm>
            <a:off x="731837" y="4560887"/>
            <a:ext cx="5851525" cy="4319587"/>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60" name="Google Shape;60;p4: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5:notes"/>
          <p:cNvSpPr txBox="1">
            <a:spLocks noGrp="1"/>
          </p:cNvSpPr>
          <p:nvPr>
            <p:ph type="body" idx="1"/>
          </p:nvPr>
        </p:nvSpPr>
        <p:spPr>
          <a:xfrm>
            <a:off x="731837" y="4560887"/>
            <a:ext cx="5851525" cy="4319587"/>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66" name="Google Shape;66;p5: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6:notes"/>
          <p:cNvSpPr txBox="1">
            <a:spLocks noGrp="1"/>
          </p:cNvSpPr>
          <p:nvPr>
            <p:ph type="body" idx="1"/>
          </p:nvPr>
        </p:nvSpPr>
        <p:spPr>
          <a:xfrm>
            <a:off x="731837" y="4560887"/>
            <a:ext cx="5851525" cy="4319587"/>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73" name="Google Shape;73;p6: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6:notes"/>
          <p:cNvSpPr txBox="1">
            <a:spLocks noGrp="1"/>
          </p:cNvSpPr>
          <p:nvPr>
            <p:ph type="body" idx="1"/>
          </p:nvPr>
        </p:nvSpPr>
        <p:spPr>
          <a:xfrm>
            <a:off x="731837" y="4560887"/>
            <a:ext cx="5851525" cy="4319587"/>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73" name="Google Shape;73;p6: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470980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6:notes"/>
          <p:cNvSpPr txBox="1">
            <a:spLocks noGrp="1"/>
          </p:cNvSpPr>
          <p:nvPr>
            <p:ph type="body" idx="1"/>
          </p:nvPr>
        </p:nvSpPr>
        <p:spPr>
          <a:xfrm>
            <a:off x="731837" y="4560887"/>
            <a:ext cx="5851525" cy="4319587"/>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73" name="Google Shape;73;p6: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801855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7:notes"/>
          <p:cNvSpPr txBox="1">
            <a:spLocks noGrp="1"/>
          </p:cNvSpPr>
          <p:nvPr>
            <p:ph type="body" idx="1"/>
          </p:nvPr>
        </p:nvSpPr>
        <p:spPr>
          <a:xfrm>
            <a:off x="731837" y="4560887"/>
            <a:ext cx="5851525" cy="4319587"/>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79" name="Google Shape;79;p7: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8:notes"/>
          <p:cNvSpPr txBox="1">
            <a:spLocks noGrp="1"/>
          </p:cNvSpPr>
          <p:nvPr>
            <p:ph type="body" idx="1"/>
          </p:nvPr>
        </p:nvSpPr>
        <p:spPr>
          <a:xfrm>
            <a:off x="731837" y="4560887"/>
            <a:ext cx="5851525" cy="4319587"/>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85" name="Google Shape;85;p8: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0:notes"/>
          <p:cNvSpPr txBox="1">
            <a:spLocks noGrp="1"/>
          </p:cNvSpPr>
          <p:nvPr>
            <p:ph type="body" idx="1"/>
          </p:nvPr>
        </p:nvSpPr>
        <p:spPr>
          <a:xfrm>
            <a:off x="731837" y="4560887"/>
            <a:ext cx="5851525" cy="4319587"/>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98" name="Google Shape;98;p1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11:notes"/>
          <p:cNvSpPr txBox="1">
            <a:spLocks noGrp="1"/>
          </p:cNvSpPr>
          <p:nvPr>
            <p:ph type="body" idx="1"/>
          </p:nvPr>
        </p:nvSpPr>
        <p:spPr>
          <a:xfrm>
            <a:off x="731837" y="4560887"/>
            <a:ext cx="5851525" cy="4319587"/>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04" name="Google Shape;104;p1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12:notes"/>
          <p:cNvSpPr txBox="1">
            <a:spLocks noGrp="1"/>
          </p:cNvSpPr>
          <p:nvPr>
            <p:ph type="body" idx="1"/>
          </p:nvPr>
        </p:nvSpPr>
        <p:spPr>
          <a:xfrm>
            <a:off x="731837" y="4560887"/>
            <a:ext cx="5851525" cy="4319587"/>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1" name="Google Shape;111;p1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13:notes"/>
          <p:cNvSpPr txBox="1">
            <a:spLocks noGrp="1"/>
          </p:cNvSpPr>
          <p:nvPr>
            <p:ph type="body" idx="1"/>
          </p:nvPr>
        </p:nvSpPr>
        <p:spPr>
          <a:xfrm>
            <a:off x="731837" y="4560887"/>
            <a:ext cx="5851525" cy="4319587"/>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7" name="Google Shape;117;p13: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4:notes"/>
          <p:cNvSpPr txBox="1">
            <a:spLocks noGrp="1"/>
          </p:cNvSpPr>
          <p:nvPr>
            <p:ph type="body" idx="1"/>
          </p:nvPr>
        </p:nvSpPr>
        <p:spPr>
          <a:xfrm>
            <a:off x="731837" y="4560887"/>
            <a:ext cx="5851525" cy="4319587"/>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23" name="Google Shape;123;p14: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9:notes"/>
          <p:cNvSpPr txBox="1">
            <a:spLocks noGrp="1"/>
          </p:cNvSpPr>
          <p:nvPr>
            <p:ph type="body" idx="1"/>
          </p:nvPr>
        </p:nvSpPr>
        <p:spPr>
          <a:xfrm>
            <a:off x="731837" y="4560887"/>
            <a:ext cx="5851525" cy="4319587"/>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91" name="Google Shape;91;p9: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24864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9:notes"/>
          <p:cNvSpPr txBox="1">
            <a:spLocks noGrp="1"/>
          </p:cNvSpPr>
          <p:nvPr>
            <p:ph type="body" idx="1"/>
          </p:nvPr>
        </p:nvSpPr>
        <p:spPr>
          <a:xfrm>
            <a:off x="731837" y="4560887"/>
            <a:ext cx="5851525" cy="4319587"/>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91" name="Google Shape;91;p9: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977338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9:notes"/>
          <p:cNvSpPr txBox="1">
            <a:spLocks noGrp="1"/>
          </p:cNvSpPr>
          <p:nvPr>
            <p:ph type="body" idx="1"/>
          </p:nvPr>
        </p:nvSpPr>
        <p:spPr>
          <a:xfrm>
            <a:off x="731837" y="4560887"/>
            <a:ext cx="5851525" cy="4319587"/>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91" name="Google Shape;91;p9: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9:notes"/>
          <p:cNvSpPr txBox="1">
            <a:spLocks noGrp="1"/>
          </p:cNvSpPr>
          <p:nvPr>
            <p:ph type="body" idx="1"/>
          </p:nvPr>
        </p:nvSpPr>
        <p:spPr>
          <a:xfrm>
            <a:off x="731837" y="4560887"/>
            <a:ext cx="5851525" cy="4319587"/>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91" name="Google Shape;91;p9: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75304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9:notes"/>
          <p:cNvSpPr txBox="1">
            <a:spLocks noGrp="1"/>
          </p:cNvSpPr>
          <p:nvPr>
            <p:ph type="body" idx="1"/>
          </p:nvPr>
        </p:nvSpPr>
        <p:spPr>
          <a:xfrm>
            <a:off x="731837" y="4560887"/>
            <a:ext cx="5851525" cy="4319587"/>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91" name="Google Shape;91;p9: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311989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9:notes"/>
          <p:cNvSpPr txBox="1">
            <a:spLocks noGrp="1"/>
          </p:cNvSpPr>
          <p:nvPr>
            <p:ph type="body" idx="1"/>
          </p:nvPr>
        </p:nvSpPr>
        <p:spPr>
          <a:xfrm>
            <a:off x="731837" y="4560887"/>
            <a:ext cx="5851525" cy="4319587"/>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91" name="Google Shape;91;p9: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656814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8"/>
        <p:cNvGrpSpPr/>
        <p:nvPr/>
      </p:nvGrpSpPr>
      <p:grpSpPr>
        <a:xfrm>
          <a:off x="0" y="0"/>
          <a:ext cx="0" cy="0"/>
          <a:chOff x="0" y="0"/>
          <a:chExt cx="0" cy="0"/>
        </a:xfrm>
      </p:grpSpPr>
      <p:sp>
        <p:nvSpPr>
          <p:cNvPr id="19" name="Google Shape;19;p2"/>
          <p:cNvSpPr txBox="1">
            <a:spLocks noGrp="1"/>
          </p:cNvSpPr>
          <p:nvPr>
            <p:ph type="body" idx="1"/>
          </p:nvPr>
        </p:nvSpPr>
        <p:spPr>
          <a:xfrm>
            <a:off x="2514600" y="5410200"/>
            <a:ext cx="6019800" cy="533400"/>
          </a:xfrm>
          <a:prstGeom prst="rect">
            <a:avLst/>
          </a:prstGeom>
          <a:noFill/>
          <a:ln>
            <a:noFill/>
          </a:ln>
        </p:spPr>
        <p:txBody>
          <a:bodyPr spcFirstLastPara="1" wrap="square" lIns="91425" tIns="45700" rIns="91425" bIns="45700" anchor="b" anchorCtr="0">
            <a:noAutofit/>
          </a:bodyPr>
          <a:lstStyle>
            <a:lvl1pPr marL="457200" lvl="0" indent="-228600" algn="r">
              <a:lnSpc>
                <a:spcPct val="100000"/>
              </a:lnSpc>
              <a:spcBef>
                <a:spcPts val="0"/>
              </a:spcBef>
              <a:spcAft>
                <a:spcPts val="0"/>
              </a:spcAft>
              <a:buClr>
                <a:schemeClr val="lt1"/>
              </a:buClr>
              <a:buSzPts val="1800"/>
              <a:buNone/>
              <a:defRPr sz="1800">
                <a:solidFill>
                  <a:schemeClr val="lt1"/>
                </a:solidFil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0" name="Google Shape;20;p2"/>
          <p:cNvSpPr txBox="1">
            <a:spLocks noGrp="1"/>
          </p:cNvSpPr>
          <p:nvPr>
            <p:ph type="title"/>
          </p:nvPr>
        </p:nvSpPr>
        <p:spPr>
          <a:xfrm>
            <a:off x="2514600" y="3810000"/>
            <a:ext cx="6019800" cy="1524000"/>
          </a:xfrm>
          <a:prstGeom prst="rect">
            <a:avLst/>
          </a:prstGeom>
          <a:noFill/>
          <a:ln>
            <a:noFill/>
          </a:ln>
        </p:spPr>
        <p:txBody>
          <a:bodyPr spcFirstLastPara="1" wrap="square" lIns="91425" tIns="45700" rIns="91425" bIns="45700" anchor="ctr" anchorCtr="0">
            <a:noAutofit/>
          </a:bodyPr>
          <a:lstStyle>
            <a:lvl1pPr lvl="0" algn="l">
              <a:lnSpc>
                <a:spcPct val="90909"/>
              </a:lnSpc>
              <a:spcBef>
                <a:spcPts val="0"/>
              </a:spcBef>
              <a:spcAft>
                <a:spcPts val="0"/>
              </a:spcAft>
              <a:buSzPts val="1400"/>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37"/>
        <p:cNvGrpSpPr/>
        <p:nvPr/>
      </p:nvGrpSpPr>
      <p:grpSpPr>
        <a:xfrm>
          <a:off x="0" y="0"/>
          <a:ext cx="0" cy="0"/>
          <a:chOff x="0" y="0"/>
          <a:chExt cx="0" cy="0"/>
        </a:xfrm>
      </p:grpSpPr>
      <p:sp>
        <p:nvSpPr>
          <p:cNvPr id="38" name="Google Shape;38;p4"/>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lvl1pPr marL="457200" marR="0" lvl="0" indent="-381000" algn="l">
              <a:lnSpc>
                <a:spcPct val="100000"/>
              </a:lnSpc>
              <a:spcBef>
                <a:spcPts val="480"/>
              </a:spcBef>
              <a:spcAft>
                <a:spcPts val="0"/>
              </a:spcAft>
              <a:buClr>
                <a:srgbClr val="101141"/>
              </a:buClr>
              <a:buSzPts val="2400"/>
              <a:buFont typeface="Arial"/>
              <a:buChar char="•"/>
              <a:defRPr sz="1800">
                <a:latin typeface="Arial"/>
                <a:ea typeface="Arial"/>
                <a:cs typeface="Arial"/>
                <a:sym typeface="Arial"/>
              </a:defRPr>
            </a:lvl1pPr>
            <a:lvl2pPr marL="914400" marR="0" lvl="1" indent="-33020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9" name="Google Shape;39;p4"/>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lvl1pPr marL="457200" lvl="0" indent="-228600" algn="l">
              <a:lnSpc>
                <a:spcPct val="100000"/>
              </a:lnSpc>
              <a:spcBef>
                <a:spcPts val="0"/>
              </a:spcBef>
              <a:spcAft>
                <a:spcPts val="0"/>
              </a:spcAft>
              <a:buClr>
                <a:srgbClr val="0070C0"/>
              </a:buClr>
              <a:buSzPts val="3600"/>
              <a:buNone/>
              <a:defRPr sz="3200" b="1">
                <a:solidFill>
                  <a:srgbClr val="0070C0"/>
                </a:solidFill>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
        <p:cNvGrpSpPr/>
        <p:nvPr/>
      </p:nvGrpSpPr>
      <p:grpSpPr>
        <a:xfrm>
          <a:off x="0" y="0"/>
          <a:ext cx="0" cy="0"/>
          <a:chOff x="0" y="0"/>
          <a:chExt cx="0" cy="0"/>
        </a:xfrm>
      </p:grpSpPr>
      <p:sp>
        <p:nvSpPr>
          <p:cNvPr id="10" name="Google Shape;10;p1"/>
          <p:cNvSpPr txBox="1"/>
          <p:nvPr/>
        </p:nvSpPr>
        <p:spPr>
          <a:xfrm>
            <a:off x="0" y="3352800"/>
            <a:ext cx="8686800" cy="2743200"/>
          </a:xfrm>
          <a:prstGeom prst="rect">
            <a:avLst/>
          </a:prstGeom>
          <a:solidFill>
            <a:srgbClr val="10114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 name="Google Shape;11;p1"/>
          <p:cNvSpPr txBox="1"/>
          <p:nvPr/>
        </p:nvSpPr>
        <p:spPr>
          <a:xfrm>
            <a:off x="2895600" y="609600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 name="Google Shape;12;p1"/>
          <p:cNvSpPr txBox="1"/>
          <p:nvPr/>
        </p:nvSpPr>
        <p:spPr>
          <a:xfrm>
            <a:off x="0" y="609600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 name="Google Shape;13;p1"/>
          <p:cNvSpPr txBox="1"/>
          <p:nvPr/>
        </p:nvSpPr>
        <p:spPr>
          <a:xfrm>
            <a:off x="5791200" y="609600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14" name="Google Shape;14;p1" descr="BITS_university_logo_whitevert.png"/>
          <p:cNvPicPr preferRelativeResize="0"/>
          <p:nvPr/>
        </p:nvPicPr>
        <p:blipFill rotWithShape="1">
          <a:blip r:embed="rId4">
            <a:alphaModFix/>
          </a:blip>
          <a:srcRect t="1" b="28591"/>
          <a:stretch/>
        </p:blipFill>
        <p:spPr>
          <a:xfrm>
            <a:off x="76200" y="3352800"/>
            <a:ext cx="2057400" cy="1979612"/>
          </a:xfrm>
          <a:prstGeom prst="rect">
            <a:avLst/>
          </a:prstGeom>
          <a:noFill/>
          <a:ln>
            <a:noFill/>
          </a:ln>
        </p:spPr>
      </p:pic>
      <p:sp>
        <p:nvSpPr>
          <p:cNvPr id="15" name="Google Shape;15;p1"/>
          <p:cNvSpPr txBox="1"/>
          <p:nvPr/>
        </p:nvSpPr>
        <p:spPr>
          <a:xfrm>
            <a:off x="-76200" y="5257800"/>
            <a:ext cx="2209800" cy="55403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lt1"/>
              </a:buClr>
              <a:buSzPts val="2900"/>
              <a:buFont typeface="Arial"/>
              <a:buNone/>
            </a:pPr>
            <a:r>
              <a:rPr lang="en-IN" sz="2900" b="1" i="0" u="none" strike="noStrike" cap="none">
                <a:solidFill>
                  <a:schemeClr val="lt1"/>
                </a:solidFill>
                <a:latin typeface="Arial"/>
                <a:ea typeface="Arial"/>
                <a:cs typeface="Arial"/>
                <a:sym typeface="Arial"/>
              </a:rPr>
              <a:t>BITS</a:t>
            </a:r>
            <a:r>
              <a:rPr lang="en-IN" sz="2900" b="0" i="0" u="none" strike="noStrike" cap="none">
                <a:solidFill>
                  <a:schemeClr val="lt1"/>
                </a:solidFill>
                <a:latin typeface="Arial"/>
                <a:ea typeface="Arial"/>
                <a:cs typeface="Arial"/>
                <a:sym typeface="Arial"/>
              </a:rPr>
              <a:t> Pilani</a:t>
            </a:r>
            <a:endParaRPr sz="1400" b="0" i="0" u="none" strike="noStrike" cap="none">
              <a:solidFill>
                <a:srgbClr val="000000"/>
              </a:solidFill>
              <a:latin typeface="Arial"/>
              <a:ea typeface="Arial"/>
              <a:cs typeface="Arial"/>
              <a:sym typeface="Arial"/>
            </a:endParaRPr>
          </a:p>
        </p:txBody>
      </p:sp>
      <p:sp>
        <p:nvSpPr>
          <p:cNvPr id="16" name="Google Shape;16;p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17" name="Google Shape;17;p1"/>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
        <p:cNvGrpSpPr/>
        <p:nvPr/>
      </p:nvGrpSpPr>
      <p:grpSpPr>
        <a:xfrm>
          <a:off x="0" y="0"/>
          <a:ext cx="0" cy="0"/>
          <a:chOff x="0" y="0"/>
          <a:chExt cx="0" cy="0"/>
        </a:xfrm>
      </p:grpSpPr>
      <p:grpSp>
        <p:nvGrpSpPr>
          <p:cNvPr id="22" name="Google Shape;22;p3"/>
          <p:cNvGrpSpPr/>
          <p:nvPr/>
        </p:nvGrpSpPr>
        <p:grpSpPr>
          <a:xfrm>
            <a:off x="2084387" y="6550025"/>
            <a:ext cx="7059612" cy="49212"/>
            <a:chOff x="2083888" y="6550671"/>
            <a:chExt cx="7060112" cy="48665"/>
          </a:xfrm>
        </p:grpSpPr>
        <p:sp>
          <p:nvSpPr>
            <p:cNvPr id="23" name="Google Shape;23;p3"/>
            <p:cNvSpPr txBox="1"/>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4" name="Google Shape;24;p3"/>
            <p:cNvSpPr txBox="1"/>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5" name="Google Shape;25;p3"/>
            <p:cNvSpPr txBox="1"/>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pic>
        <p:nvPicPr>
          <p:cNvPr id="26" name="Google Shape;26;p3" descr="Picture 7.png"/>
          <p:cNvPicPr preferRelativeResize="0"/>
          <p:nvPr/>
        </p:nvPicPr>
        <p:blipFill rotWithShape="1">
          <a:blip r:embed="rId3">
            <a:alphaModFix/>
          </a:blip>
          <a:srcRect l="1921" b="5333"/>
          <a:stretch/>
        </p:blipFill>
        <p:spPr>
          <a:xfrm>
            <a:off x="6629400" y="0"/>
            <a:ext cx="2193925" cy="692150"/>
          </a:xfrm>
          <a:prstGeom prst="rect">
            <a:avLst/>
          </a:prstGeom>
          <a:noFill/>
          <a:ln>
            <a:noFill/>
          </a:ln>
        </p:spPr>
      </p:pic>
      <p:grpSp>
        <p:nvGrpSpPr>
          <p:cNvPr id="27" name="Google Shape;27;p3"/>
          <p:cNvGrpSpPr/>
          <p:nvPr/>
        </p:nvGrpSpPr>
        <p:grpSpPr>
          <a:xfrm>
            <a:off x="2133600" y="6553200"/>
            <a:ext cx="7010400" cy="46037"/>
            <a:chOff x="1905000" y="6553200"/>
            <a:chExt cx="7010400" cy="45719"/>
          </a:xfrm>
        </p:grpSpPr>
        <p:sp>
          <p:nvSpPr>
            <p:cNvPr id="28" name="Google Shape;28;p3"/>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9" name="Google Shape;29;p3"/>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0" name="Google Shape;30;p3"/>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31" name="Google Shape;31;p3"/>
          <p:cNvGrpSpPr/>
          <p:nvPr/>
        </p:nvGrpSpPr>
        <p:grpSpPr>
          <a:xfrm>
            <a:off x="0" y="1295400"/>
            <a:ext cx="7010400" cy="46037"/>
            <a:chOff x="1905000" y="6553200"/>
            <a:chExt cx="7010400" cy="45719"/>
          </a:xfrm>
        </p:grpSpPr>
        <p:sp>
          <p:nvSpPr>
            <p:cNvPr id="32" name="Google Shape;32;p3"/>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3" name="Google Shape;33;p3"/>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4" name="Google Shape;34;p3"/>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35" name="Google Shape;35;p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36" name="Google Shape;36;p3"/>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customXml" Target="../ink/ink2.xml"/></Relationships>
</file>

<file path=ppt/slides/_rels/slide6.xml.rels><?xml version="1.0" encoding="UTF-8" standalone="yes"?>
<Relationships xmlns="http://schemas.openxmlformats.org/package/2006/relationships"><Relationship Id="rId3" Type="http://schemas.openxmlformats.org/officeDocument/2006/relationships/hyperlink" Target="https://pmarchive.com/guide_to_startups_part4.html"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customXml" Target="../ink/ink3.xml"/></Relationships>
</file>

<file path=ppt/slides/_rels/slide7.xml.rels><?xml version="1.0" encoding="UTF-8" standalone="yes"?>
<Relationships xmlns="http://schemas.openxmlformats.org/package/2006/relationships"><Relationship Id="rId8" Type="http://schemas.openxmlformats.org/officeDocument/2006/relationships/image" Target="../media/image13.svg"/><Relationship Id="rId13" Type="http://schemas.openxmlformats.org/officeDocument/2006/relationships/image" Target="../media/image18.png"/><Relationship Id="rId18" Type="http://schemas.openxmlformats.org/officeDocument/2006/relationships/image" Target="../media/image22.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svg"/><Relationship Id="rId17" Type="http://schemas.openxmlformats.org/officeDocument/2006/relationships/customXml" Target="../ink/ink4.xml"/><Relationship Id="rId2" Type="http://schemas.openxmlformats.org/officeDocument/2006/relationships/notesSlide" Target="../notesSlides/notesSlide7.xml"/><Relationship Id="rId16" Type="http://schemas.openxmlformats.org/officeDocument/2006/relationships/image" Target="../media/image21.svg"/><Relationship Id="rId1" Type="http://schemas.openxmlformats.org/officeDocument/2006/relationships/slideLayout" Target="../slideLayouts/slideLayout2.xml"/><Relationship Id="rId6" Type="http://schemas.openxmlformats.org/officeDocument/2006/relationships/image" Target="../media/image11.sv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 Id="rId14" Type="http://schemas.openxmlformats.org/officeDocument/2006/relationships/image" Target="../media/image19.sv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customXml" Target="../ink/ink5.xml"/></Relationships>
</file>

<file path=ppt/slides/_rels/slide9.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5"/>
          <p:cNvSpPr txBox="1">
            <a:spLocks noGrp="1"/>
          </p:cNvSpPr>
          <p:nvPr>
            <p:ph type="body" idx="1"/>
          </p:nvPr>
        </p:nvSpPr>
        <p:spPr>
          <a:xfrm>
            <a:off x="2571750" y="5181600"/>
            <a:ext cx="6019800" cy="914400"/>
          </a:xfrm>
          <a:prstGeom prst="rect">
            <a:avLst/>
          </a:prstGeom>
          <a:noFill/>
          <a:ln>
            <a:noFill/>
          </a:ln>
        </p:spPr>
        <p:txBody>
          <a:bodyPr spcFirstLastPara="1" wrap="square" lIns="91425" tIns="45700" rIns="91425" bIns="45700" anchor="b" anchorCtr="0">
            <a:noAutofit/>
          </a:bodyPr>
          <a:lstStyle/>
          <a:p>
            <a:pPr marL="0" marR="0" lvl="0" indent="0" algn="r" rtl="0">
              <a:lnSpc>
                <a:spcPct val="90000"/>
              </a:lnSpc>
              <a:spcBef>
                <a:spcPts val="0"/>
              </a:spcBef>
              <a:spcAft>
                <a:spcPts val="0"/>
              </a:spcAft>
              <a:buClr>
                <a:schemeClr val="lt1"/>
              </a:buClr>
              <a:buSzPts val="2000"/>
              <a:buFont typeface="Arial"/>
              <a:buNone/>
            </a:pPr>
            <a:r>
              <a:rPr lang="en-US" sz="1600" b="0" i="0" u="none" strike="noStrike" cap="none" dirty="0">
                <a:solidFill>
                  <a:schemeClr val="lt1"/>
                </a:solidFill>
                <a:latin typeface="Arial"/>
                <a:ea typeface="Arial"/>
                <a:cs typeface="Arial"/>
                <a:sym typeface="Arial"/>
              </a:rPr>
              <a:t>Joydeep Barman</a:t>
            </a:r>
            <a:endParaRPr sz="1600" b="0" i="0" u="none" strike="noStrike" cap="none" dirty="0">
              <a:solidFill>
                <a:schemeClr val="lt1"/>
              </a:solidFill>
              <a:latin typeface="Arial"/>
              <a:ea typeface="Arial"/>
              <a:cs typeface="Arial"/>
              <a:sym typeface="Arial"/>
            </a:endParaRPr>
          </a:p>
          <a:p>
            <a:pPr marL="342900" marR="0" lvl="0" indent="-241300" algn="l" rtl="0">
              <a:lnSpc>
                <a:spcPct val="100000"/>
              </a:lnSpc>
              <a:spcBef>
                <a:spcPts val="320"/>
              </a:spcBef>
              <a:spcAft>
                <a:spcPts val="0"/>
              </a:spcAft>
              <a:buClr>
                <a:schemeClr val="dk1"/>
              </a:buClr>
              <a:buSzPts val="1600"/>
              <a:buFont typeface="Arial"/>
              <a:buNone/>
            </a:pPr>
            <a:endParaRPr sz="1600" b="0" i="0" u="none" dirty="0">
              <a:solidFill>
                <a:schemeClr val="lt1"/>
              </a:solidFill>
              <a:latin typeface="Arial"/>
              <a:ea typeface="Arial"/>
              <a:cs typeface="Arial"/>
              <a:sym typeface="Arial"/>
            </a:endParaRPr>
          </a:p>
        </p:txBody>
      </p:sp>
      <p:sp>
        <p:nvSpPr>
          <p:cNvPr id="45" name="Google Shape;45;p5"/>
          <p:cNvSpPr txBox="1">
            <a:spLocks noGrp="1"/>
          </p:cNvSpPr>
          <p:nvPr>
            <p:ph type="title"/>
          </p:nvPr>
        </p:nvSpPr>
        <p:spPr>
          <a:xfrm>
            <a:off x="2362200" y="3670300"/>
            <a:ext cx="6248400" cy="1524000"/>
          </a:xfrm>
          <a:prstGeom prst="rect">
            <a:avLst/>
          </a:prstGeom>
          <a:noFill/>
          <a:ln>
            <a:noFill/>
          </a:ln>
        </p:spPr>
        <p:txBody>
          <a:bodyPr spcFirstLastPara="1" wrap="square" lIns="91425" tIns="45700" rIns="91425" bIns="45700" anchor="ctr" anchorCtr="0">
            <a:noAutofit/>
          </a:bodyPr>
          <a:lstStyle/>
          <a:p>
            <a:pPr marL="0" lvl="0" indent="0" algn="l" rtl="0">
              <a:lnSpc>
                <a:spcPct val="121212"/>
              </a:lnSpc>
              <a:spcBef>
                <a:spcPts val="0"/>
              </a:spcBef>
              <a:spcAft>
                <a:spcPts val="0"/>
              </a:spcAft>
              <a:buClr>
                <a:schemeClr val="lt1"/>
              </a:buClr>
              <a:buSzPts val="3300"/>
              <a:buFont typeface="Arial"/>
              <a:buNone/>
            </a:pPr>
            <a:r>
              <a:rPr lang="en-IN" sz="3200" b="1" i="0" u="none">
                <a:solidFill>
                  <a:schemeClr val="lt1"/>
                </a:solidFill>
                <a:latin typeface="Arial"/>
                <a:ea typeface="Arial"/>
                <a:cs typeface="Arial"/>
                <a:sym typeface="Arial"/>
              </a:rPr>
              <a:t>Software product management</a:t>
            </a:r>
            <a:br>
              <a:rPr lang="en-IN" sz="3200" b="1" i="0" u="none">
                <a:solidFill>
                  <a:schemeClr val="lt1"/>
                </a:solidFill>
                <a:latin typeface="Arial"/>
                <a:ea typeface="Arial"/>
                <a:cs typeface="Arial"/>
                <a:sym typeface="Arial"/>
              </a:rPr>
            </a:br>
            <a:br>
              <a:rPr lang="en-IN" sz="3200" b="1" i="0" u="none">
                <a:solidFill>
                  <a:schemeClr val="lt1"/>
                </a:solidFill>
                <a:latin typeface="Arial"/>
                <a:ea typeface="Arial"/>
                <a:cs typeface="Arial"/>
                <a:sym typeface="Arial"/>
              </a:rPr>
            </a:br>
            <a:r>
              <a:rPr lang="en-IN" sz="3200" b="1" i="0" u="none">
                <a:solidFill>
                  <a:schemeClr val="lt1"/>
                </a:solidFill>
                <a:latin typeface="Arial"/>
                <a:ea typeface="Arial"/>
                <a:cs typeface="Arial"/>
                <a:sym typeface="Arial"/>
              </a:rPr>
              <a:t>Core concepts</a:t>
            </a:r>
            <a:endParaRPr sz="4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6"/>
          <p:cNvSpPr txBox="1">
            <a:spLocks noGrp="1"/>
          </p:cNvSpPr>
          <p:nvPr>
            <p:ph type="body" idx="1"/>
          </p:nvPr>
        </p:nvSpPr>
        <p:spPr>
          <a:xfrm>
            <a:off x="304800" y="1493837"/>
            <a:ext cx="8229600" cy="4525962"/>
          </a:xfrm>
          <a:prstGeom prst="rect">
            <a:avLst/>
          </a:prstGeom>
          <a:noFill/>
          <a:ln>
            <a:noFill/>
          </a:ln>
        </p:spPr>
        <p:txBody>
          <a:bodyPr spcFirstLastPara="1" wrap="square" lIns="91425" tIns="45700" rIns="91425" bIns="45700" anchor="t" anchorCtr="0">
            <a:noAutofit/>
          </a:bodyPr>
          <a:lstStyle/>
          <a:p>
            <a:pPr marL="514350" lvl="0" indent="-285750" algn="l" rtl="0">
              <a:lnSpc>
                <a:spcPct val="100000"/>
              </a:lnSpc>
              <a:spcBef>
                <a:spcPts val="480"/>
              </a:spcBef>
              <a:spcAft>
                <a:spcPts val="0"/>
              </a:spcAft>
              <a:buSzPts val="2400"/>
              <a:buFont typeface="Arial"/>
              <a:buChar char="•"/>
            </a:pPr>
            <a:r>
              <a:rPr lang="en-IN" dirty="0"/>
              <a:t>Principles of product management</a:t>
            </a:r>
            <a:endParaRPr dirty="0"/>
          </a:p>
          <a:p>
            <a:pPr marL="514350" lvl="0" indent="-285750" algn="l" rtl="0">
              <a:lnSpc>
                <a:spcPct val="100000"/>
              </a:lnSpc>
              <a:spcBef>
                <a:spcPts val="480"/>
              </a:spcBef>
              <a:spcAft>
                <a:spcPts val="0"/>
              </a:spcAft>
              <a:buSzPts val="2400"/>
              <a:buFont typeface="Arial"/>
              <a:buChar char="•"/>
            </a:pPr>
            <a:r>
              <a:rPr lang="en-IN" dirty="0"/>
              <a:t>Characteristics of a holistic product</a:t>
            </a:r>
            <a:endParaRPr dirty="0"/>
          </a:p>
          <a:p>
            <a:pPr marL="514350" lvl="0" indent="-285750" algn="l" rtl="0">
              <a:lnSpc>
                <a:spcPct val="100000"/>
              </a:lnSpc>
              <a:spcBef>
                <a:spcPts val="480"/>
              </a:spcBef>
              <a:spcAft>
                <a:spcPts val="0"/>
              </a:spcAft>
              <a:buSzPts val="2400"/>
              <a:buFont typeface="Arial"/>
              <a:buChar char="•"/>
            </a:pPr>
            <a:r>
              <a:rPr lang="en-IN" dirty="0"/>
              <a:t>Product-Market fit vs Product Vision</a:t>
            </a:r>
            <a:endParaRPr dirty="0"/>
          </a:p>
          <a:p>
            <a:pPr marL="514350" lvl="0" indent="-285750" algn="l" rtl="0">
              <a:lnSpc>
                <a:spcPct val="100000"/>
              </a:lnSpc>
              <a:spcBef>
                <a:spcPts val="480"/>
              </a:spcBef>
              <a:spcAft>
                <a:spcPts val="0"/>
              </a:spcAft>
              <a:buSzPts val="2400"/>
              <a:buFont typeface="Arial"/>
              <a:buChar char="•"/>
            </a:pPr>
            <a:r>
              <a:rPr lang="en-IN" dirty="0"/>
              <a:t>Problem space vs Solution space</a:t>
            </a:r>
            <a:endParaRPr dirty="0"/>
          </a:p>
          <a:p>
            <a:pPr marL="514350" lvl="0" indent="-285750" algn="l" rtl="0">
              <a:lnSpc>
                <a:spcPct val="100000"/>
              </a:lnSpc>
              <a:spcBef>
                <a:spcPts val="480"/>
              </a:spcBef>
              <a:spcAft>
                <a:spcPts val="0"/>
              </a:spcAft>
              <a:buSzPts val="2400"/>
              <a:buFont typeface="Arial"/>
              <a:buChar char="•"/>
            </a:pPr>
            <a:r>
              <a:rPr lang="en-IN" dirty="0"/>
              <a:t>User vs buyer</a:t>
            </a:r>
            <a:endParaRPr dirty="0"/>
          </a:p>
          <a:p>
            <a:pPr marL="514350" lvl="0" indent="-285750" algn="l" rtl="0">
              <a:lnSpc>
                <a:spcPct val="100000"/>
              </a:lnSpc>
              <a:spcBef>
                <a:spcPts val="480"/>
              </a:spcBef>
              <a:spcAft>
                <a:spcPts val="0"/>
              </a:spcAft>
              <a:buSzPts val="2400"/>
              <a:buFont typeface="Arial"/>
              <a:buChar char="•"/>
            </a:pPr>
            <a:r>
              <a:rPr lang="en-IN" dirty="0"/>
              <a:t>Continuous discovery and delivery </a:t>
            </a:r>
            <a:endParaRPr dirty="0"/>
          </a:p>
          <a:p>
            <a:pPr marL="514350" lvl="0" indent="-285750" algn="l" rtl="0">
              <a:lnSpc>
                <a:spcPct val="100000"/>
              </a:lnSpc>
              <a:spcBef>
                <a:spcPts val="480"/>
              </a:spcBef>
              <a:spcAft>
                <a:spcPts val="0"/>
              </a:spcAft>
              <a:buSzPts val="2400"/>
              <a:buFont typeface="Arial"/>
              <a:buChar char="•"/>
            </a:pPr>
            <a:r>
              <a:rPr lang="en-IN" dirty="0"/>
              <a:t>Product eco-system</a:t>
            </a:r>
            <a:endParaRPr dirty="0"/>
          </a:p>
          <a:p>
            <a:pPr marL="514350" lvl="0" indent="-285750" algn="l" rtl="0">
              <a:lnSpc>
                <a:spcPct val="100000"/>
              </a:lnSpc>
              <a:spcBef>
                <a:spcPts val="480"/>
              </a:spcBef>
              <a:spcAft>
                <a:spcPts val="0"/>
              </a:spcAft>
              <a:buSzPts val="2400"/>
              <a:buFont typeface="Arial"/>
              <a:buChar char="•"/>
            </a:pPr>
            <a:r>
              <a:rPr lang="en-IN" dirty="0"/>
              <a:t>Critical success factors </a:t>
            </a:r>
          </a:p>
          <a:p>
            <a:pPr marL="514350" lvl="0" indent="-285750" algn="l" rtl="0">
              <a:lnSpc>
                <a:spcPct val="100000"/>
              </a:lnSpc>
              <a:spcBef>
                <a:spcPts val="480"/>
              </a:spcBef>
              <a:spcAft>
                <a:spcPts val="0"/>
              </a:spcAft>
              <a:buSzPts val="2400"/>
              <a:buFont typeface="Arial"/>
              <a:buChar char="•"/>
            </a:pPr>
            <a:r>
              <a:rPr lang="en-IN" dirty="0"/>
              <a:t>Evaluate your product</a:t>
            </a:r>
            <a:endParaRPr dirty="0"/>
          </a:p>
        </p:txBody>
      </p:sp>
      <p:sp>
        <p:nvSpPr>
          <p:cNvPr id="51" name="Google Shape;51;p6"/>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70C0"/>
              </a:buClr>
              <a:buSzPts val="3600"/>
              <a:buFont typeface="Arial"/>
              <a:buNone/>
            </a:pPr>
            <a:r>
              <a:rPr lang="en-IN" b="1" i="0" u="none" strike="noStrike" cap="none">
                <a:solidFill>
                  <a:srgbClr val="0070C0"/>
                </a:solidFill>
                <a:latin typeface="Arial"/>
                <a:ea typeface="Arial"/>
                <a:cs typeface="Arial"/>
                <a:sym typeface="Arial"/>
              </a:rPr>
              <a:t>Contents</a:t>
            </a:r>
            <a:endParaRPr sz="2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7"/>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514350" lvl="0" indent="-285750" algn="l" rtl="0">
              <a:lnSpc>
                <a:spcPct val="100000"/>
              </a:lnSpc>
              <a:spcBef>
                <a:spcPts val="480"/>
              </a:spcBef>
              <a:spcAft>
                <a:spcPts val="0"/>
              </a:spcAft>
              <a:buSzPts val="2400"/>
              <a:buFont typeface="Arial"/>
              <a:buChar char="•"/>
            </a:pPr>
            <a:r>
              <a:rPr lang="en-IN"/>
              <a:t>Establish compelling value. Examples:</a:t>
            </a:r>
            <a:endParaRPr/>
          </a:p>
          <a:p>
            <a:pPr marL="914400" lvl="1" indent="-285750" algn="l" rtl="0">
              <a:lnSpc>
                <a:spcPct val="100000"/>
              </a:lnSpc>
              <a:spcBef>
                <a:spcPts val="320"/>
              </a:spcBef>
              <a:spcAft>
                <a:spcPts val="0"/>
              </a:spcAft>
              <a:buSzPts val="1600"/>
              <a:buFont typeface="Arial"/>
              <a:buChar char="•"/>
            </a:pPr>
            <a:r>
              <a:rPr lang="en-IN"/>
              <a:t>MakeMyTrip – a one stop shop for travel, </a:t>
            </a:r>
            <a:endParaRPr/>
          </a:p>
          <a:p>
            <a:pPr marL="914400" lvl="1" indent="-285750" algn="l" rtl="0">
              <a:lnSpc>
                <a:spcPct val="100000"/>
              </a:lnSpc>
              <a:spcBef>
                <a:spcPts val="320"/>
              </a:spcBef>
              <a:spcAft>
                <a:spcPts val="0"/>
              </a:spcAft>
              <a:buSzPts val="1600"/>
              <a:buFont typeface="Arial"/>
              <a:buChar char="•"/>
            </a:pPr>
            <a:r>
              <a:rPr lang="en-IN"/>
              <a:t>Postman – Make API testing easy</a:t>
            </a:r>
            <a:endParaRPr/>
          </a:p>
          <a:p>
            <a:pPr marL="514350" lvl="0" indent="-285750" algn="l" rtl="0">
              <a:lnSpc>
                <a:spcPct val="100000"/>
              </a:lnSpc>
              <a:spcBef>
                <a:spcPts val="480"/>
              </a:spcBef>
              <a:spcAft>
                <a:spcPts val="0"/>
              </a:spcAft>
              <a:buSzPts val="2400"/>
              <a:buFont typeface="Arial"/>
              <a:buChar char="•"/>
            </a:pPr>
            <a:r>
              <a:rPr lang="en-IN"/>
              <a:t>Many of our ideas won't work out, and the ones that do will require several iterations. Examples:</a:t>
            </a:r>
            <a:endParaRPr/>
          </a:p>
          <a:p>
            <a:pPr marL="914400" lvl="1" indent="-285750" algn="l" rtl="0">
              <a:lnSpc>
                <a:spcPct val="100000"/>
              </a:lnSpc>
              <a:spcBef>
                <a:spcPts val="320"/>
              </a:spcBef>
              <a:spcAft>
                <a:spcPts val="0"/>
              </a:spcAft>
              <a:buSzPts val="1600"/>
              <a:buFont typeface="Arial"/>
              <a:buChar char="•"/>
            </a:pPr>
            <a:r>
              <a:rPr lang="en-IN"/>
              <a:t>Slack - Initially they developed a multi-player online game which did not succeed, but the inbuilt messaging feature became successful. </a:t>
            </a:r>
            <a:endParaRPr/>
          </a:p>
          <a:p>
            <a:pPr marL="914400" lvl="1" indent="-285750" algn="l" rtl="0">
              <a:lnSpc>
                <a:spcPct val="100000"/>
              </a:lnSpc>
              <a:spcBef>
                <a:spcPts val="320"/>
              </a:spcBef>
              <a:spcAft>
                <a:spcPts val="0"/>
              </a:spcAft>
              <a:buSzPts val="1600"/>
              <a:buFont typeface="Arial"/>
              <a:buChar char="•"/>
            </a:pPr>
            <a:r>
              <a:rPr lang="en-IN"/>
              <a:t>MakeMyTrip initially targeted Indian travellers, but was not successful. Later targeted NRIs</a:t>
            </a:r>
            <a:endParaRPr/>
          </a:p>
          <a:p>
            <a:pPr marL="514350" lvl="0" indent="-285750" algn="l" rtl="0">
              <a:lnSpc>
                <a:spcPct val="100000"/>
              </a:lnSpc>
              <a:spcBef>
                <a:spcPts val="480"/>
              </a:spcBef>
              <a:spcAft>
                <a:spcPts val="0"/>
              </a:spcAft>
              <a:buSzPts val="2400"/>
              <a:buFont typeface="Arial"/>
              <a:buChar char="•"/>
            </a:pPr>
            <a:r>
              <a:rPr lang="en-IN"/>
              <a:t>We must validate our ideas on real users and customers. Examples:</a:t>
            </a:r>
            <a:endParaRPr/>
          </a:p>
          <a:p>
            <a:pPr marL="914400" lvl="1" indent="-285750" algn="l" rtl="0">
              <a:lnSpc>
                <a:spcPct val="100000"/>
              </a:lnSpc>
              <a:spcBef>
                <a:spcPts val="320"/>
              </a:spcBef>
              <a:spcAft>
                <a:spcPts val="0"/>
              </a:spcAft>
              <a:buSzPts val="1600"/>
              <a:buFont typeface="Arial"/>
              <a:buChar char="•"/>
            </a:pPr>
            <a:r>
              <a:rPr lang="en-IN"/>
              <a:t>Bounce – Validated the ‘Rent-a-bike’ idea by investing in a few scooters</a:t>
            </a:r>
            <a:endParaRPr/>
          </a:p>
          <a:p>
            <a:pPr marL="914400" lvl="1" indent="-285750" algn="l" rtl="0">
              <a:lnSpc>
                <a:spcPct val="100000"/>
              </a:lnSpc>
              <a:spcBef>
                <a:spcPts val="320"/>
              </a:spcBef>
              <a:spcAft>
                <a:spcPts val="0"/>
              </a:spcAft>
              <a:buSzPts val="1600"/>
              <a:buFont typeface="Arial"/>
              <a:buChar char="•"/>
            </a:pPr>
            <a:r>
              <a:rPr lang="en-IN"/>
              <a:t>AirBnB – Rented their apartment to conference attendees</a:t>
            </a:r>
            <a:endParaRPr/>
          </a:p>
          <a:p>
            <a:pPr marL="514350" lvl="0" indent="-285750" algn="l" rtl="0">
              <a:lnSpc>
                <a:spcPct val="100000"/>
              </a:lnSpc>
              <a:spcBef>
                <a:spcPts val="480"/>
              </a:spcBef>
              <a:spcAft>
                <a:spcPts val="0"/>
              </a:spcAft>
              <a:buSzPts val="2400"/>
              <a:buFont typeface="Arial"/>
              <a:buChar char="•"/>
            </a:pPr>
            <a:r>
              <a:rPr lang="en-IN"/>
              <a:t>Validate ideas fast and with minimal cost – the more we delay, we may be expending more effort &amp; cost on an idea that does not have a market.</a:t>
            </a:r>
            <a:endParaRPr/>
          </a:p>
          <a:p>
            <a:pPr marL="514350" lvl="0" indent="-133350" algn="l" rtl="0">
              <a:lnSpc>
                <a:spcPct val="100000"/>
              </a:lnSpc>
              <a:spcBef>
                <a:spcPts val="480"/>
              </a:spcBef>
              <a:spcAft>
                <a:spcPts val="0"/>
              </a:spcAft>
              <a:buSzPts val="2400"/>
              <a:buFont typeface="Arial"/>
              <a:buNone/>
            </a:pPr>
            <a:endParaRPr/>
          </a:p>
          <a:p>
            <a:pPr marL="514350" lvl="0" indent="-285750" algn="l" rtl="0">
              <a:lnSpc>
                <a:spcPct val="100000"/>
              </a:lnSpc>
              <a:spcBef>
                <a:spcPts val="480"/>
              </a:spcBef>
              <a:spcAft>
                <a:spcPts val="0"/>
              </a:spcAft>
              <a:buSzPts val="2400"/>
              <a:buFont typeface="Arial"/>
              <a:buChar char="•"/>
            </a:pPr>
            <a:r>
              <a:rPr lang="en-IN">
                <a:solidFill>
                  <a:srgbClr val="FF0000"/>
                </a:solidFill>
              </a:rPr>
              <a:t>Have you experienced any of these principles?</a:t>
            </a:r>
            <a:endParaRPr>
              <a:solidFill>
                <a:srgbClr val="FF0000"/>
              </a:solidFill>
            </a:endParaRPr>
          </a:p>
          <a:p>
            <a:pPr marL="514350" marR="0" lvl="0" indent="-133350" algn="l" rtl="0">
              <a:lnSpc>
                <a:spcPct val="100000"/>
              </a:lnSpc>
              <a:spcBef>
                <a:spcPts val="480"/>
              </a:spcBef>
              <a:spcAft>
                <a:spcPts val="0"/>
              </a:spcAft>
              <a:buClr>
                <a:srgbClr val="101141"/>
              </a:buClr>
              <a:buSzPts val="2400"/>
              <a:buFont typeface="Arial"/>
              <a:buNone/>
            </a:pPr>
            <a:endParaRPr/>
          </a:p>
        </p:txBody>
      </p:sp>
      <p:sp>
        <p:nvSpPr>
          <p:cNvPr id="57" name="Google Shape;57;p7"/>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Principles of product management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6">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6">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6">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6">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8"/>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514350" lvl="0" indent="-285750" algn="l" rtl="0">
              <a:lnSpc>
                <a:spcPct val="100000"/>
              </a:lnSpc>
              <a:spcBef>
                <a:spcPts val="480"/>
              </a:spcBef>
              <a:spcAft>
                <a:spcPts val="0"/>
              </a:spcAft>
              <a:buSzPts val="2400"/>
              <a:buFont typeface="Arial"/>
              <a:buChar char="•"/>
            </a:pPr>
            <a:r>
              <a:rPr lang="en-IN" b="1" dirty="0"/>
              <a:t>Functionality</a:t>
            </a:r>
            <a:r>
              <a:rPr lang="en-IN" dirty="0"/>
              <a:t>: Example booking tickets is one function of MakeMyTrip</a:t>
            </a:r>
            <a:endParaRPr dirty="0"/>
          </a:p>
          <a:p>
            <a:pPr marL="514350" lvl="0" indent="-285750" algn="l" rtl="0">
              <a:lnSpc>
                <a:spcPct val="100000"/>
              </a:lnSpc>
              <a:spcBef>
                <a:spcPts val="480"/>
              </a:spcBef>
              <a:spcAft>
                <a:spcPts val="0"/>
              </a:spcAft>
              <a:buSzPts val="2400"/>
              <a:buFont typeface="Arial"/>
              <a:buChar char="•"/>
            </a:pPr>
            <a:r>
              <a:rPr lang="en-IN" b="1" dirty="0"/>
              <a:t>Technology</a:t>
            </a:r>
            <a:r>
              <a:rPr lang="en-IN" dirty="0"/>
              <a:t>: Example: Microservices architecture used by Amazon, Encryption used by WhatsApp, AI/ML used by Logically</a:t>
            </a:r>
            <a:endParaRPr dirty="0"/>
          </a:p>
          <a:p>
            <a:pPr marL="514350" lvl="0" indent="-285750" algn="l" rtl="0">
              <a:lnSpc>
                <a:spcPct val="100000"/>
              </a:lnSpc>
              <a:spcBef>
                <a:spcPts val="480"/>
              </a:spcBef>
              <a:spcAft>
                <a:spcPts val="0"/>
              </a:spcAft>
              <a:buSzPts val="2400"/>
              <a:buFont typeface="Arial"/>
              <a:buChar char="•"/>
            </a:pPr>
            <a:r>
              <a:rPr lang="en-IN" b="1" dirty="0"/>
              <a:t>User experience (UX): </a:t>
            </a:r>
            <a:r>
              <a:rPr lang="en-IN" dirty="0"/>
              <a:t>Example Tally’s ease of use for non-finance people</a:t>
            </a:r>
            <a:endParaRPr dirty="0"/>
          </a:p>
          <a:p>
            <a:pPr marL="514350" lvl="0" indent="-285750" algn="l" rtl="0">
              <a:lnSpc>
                <a:spcPct val="100000"/>
              </a:lnSpc>
              <a:spcBef>
                <a:spcPts val="480"/>
              </a:spcBef>
              <a:spcAft>
                <a:spcPts val="0"/>
              </a:spcAft>
              <a:buSzPts val="2400"/>
              <a:buFont typeface="Arial"/>
              <a:buChar char="•"/>
            </a:pPr>
            <a:r>
              <a:rPr lang="en-IN" b="1" dirty="0"/>
              <a:t>How do we monetize?</a:t>
            </a:r>
            <a:r>
              <a:rPr lang="en-IN" dirty="0"/>
              <a:t>: Example through transaction fee of Payment gateways or subscription fee of </a:t>
            </a:r>
            <a:r>
              <a:rPr lang="en-IN" dirty="0" err="1"/>
              <a:t>SalesForce</a:t>
            </a:r>
            <a:endParaRPr dirty="0"/>
          </a:p>
          <a:p>
            <a:pPr marL="514350" lvl="0" indent="-285750" algn="l" rtl="0">
              <a:lnSpc>
                <a:spcPct val="100000"/>
              </a:lnSpc>
              <a:spcBef>
                <a:spcPts val="480"/>
              </a:spcBef>
              <a:spcAft>
                <a:spcPts val="0"/>
              </a:spcAft>
              <a:buSzPts val="2400"/>
              <a:buFont typeface="Arial"/>
              <a:buChar char="•"/>
            </a:pPr>
            <a:r>
              <a:rPr lang="en-IN" b="1" dirty="0"/>
              <a:t>How we attract &amp; acquire customers?</a:t>
            </a:r>
            <a:r>
              <a:rPr lang="en-IN" dirty="0"/>
              <a:t> Example: Freemium of Zoom, cash back of Paytm, Search Engine Optimization, Ads</a:t>
            </a:r>
            <a:endParaRPr dirty="0"/>
          </a:p>
          <a:p>
            <a:pPr marL="514350" lvl="0" indent="-285750" algn="l" rtl="0">
              <a:lnSpc>
                <a:spcPct val="100000"/>
              </a:lnSpc>
              <a:spcBef>
                <a:spcPts val="480"/>
              </a:spcBef>
              <a:spcAft>
                <a:spcPts val="0"/>
              </a:spcAft>
              <a:buSzPts val="2400"/>
              <a:buFont typeface="Arial"/>
              <a:buChar char="•"/>
            </a:pPr>
            <a:r>
              <a:rPr lang="en-IN" b="1" dirty="0"/>
              <a:t>Offline experience:</a:t>
            </a:r>
            <a:r>
              <a:rPr lang="en-IN" dirty="0"/>
              <a:t> Example: Merchandise fulfilment experience and merchandise return experience of Amazon &amp; </a:t>
            </a:r>
            <a:r>
              <a:rPr lang="en-IN" dirty="0" err="1"/>
              <a:t>FlipKart</a:t>
            </a:r>
            <a:r>
              <a:rPr lang="en-IN" dirty="0"/>
              <a:t>, support experience by call </a:t>
            </a:r>
            <a:r>
              <a:rPr lang="en-IN" dirty="0" err="1"/>
              <a:t>center</a:t>
            </a:r>
            <a:r>
              <a:rPr lang="en-IN" dirty="0"/>
              <a:t> personnel, self help material on website</a:t>
            </a:r>
            <a:endParaRPr dirty="0"/>
          </a:p>
        </p:txBody>
      </p:sp>
      <p:sp>
        <p:nvSpPr>
          <p:cNvPr id="63" name="Google Shape;63;p8"/>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Different aspects of a product</a:t>
            </a:r>
            <a:endParaRP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73AF45F9-8E77-83DE-3EF9-7DF260CA8979}"/>
                  </a:ext>
                </a:extLst>
              </p14:cNvPr>
              <p14:cNvContentPartPr/>
              <p14:nvPr/>
            </p14:nvContentPartPr>
            <p14:xfrm>
              <a:off x="95400" y="2822760"/>
              <a:ext cx="9048600" cy="2368080"/>
            </p14:xfrm>
          </p:contentPart>
        </mc:Choice>
        <mc:Fallback>
          <p:pic>
            <p:nvPicPr>
              <p:cNvPr id="3" name="Ink 2">
                <a:extLst>
                  <a:ext uri="{FF2B5EF4-FFF2-40B4-BE49-F238E27FC236}">
                    <a16:creationId xmlns:a16="http://schemas.microsoft.com/office/drawing/2014/main" id="{73AF45F9-8E77-83DE-3EF9-7DF260CA8979}"/>
                  </a:ext>
                </a:extLst>
              </p:cNvPr>
              <p:cNvPicPr/>
              <p:nvPr/>
            </p:nvPicPr>
            <p:blipFill>
              <a:blip r:embed="rId4"/>
              <a:stretch>
                <a:fillRect/>
              </a:stretch>
            </p:blipFill>
            <p:spPr>
              <a:xfrm>
                <a:off x="79200" y="2806560"/>
                <a:ext cx="9081000" cy="240048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9"/>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514350" lvl="0" indent="-285750" algn="l" rtl="0">
              <a:lnSpc>
                <a:spcPct val="100000"/>
              </a:lnSpc>
              <a:spcBef>
                <a:spcPts val="480"/>
              </a:spcBef>
              <a:spcAft>
                <a:spcPts val="0"/>
              </a:spcAft>
              <a:buSzPts val="2400"/>
              <a:buFont typeface="Arial"/>
              <a:buChar char="•"/>
            </a:pPr>
            <a:r>
              <a:rPr lang="en-IN" sz="1600"/>
              <a:t>It is about how well the product meets the needs of the customer (market) </a:t>
            </a:r>
            <a:endParaRPr/>
          </a:p>
          <a:p>
            <a:pPr marL="514350" lvl="0" indent="-285750" algn="l" rtl="0">
              <a:lnSpc>
                <a:spcPct val="100000"/>
              </a:lnSpc>
              <a:spcBef>
                <a:spcPts val="480"/>
              </a:spcBef>
              <a:spcAft>
                <a:spcPts val="0"/>
              </a:spcAft>
              <a:buSzPts val="2400"/>
              <a:buFont typeface="Arial"/>
              <a:buChar char="•"/>
            </a:pPr>
            <a:r>
              <a:rPr lang="en-IN" sz="1600"/>
              <a:t>Good Product/market fit results in happier customers, lower churn rates, shortened sales cycles, and rapid organic growth. (Inspired)</a:t>
            </a:r>
            <a:endParaRPr/>
          </a:p>
          <a:p>
            <a:pPr marL="514350" lvl="0" indent="-285750" algn="l" rtl="0">
              <a:lnSpc>
                <a:spcPct val="100000"/>
              </a:lnSpc>
              <a:spcBef>
                <a:spcPts val="480"/>
              </a:spcBef>
              <a:spcAft>
                <a:spcPts val="0"/>
              </a:spcAft>
              <a:buSzPts val="2400"/>
              <a:buFont typeface="Arial"/>
              <a:buChar char="•"/>
            </a:pPr>
            <a:r>
              <a:rPr lang="en-IN" sz="1600"/>
              <a:t>You can always feel when product/market fit isn't happening. The customers aren't quite getting value out of the product, word of mouth isn't spreading, usage isn't growing that fast, press reviews are kind of "blah", the sales cycle takes too long, and lots of deals never close.</a:t>
            </a:r>
            <a:endParaRPr/>
          </a:p>
          <a:p>
            <a:pPr marL="514350" lvl="0" indent="-133350" algn="l" rtl="0">
              <a:lnSpc>
                <a:spcPct val="100000"/>
              </a:lnSpc>
              <a:spcBef>
                <a:spcPts val="480"/>
              </a:spcBef>
              <a:spcAft>
                <a:spcPts val="0"/>
              </a:spcAft>
              <a:buSzPts val="2400"/>
              <a:buFont typeface="Arial"/>
              <a:buNone/>
            </a:pPr>
            <a:endParaRPr sz="1600"/>
          </a:p>
        </p:txBody>
      </p:sp>
      <p:sp>
        <p:nvSpPr>
          <p:cNvPr id="69" name="Google Shape;69;p9"/>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Product-Market fit</a:t>
            </a:r>
            <a:endParaRPr/>
          </a:p>
        </p:txBody>
      </p:sp>
      <p:pic>
        <p:nvPicPr>
          <p:cNvPr id="70" name="Google Shape;70;p9" descr="https://learning.oreilly.com/library/view/the-lean-product/9781118960875/images/ch001-f001.jpg"/>
          <p:cNvPicPr preferRelativeResize="0"/>
          <p:nvPr/>
        </p:nvPicPr>
        <p:blipFill rotWithShape="1">
          <a:blip r:embed="rId3">
            <a:alphaModFix/>
          </a:blip>
          <a:srcRect/>
          <a:stretch/>
        </p:blipFill>
        <p:spPr>
          <a:xfrm>
            <a:off x="2242820" y="3863008"/>
            <a:ext cx="4658360" cy="2898775"/>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883E5690-35EC-4F3C-3C79-0553698DCA23}"/>
                  </a:ext>
                </a:extLst>
              </p14:cNvPr>
              <p14:cNvContentPartPr/>
              <p14:nvPr/>
            </p14:nvContentPartPr>
            <p14:xfrm>
              <a:off x="847080" y="2032200"/>
              <a:ext cx="8091360" cy="4652640"/>
            </p14:xfrm>
          </p:contentPart>
        </mc:Choice>
        <mc:Fallback>
          <p:pic>
            <p:nvPicPr>
              <p:cNvPr id="2" name="Ink 1">
                <a:extLst>
                  <a:ext uri="{FF2B5EF4-FFF2-40B4-BE49-F238E27FC236}">
                    <a16:creationId xmlns:a16="http://schemas.microsoft.com/office/drawing/2014/main" id="{883E5690-35EC-4F3C-3C79-0553698DCA23}"/>
                  </a:ext>
                </a:extLst>
              </p:cNvPr>
              <p:cNvPicPr/>
              <p:nvPr/>
            </p:nvPicPr>
            <p:blipFill>
              <a:blip r:embed="rId5"/>
              <a:stretch>
                <a:fillRect/>
              </a:stretch>
            </p:blipFill>
            <p:spPr>
              <a:xfrm>
                <a:off x="830880" y="2016000"/>
                <a:ext cx="8123760" cy="468504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0"/>
          <p:cNvSpPr txBox="1">
            <a:spLocks noGrp="1"/>
          </p:cNvSpPr>
          <p:nvPr>
            <p:ph type="body" idx="1"/>
          </p:nvPr>
        </p:nvSpPr>
        <p:spPr>
          <a:xfrm>
            <a:off x="304800" y="1384653"/>
            <a:ext cx="8229600" cy="5092347"/>
          </a:xfrm>
          <a:prstGeom prst="rect">
            <a:avLst/>
          </a:prstGeom>
          <a:noFill/>
          <a:ln>
            <a:noFill/>
          </a:ln>
        </p:spPr>
        <p:txBody>
          <a:bodyPr spcFirstLastPara="1" wrap="square" lIns="91425" tIns="45700" rIns="91425" bIns="45700" anchor="t" anchorCtr="0">
            <a:noAutofit/>
          </a:bodyPr>
          <a:lstStyle/>
          <a:p>
            <a:pPr marL="514350" lvl="0" indent="-285750" algn="l" rtl="0">
              <a:lnSpc>
                <a:spcPct val="100000"/>
              </a:lnSpc>
              <a:spcBef>
                <a:spcPts val="480"/>
              </a:spcBef>
              <a:spcAft>
                <a:spcPts val="0"/>
              </a:spcAft>
              <a:buSzPts val="2400"/>
              <a:buFont typeface="Arial"/>
              <a:buChar char="•"/>
            </a:pPr>
            <a:r>
              <a:rPr lang="en-IN" dirty="0"/>
              <a:t>Marc Andreessen coined the term </a:t>
            </a:r>
            <a:r>
              <a:rPr lang="en-IN" i="1" dirty="0"/>
              <a:t>product-market fit</a:t>
            </a:r>
            <a:r>
              <a:rPr lang="en-IN" dirty="0"/>
              <a:t> in a well-known blog post titled “The only thing that matters.” (</a:t>
            </a:r>
            <a:r>
              <a:rPr lang="en-IN" u="sng" dirty="0">
                <a:solidFill>
                  <a:schemeClr val="hlink"/>
                </a:solidFill>
                <a:hlinkClick r:id="rId3"/>
              </a:rPr>
              <a:t>https://pmarchive.com/guide_to_startups_part4.html</a:t>
            </a:r>
            <a:r>
              <a:rPr lang="en-IN" dirty="0"/>
              <a:t>)</a:t>
            </a:r>
            <a:endParaRPr dirty="0"/>
          </a:p>
          <a:p>
            <a:pPr marL="514350" lvl="0" indent="-133350" algn="l" rtl="0">
              <a:lnSpc>
                <a:spcPct val="100000"/>
              </a:lnSpc>
              <a:spcBef>
                <a:spcPts val="480"/>
              </a:spcBef>
              <a:spcAft>
                <a:spcPts val="0"/>
              </a:spcAft>
              <a:buSzPts val="2400"/>
              <a:buFont typeface="Arial"/>
              <a:buNone/>
            </a:pPr>
            <a:endParaRPr dirty="0"/>
          </a:p>
          <a:p>
            <a:pPr marL="514350" lvl="0" indent="-285750" algn="l" rtl="0">
              <a:lnSpc>
                <a:spcPct val="100000"/>
              </a:lnSpc>
              <a:spcBef>
                <a:spcPts val="480"/>
              </a:spcBef>
              <a:spcAft>
                <a:spcPts val="0"/>
              </a:spcAft>
              <a:buSzPts val="2400"/>
              <a:buFont typeface="Arial"/>
              <a:buChar char="•"/>
            </a:pPr>
            <a:r>
              <a:rPr lang="en-IN" dirty="0"/>
              <a:t>In a great market -- a market with lots of real potential customers -- the market </a:t>
            </a:r>
            <a:r>
              <a:rPr lang="en-IN" i="1" dirty="0"/>
              <a:t>pulls</a:t>
            </a:r>
            <a:r>
              <a:rPr lang="en-IN" dirty="0"/>
              <a:t> product out of the </a:t>
            </a:r>
            <a:r>
              <a:rPr lang="en-IN" dirty="0" err="1"/>
              <a:t>startup</a:t>
            </a:r>
            <a:r>
              <a:rPr lang="en-IN" dirty="0"/>
              <a:t>. Example </a:t>
            </a:r>
            <a:endParaRPr dirty="0"/>
          </a:p>
          <a:p>
            <a:pPr marL="914400" lvl="1" indent="-285750" algn="l" rtl="0">
              <a:lnSpc>
                <a:spcPct val="100000"/>
              </a:lnSpc>
              <a:spcBef>
                <a:spcPts val="320"/>
              </a:spcBef>
              <a:spcAft>
                <a:spcPts val="0"/>
              </a:spcAft>
              <a:buSzPts val="1600"/>
              <a:buFont typeface="Arial"/>
              <a:buChar char="•"/>
            </a:pPr>
            <a:r>
              <a:rPr lang="en-IN" dirty="0"/>
              <a:t>eCommerce, EdTech, FinTech</a:t>
            </a:r>
            <a:endParaRPr dirty="0"/>
          </a:p>
          <a:p>
            <a:pPr marL="514350" lvl="0" indent="-285750" algn="l" rtl="0">
              <a:lnSpc>
                <a:spcPct val="100000"/>
              </a:lnSpc>
              <a:spcBef>
                <a:spcPts val="480"/>
              </a:spcBef>
              <a:spcAft>
                <a:spcPts val="0"/>
              </a:spcAft>
              <a:buSzPts val="2400"/>
              <a:buFont typeface="Arial"/>
              <a:buChar char="•"/>
            </a:pPr>
            <a:r>
              <a:rPr lang="en-IN" dirty="0"/>
              <a:t>Conversely, in a terrible market, you can have the best product in the world and an absolutely killer team, and it doesn't matter -- </a:t>
            </a:r>
            <a:r>
              <a:rPr lang="en-IN" i="1" dirty="0"/>
              <a:t>you're going to fail</a:t>
            </a:r>
            <a:r>
              <a:rPr lang="en-IN" dirty="0"/>
              <a:t>. Example: </a:t>
            </a:r>
            <a:endParaRPr dirty="0"/>
          </a:p>
          <a:p>
            <a:pPr marL="914400" lvl="1" indent="-285750" algn="l" rtl="0">
              <a:lnSpc>
                <a:spcPct val="100000"/>
              </a:lnSpc>
              <a:spcBef>
                <a:spcPts val="320"/>
              </a:spcBef>
              <a:spcAft>
                <a:spcPts val="0"/>
              </a:spcAft>
              <a:buSzPts val="1600"/>
              <a:buFont typeface="Arial"/>
              <a:buChar char="•"/>
            </a:pPr>
            <a:r>
              <a:rPr lang="en-IN" dirty="0"/>
              <a:t>Video conferencing (2007), Iridium satellite phone</a:t>
            </a:r>
            <a:endParaRPr dirty="0"/>
          </a:p>
          <a:p>
            <a:pPr marL="914400" lvl="1" indent="-285750" algn="l" rtl="0">
              <a:lnSpc>
                <a:spcPct val="100000"/>
              </a:lnSpc>
              <a:spcBef>
                <a:spcPts val="320"/>
              </a:spcBef>
              <a:spcAft>
                <a:spcPts val="0"/>
              </a:spcAft>
              <a:buSzPts val="1600"/>
              <a:buFont typeface="Arial"/>
              <a:buChar char="•"/>
            </a:pPr>
            <a:r>
              <a:rPr lang="en-IN" dirty="0"/>
              <a:t>Do you know of any great product that failed?</a:t>
            </a:r>
            <a:endParaRPr dirty="0"/>
          </a:p>
          <a:p>
            <a:pPr marL="514350" lvl="0" indent="-285750" algn="l" rtl="0">
              <a:lnSpc>
                <a:spcPct val="100000"/>
              </a:lnSpc>
              <a:spcBef>
                <a:spcPts val="480"/>
              </a:spcBef>
              <a:spcAft>
                <a:spcPts val="0"/>
              </a:spcAft>
              <a:buSzPts val="2400"/>
              <a:buFont typeface="Arial"/>
              <a:buChar char="•"/>
            </a:pPr>
            <a:r>
              <a:rPr lang="en-IN" dirty="0"/>
              <a:t>Great products sometimes create huge new markets – examples: </a:t>
            </a:r>
            <a:endParaRPr dirty="0"/>
          </a:p>
          <a:p>
            <a:pPr marL="914400" lvl="1" indent="-285750" algn="l" rtl="0">
              <a:lnSpc>
                <a:spcPct val="100000"/>
              </a:lnSpc>
              <a:spcBef>
                <a:spcPts val="320"/>
              </a:spcBef>
              <a:spcAft>
                <a:spcPts val="0"/>
              </a:spcAft>
              <a:buSzPts val="1600"/>
              <a:buFont typeface="Arial"/>
              <a:buChar char="•"/>
            </a:pPr>
            <a:r>
              <a:rPr lang="en-IN" dirty="0"/>
              <a:t>Virtual machine by VMWare, smart phone by Apple</a:t>
            </a:r>
            <a:endParaRPr dirty="0"/>
          </a:p>
          <a:p>
            <a:pPr marL="914400" lvl="1" indent="-285750" algn="l" rtl="0">
              <a:lnSpc>
                <a:spcPct val="100000"/>
              </a:lnSpc>
              <a:spcBef>
                <a:spcPts val="320"/>
              </a:spcBef>
              <a:spcAft>
                <a:spcPts val="0"/>
              </a:spcAft>
              <a:buSzPts val="1600"/>
              <a:buFont typeface="Arial"/>
              <a:buChar char="•"/>
            </a:pPr>
            <a:r>
              <a:rPr lang="en-IN" dirty="0"/>
              <a:t>Any other?</a:t>
            </a:r>
            <a:endParaRPr dirty="0"/>
          </a:p>
          <a:p>
            <a:pPr marL="514350" lvl="0" indent="-285750" algn="l" rtl="0">
              <a:lnSpc>
                <a:spcPct val="100000"/>
              </a:lnSpc>
              <a:spcBef>
                <a:spcPts val="480"/>
              </a:spcBef>
              <a:spcAft>
                <a:spcPts val="0"/>
              </a:spcAft>
              <a:buSzPts val="2400"/>
              <a:buFont typeface="Arial"/>
              <a:buChar char="•"/>
            </a:pPr>
            <a:r>
              <a:rPr lang="en-IN" dirty="0"/>
              <a:t>The only thing that matters is getting to product/market fit.</a:t>
            </a:r>
            <a:endParaRPr dirty="0"/>
          </a:p>
        </p:txBody>
      </p:sp>
      <p:sp>
        <p:nvSpPr>
          <p:cNvPr id="76" name="Google Shape;76;p10"/>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Product-Market fit</a:t>
            </a:r>
            <a:endParaRPr/>
          </a:p>
        </p:txBody>
      </p:sp>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F176C78F-0CA2-FD0D-FC33-F38F114D090C}"/>
                  </a:ext>
                </a:extLst>
              </p14:cNvPr>
              <p14:cNvContentPartPr/>
              <p14:nvPr/>
            </p14:nvContentPartPr>
            <p14:xfrm>
              <a:off x="1534680" y="3115800"/>
              <a:ext cx="711000" cy="278280"/>
            </p14:xfrm>
          </p:contentPart>
        </mc:Choice>
        <mc:Fallback>
          <p:pic>
            <p:nvPicPr>
              <p:cNvPr id="3" name="Ink 2">
                <a:extLst>
                  <a:ext uri="{FF2B5EF4-FFF2-40B4-BE49-F238E27FC236}">
                    <a16:creationId xmlns:a16="http://schemas.microsoft.com/office/drawing/2014/main" id="{F176C78F-0CA2-FD0D-FC33-F38F114D090C}"/>
                  </a:ext>
                </a:extLst>
              </p:cNvPr>
              <p:cNvPicPr/>
              <p:nvPr/>
            </p:nvPicPr>
            <p:blipFill>
              <a:blip r:embed="rId5"/>
              <a:stretch>
                <a:fillRect/>
              </a:stretch>
            </p:blipFill>
            <p:spPr>
              <a:xfrm>
                <a:off x="1518480" y="3106440"/>
                <a:ext cx="743400" cy="30384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5">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5">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0"/>
          <p:cNvSpPr txBox="1">
            <a:spLocks noGrp="1"/>
          </p:cNvSpPr>
          <p:nvPr>
            <p:ph type="body" idx="1"/>
          </p:nvPr>
        </p:nvSpPr>
        <p:spPr>
          <a:xfrm>
            <a:off x="304800" y="1384655"/>
            <a:ext cx="3081867" cy="529668"/>
          </a:xfrm>
          <a:prstGeom prst="rect">
            <a:avLst/>
          </a:prstGeom>
          <a:noFill/>
          <a:ln>
            <a:noFill/>
          </a:ln>
        </p:spPr>
        <p:txBody>
          <a:bodyPr spcFirstLastPara="1" wrap="square" lIns="91425" tIns="45700" rIns="91425" bIns="45700" anchor="t" anchorCtr="0">
            <a:noAutofit/>
          </a:bodyPr>
          <a:lstStyle/>
          <a:p>
            <a:pPr marL="228600" lvl="0" indent="0" algn="l" rtl="0">
              <a:lnSpc>
                <a:spcPct val="100000"/>
              </a:lnSpc>
              <a:spcBef>
                <a:spcPts val="480"/>
              </a:spcBef>
              <a:spcAft>
                <a:spcPts val="0"/>
              </a:spcAft>
              <a:buSzPts val="2400"/>
              <a:buNone/>
            </a:pPr>
            <a:r>
              <a:rPr lang="en-US" b="1" dirty="0"/>
              <a:t>The Product Vision….. </a:t>
            </a:r>
            <a:endParaRPr b="1" dirty="0"/>
          </a:p>
        </p:txBody>
      </p:sp>
      <p:sp>
        <p:nvSpPr>
          <p:cNvPr id="76" name="Google Shape;76;p10"/>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dirty="0"/>
              <a:t>Product-Market fit vs</a:t>
            </a:r>
          </a:p>
          <a:p>
            <a:pPr marL="271463" lvl="0" indent="-57150" algn="l" rtl="0">
              <a:lnSpc>
                <a:spcPct val="100000"/>
              </a:lnSpc>
              <a:spcBef>
                <a:spcPts val="0"/>
              </a:spcBef>
              <a:spcAft>
                <a:spcPts val="0"/>
              </a:spcAft>
              <a:buClr>
                <a:srgbClr val="0070C0"/>
              </a:buClr>
              <a:buSzPts val="3600"/>
              <a:buNone/>
            </a:pPr>
            <a:r>
              <a:rPr lang="en-IN" dirty="0"/>
              <a:t>Product Vision</a:t>
            </a:r>
            <a:endParaRPr dirty="0"/>
          </a:p>
        </p:txBody>
      </p:sp>
      <p:sp>
        <p:nvSpPr>
          <p:cNvPr id="3" name="TextBox 2">
            <a:extLst>
              <a:ext uri="{FF2B5EF4-FFF2-40B4-BE49-F238E27FC236}">
                <a16:creationId xmlns:a16="http://schemas.microsoft.com/office/drawing/2014/main" id="{96342541-9D1F-EF5F-56AA-85C91103A6B6}"/>
              </a:ext>
            </a:extLst>
          </p:cNvPr>
          <p:cNvSpPr txBox="1"/>
          <p:nvPr/>
        </p:nvSpPr>
        <p:spPr>
          <a:xfrm>
            <a:off x="541867" y="3964113"/>
            <a:ext cx="1058333" cy="430887"/>
          </a:xfrm>
          <a:prstGeom prst="rect">
            <a:avLst/>
          </a:prstGeom>
          <a:noFill/>
        </p:spPr>
        <p:txBody>
          <a:bodyPr wrap="square" rtlCol="0">
            <a:spAutoFit/>
          </a:bodyPr>
          <a:lstStyle/>
          <a:p>
            <a:pPr algn="ctr"/>
            <a:r>
              <a:rPr lang="en-US" sz="1100" dirty="0"/>
              <a:t>Product Manager</a:t>
            </a:r>
          </a:p>
        </p:txBody>
      </p:sp>
      <p:pic>
        <p:nvPicPr>
          <p:cNvPr id="6" name="Graphic 5" descr="Programmer female with solid fill">
            <a:extLst>
              <a:ext uri="{FF2B5EF4-FFF2-40B4-BE49-F238E27FC236}">
                <a16:creationId xmlns:a16="http://schemas.microsoft.com/office/drawing/2014/main" id="{61020B2A-69BD-2E2E-5C06-9B933F88EB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3833" y="2971800"/>
            <a:ext cx="914400" cy="914400"/>
          </a:xfrm>
          <a:prstGeom prst="rect">
            <a:avLst/>
          </a:prstGeom>
        </p:spPr>
      </p:pic>
      <p:pic>
        <p:nvPicPr>
          <p:cNvPr id="8" name="Graphic 7" descr="Lights On with solid fill">
            <a:extLst>
              <a:ext uri="{FF2B5EF4-FFF2-40B4-BE49-F238E27FC236}">
                <a16:creationId xmlns:a16="http://schemas.microsoft.com/office/drawing/2014/main" id="{8124EBC9-CCF6-9A5C-9725-B3FE8F73999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35566" y="2622954"/>
            <a:ext cx="270933" cy="270933"/>
          </a:xfrm>
          <a:prstGeom prst="rect">
            <a:avLst/>
          </a:prstGeom>
        </p:spPr>
      </p:pic>
      <p:cxnSp>
        <p:nvCxnSpPr>
          <p:cNvPr id="10" name="Straight Arrow Connector 9">
            <a:extLst>
              <a:ext uri="{FF2B5EF4-FFF2-40B4-BE49-F238E27FC236}">
                <a16:creationId xmlns:a16="http://schemas.microsoft.com/office/drawing/2014/main" id="{9C5B84AB-4E87-A0EA-F4ED-D48F5A3E441D}"/>
              </a:ext>
            </a:extLst>
          </p:cNvPr>
          <p:cNvCxnSpPr/>
          <p:nvPr/>
        </p:nvCxnSpPr>
        <p:spPr>
          <a:xfrm>
            <a:off x="1981200" y="3429000"/>
            <a:ext cx="392853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12" name="Graphic 11" descr="Cloud With Lightning And Rain with solid fill">
            <a:extLst>
              <a:ext uri="{FF2B5EF4-FFF2-40B4-BE49-F238E27FC236}">
                <a16:creationId xmlns:a16="http://schemas.microsoft.com/office/drawing/2014/main" id="{AB3ABF53-39B0-61FB-4491-4AAD56F66F5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468534" y="2535766"/>
            <a:ext cx="533400" cy="533400"/>
          </a:xfrm>
          <a:prstGeom prst="rect">
            <a:avLst/>
          </a:prstGeom>
        </p:spPr>
      </p:pic>
      <p:pic>
        <p:nvPicPr>
          <p:cNvPr id="14" name="Graphic 13" descr="Man with solid fill">
            <a:extLst>
              <a:ext uri="{FF2B5EF4-FFF2-40B4-BE49-F238E27FC236}">
                <a16:creationId xmlns:a16="http://schemas.microsoft.com/office/drawing/2014/main" id="{00D7BA6A-4209-EF37-A8C2-F840DB6C81A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278034" y="3069166"/>
            <a:ext cx="914400" cy="914400"/>
          </a:xfrm>
          <a:prstGeom prst="rect">
            <a:avLst/>
          </a:prstGeom>
        </p:spPr>
      </p:pic>
      <p:sp>
        <p:nvSpPr>
          <p:cNvPr id="15" name="TextBox 14">
            <a:extLst>
              <a:ext uri="{FF2B5EF4-FFF2-40B4-BE49-F238E27FC236}">
                <a16:creationId xmlns:a16="http://schemas.microsoft.com/office/drawing/2014/main" id="{11F9DDAF-0FE6-1C96-23C1-733BDFB02580}"/>
              </a:ext>
            </a:extLst>
          </p:cNvPr>
          <p:cNvSpPr txBox="1"/>
          <p:nvPr/>
        </p:nvSpPr>
        <p:spPr>
          <a:xfrm>
            <a:off x="6206067" y="2360939"/>
            <a:ext cx="1058333" cy="261610"/>
          </a:xfrm>
          <a:prstGeom prst="rect">
            <a:avLst/>
          </a:prstGeom>
          <a:noFill/>
        </p:spPr>
        <p:txBody>
          <a:bodyPr wrap="square" rtlCol="0">
            <a:spAutoFit/>
          </a:bodyPr>
          <a:lstStyle/>
          <a:p>
            <a:pPr algn="ctr"/>
            <a:r>
              <a:rPr lang="en-US" sz="1100" dirty="0"/>
              <a:t>Problem</a:t>
            </a:r>
          </a:p>
        </p:txBody>
      </p:sp>
      <p:sp>
        <p:nvSpPr>
          <p:cNvPr id="16" name="TextBox 15">
            <a:extLst>
              <a:ext uri="{FF2B5EF4-FFF2-40B4-BE49-F238E27FC236}">
                <a16:creationId xmlns:a16="http://schemas.microsoft.com/office/drawing/2014/main" id="{3416262A-DC60-AC5B-479D-CAE1DBE33CCD}"/>
              </a:ext>
            </a:extLst>
          </p:cNvPr>
          <p:cNvSpPr txBox="1"/>
          <p:nvPr/>
        </p:nvSpPr>
        <p:spPr>
          <a:xfrm>
            <a:off x="6206067" y="4048751"/>
            <a:ext cx="1058333" cy="430887"/>
          </a:xfrm>
          <a:prstGeom prst="rect">
            <a:avLst/>
          </a:prstGeom>
          <a:noFill/>
        </p:spPr>
        <p:txBody>
          <a:bodyPr wrap="square" rtlCol="0">
            <a:spAutoFit/>
          </a:bodyPr>
          <a:lstStyle/>
          <a:p>
            <a:pPr algn="ctr"/>
            <a:r>
              <a:rPr lang="en-US" sz="1100" dirty="0"/>
              <a:t>Target Customer</a:t>
            </a:r>
          </a:p>
        </p:txBody>
      </p:sp>
      <p:sp>
        <p:nvSpPr>
          <p:cNvPr id="17" name="TextBox 16">
            <a:extLst>
              <a:ext uri="{FF2B5EF4-FFF2-40B4-BE49-F238E27FC236}">
                <a16:creationId xmlns:a16="http://schemas.microsoft.com/office/drawing/2014/main" id="{A14F3645-AFF5-9D14-B184-D8EBEBB63C8B}"/>
              </a:ext>
            </a:extLst>
          </p:cNvPr>
          <p:cNvSpPr txBox="1"/>
          <p:nvPr/>
        </p:nvSpPr>
        <p:spPr>
          <a:xfrm>
            <a:off x="3105149" y="3069166"/>
            <a:ext cx="2027768" cy="261610"/>
          </a:xfrm>
          <a:prstGeom prst="rect">
            <a:avLst/>
          </a:prstGeom>
          <a:noFill/>
        </p:spPr>
        <p:txBody>
          <a:bodyPr wrap="square" rtlCol="0">
            <a:spAutoFit/>
          </a:bodyPr>
          <a:lstStyle/>
          <a:p>
            <a:pPr algn="ctr"/>
            <a:r>
              <a:rPr lang="en-US" sz="1100" dirty="0"/>
              <a:t>2 – 5 years</a:t>
            </a:r>
          </a:p>
        </p:txBody>
      </p:sp>
      <p:pic>
        <p:nvPicPr>
          <p:cNvPr id="19" name="Graphic 18" descr="Umbrella outline">
            <a:extLst>
              <a:ext uri="{FF2B5EF4-FFF2-40B4-BE49-F238E27FC236}">
                <a16:creationId xmlns:a16="http://schemas.microsoft.com/office/drawing/2014/main" id="{A39DC867-0823-488D-2952-AC522C97A6B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170766" y="3536974"/>
            <a:ext cx="592667" cy="592667"/>
          </a:xfrm>
          <a:prstGeom prst="rect">
            <a:avLst/>
          </a:prstGeom>
        </p:spPr>
      </p:pic>
      <p:sp>
        <p:nvSpPr>
          <p:cNvPr id="20" name="TextBox 19">
            <a:extLst>
              <a:ext uri="{FF2B5EF4-FFF2-40B4-BE49-F238E27FC236}">
                <a16:creationId xmlns:a16="http://schemas.microsoft.com/office/drawing/2014/main" id="{E17747D0-0BBB-9F7C-F6C9-85D9F932A4F8}"/>
              </a:ext>
            </a:extLst>
          </p:cNvPr>
          <p:cNvSpPr txBox="1"/>
          <p:nvPr/>
        </p:nvSpPr>
        <p:spPr>
          <a:xfrm>
            <a:off x="3105149" y="3702503"/>
            <a:ext cx="2027768" cy="261610"/>
          </a:xfrm>
          <a:prstGeom prst="rect">
            <a:avLst/>
          </a:prstGeom>
          <a:noFill/>
        </p:spPr>
        <p:txBody>
          <a:bodyPr wrap="square" rtlCol="0">
            <a:spAutoFit/>
          </a:bodyPr>
          <a:lstStyle/>
          <a:p>
            <a:pPr algn="ctr"/>
            <a:r>
              <a:rPr lang="en-US" sz="1100" dirty="0"/>
              <a:t>Solution</a:t>
            </a:r>
          </a:p>
        </p:txBody>
      </p:sp>
      <p:sp>
        <p:nvSpPr>
          <p:cNvPr id="21" name="Google Shape;75;p10">
            <a:extLst>
              <a:ext uri="{FF2B5EF4-FFF2-40B4-BE49-F238E27FC236}">
                <a16:creationId xmlns:a16="http://schemas.microsoft.com/office/drawing/2014/main" id="{25092A66-3EA6-57F9-D611-3EE73D41301B}"/>
              </a:ext>
            </a:extLst>
          </p:cNvPr>
          <p:cNvSpPr txBox="1">
            <a:spLocks/>
          </p:cNvSpPr>
          <p:nvPr/>
        </p:nvSpPr>
        <p:spPr>
          <a:xfrm>
            <a:off x="2827866" y="1384655"/>
            <a:ext cx="3081867" cy="52966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rgbClr val="101141"/>
              </a:buClr>
              <a:buSzPts val="2400"/>
              <a:buFont typeface="Arial"/>
              <a:buChar char="•"/>
              <a:defRPr sz="1800" b="0" i="0" u="none" strike="noStrike" cap="none">
                <a:solidFill>
                  <a:schemeClr val="dk1"/>
                </a:solidFill>
                <a:latin typeface="Arial"/>
                <a:ea typeface="Arial"/>
                <a:cs typeface="Arial"/>
                <a:sym typeface="Arial"/>
              </a:defRPr>
            </a:lvl1pPr>
            <a:lvl2pPr marL="914400" marR="0" lvl="1"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42900" algn="l" rtl="0">
              <a:lnSpc>
                <a:spcPct val="100000"/>
              </a:lnSpc>
              <a:spcBef>
                <a:spcPts val="36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3pPr>
            <a:lvl4pPr marL="1828800" marR="0" lvl="3"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4pPr>
            <a:lvl5pPr marL="2286000" marR="0" lvl="4"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228600" indent="0">
              <a:buFont typeface="Arial"/>
              <a:buNone/>
            </a:pPr>
            <a:r>
              <a:rPr lang="en-US" b="1" dirty="0"/>
              <a:t>Is a guess! </a:t>
            </a:r>
          </a:p>
          <a:p>
            <a:pPr marL="228600" indent="0">
              <a:buFont typeface="Arial"/>
              <a:buNone/>
            </a:pPr>
            <a:endParaRPr lang="en-US" b="1" dirty="0"/>
          </a:p>
        </p:txBody>
      </p:sp>
      <p:sp>
        <p:nvSpPr>
          <p:cNvPr id="22" name="Google Shape;75;p10">
            <a:extLst>
              <a:ext uri="{FF2B5EF4-FFF2-40B4-BE49-F238E27FC236}">
                <a16:creationId xmlns:a16="http://schemas.microsoft.com/office/drawing/2014/main" id="{917C06A5-775C-FA8A-C30D-3E75ED23CE1E}"/>
              </a:ext>
            </a:extLst>
          </p:cNvPr>
          <p:cNvSpPr txBox="1">
            <a:spLocks/>
          </p:cNvSpPr>
          <p:nvPr/>
        </p:nvSpPr>
        <p:spPr>
          <a:xfrm>
            <a:off x="846667" y="4914985"/>
            <a:ext cx="7450666" cy="106038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rgbClr val="101141"/>
              </a:buClr>
              <a:buSzPts val="2400"/>
              <a:buFont typeface="Arial"/>
              <a:buChar char="•"/>
              <a:defRPr sz="1800" b="0" i="0" u="none" strike="noStrike" cap="none">
                <a:solidFill>
                  <a:schemeClr val="dk1"/>
                </a:solidFill>
                <a:latin typeface="Arial"/>
                <a:ea typeface="Arial"/>
                <a:cs typeface="Arial"/>
                <a:sym typeface="Arial"/>
              </a:defRPr>
            </a:lvl1pPr>
            <a:lvl2pPr marL="914400" marR="0" lvl="1"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42900" algn="l" rtl="0">
              <a:lnSpc>
                <a:spcPct val="100000"/>
              </a:lnSpc>
              <a:spcBef>
                <a:spcPts val="36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3pPr>
            <a:lvl4pPr marL="1828800" marR="0" lvl="3"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4pPr>
            <a:lvl5pPr marL="2286000" marR="0" lvl="4"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228600" indent="0" algn="ctr">
              <a:buFont typeface="Arial"/>
              <a:buNone/>
            </a:pPr>
            <a:r>
              <a:rPr lang="en-US" sz="1600" b="1" dirty="0"/>
              <a:t>New Product or new opportunity in an existing product:</a:t>
            </a:r>
          </a:p>
          <a:p>
            <a:pPr marL="514350" indent="-285750" algn="ctr">
              <a:buFont typeface="Arial" panose="020B0604020202020204" pitchFamily="34" charset="0"/>
              <a:buChar char="•"/>
            </a:pPr>
            <a:r>
              <a:rPr lang="en-US" sz="1400" dirty="0"/>
              <a:t>Assumption 1</a:t>
            </a:r>
          </a:p>
          <a:p>
            <a:pPr marL="514350" indent="-285750" algn="ctr">
              <a:buFont typeface="Arial" panose="020B0604020202020204" pitchFamily="34" charset="0"/>
              <a:buChar char="•"/>
            </a:pPr>
            <a:r>
              <a:rPr lang="en-US" sz="1400" dirty="0"/>
              <a:t>Assumption 2</a:t>
            </a:r>
            <a:endParaRPr lang="en-US" dirty="0"/>
          </a:p>
        </p:txBody>
      </p:sp>
      <p:sp>
        <p:nvSpPr>
          <p:cNvPr id="23" name="TextBox 22">
            <a:extLst>
              <a:ext uri="{FF2B5EF4-FFF2-40B4-BE49-F238E27FC236}">
                <a16:creationId xmlns:a16="http://schemas.microsoft.com/office/drawing/2014/main" id="{653C94E6-E7D5-8BA5-576B-ACB82AC0A199}"/>
              </a:ext>
            </a:extLst>
          </p:cNvPr>
          <p:cNvSpPr txBox="1"/>
          <p:nvPr/>
        </p:nvSpPr>
        <p:spPr>
          <a:xfrm>
            <a:off x="5744633" y="4395000"/>
            <a:ext cx="2142067" cy="261610"/>
          </a:xfrm>
          <a:prstGeom prst="rect">
            <a:avLst/>
          </a:prstGeom>
          <a:noFill/>
        </p:spPr>
        <p:txBody>
          <a:bodyPr wrap="square" rtlCol="0">
            <a:spAutoFit/>
          </a:bodyPr>
          <a:lstStyle/>
          <a:p>
            <a:pPr algn="ctr"/>
            <a:r>
              <a:rPr lang="en-US" sz="1100" i="1" dirty="0"/>
              <a:t>…. Is an early adopter!</a:t>
            </a:r>
          </a:p>
        </p:txBody>
      </p:sp>
      <p:pic>
        <p:nvPicPr>
          <p:cNvPr id="25" name="Graphic 24" descr="Man with cane with solid fill">
            <a:extLst>
              <a:ext uri="{FF2B5EF4-FFF2-40B4-BE49-F238E27FC236}">
                <a16:creationId xmlns:a16="http://schemas.microsoft.com/office/drawing/2014/main" id="{B78836BF-7073-AB94-C608-4911B6B813EC}"/>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687733" y="3067949"/>
            <a:ext cx="914400" cy="914400"/>
          </a:xfrm>
          <a:prstGeom prst="rect">
            <a:avLst/>
          </a:prstGeom>
        </p:spPr>
      </p:pic>
      <p:pic>
        <p:nvPicPr>
          <p:cNvPr id="29" name="Graphic 28" descr="Person in wheelchair outline">
            <a:extLst>
              <a:ext uri="{FF2B5EF4-FFF2-40B4-BE49-F238E27FC236}">
                <a16:creationId xmlns:a16="http://schemas.microsoft.com/office/drawing/2014/main" id="{F7A87734-80AD-9AF2-B358-D7AFF0B07CC2}"/>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873411" y="3536974"/>
            <a:ext cx="592667" cy="592667"/>
          </a:xfrm>
          <a:prstGeom prst="rect">
            <a:avLst/>
          </a:prstGeom>
        </p:spPr>
      </p:pic>
      <mc:AlternateContent xmlns:mc="http://schemas.openxmlformats.org/markup-compatibility/2006">
        <mc:Choice xmlns:p14="http://schemas.microsoft.com/office/powerpoint/2010/main" Requires="p14">
          <p:contentPart p14:bwMode="auto" r:id="rId17">
            <p14:nvContentPartPr>
              <p14:cNvPr id="4" name="Ink 3">
                <a:extLst>
                  <a:ext uri="{FF2B5EF4-FFF2-40B4-BE49-F238E27FC236}">
                    <a16:creationId xmlns:a16="http://schemas.microsoft.com/office/drawing/2014/main" id="{275B3F5C-51A1-C2BE-4BF2-73AEBD7D6419}"/>
                  </a:ext>
                </a:extLst>
              </p14:cNvPr>
              <p14:cNvContentPartPr/>
              <p14:nvPr/>
            </p14:nvContentPartPr>
            <p14:xfrm>
              <a:off x="3666600" y="519840"/>
              <a:ext cx="1766160" cy="644040"/>
            </p14:xfrm>
          </p:contentPart>
        </mc:Choice>
        <mc:Fallback>
          <p:pic>
            <p:nvPicPr>
              <p:cNvPr id="4" name="Ink 3">
                <a:extLst>
                  <a:ext uri="{FF2B5EF4-FFF2-40B4-BE49-F238E27FC236}">
                    <a16:creationId xmlns:a16="http://schemas.microsoft.com/office/drawing/2014/main" id="{275B3F5C-51A1-C2BE-4BF2-73AEBD7D6419}"/>
                  </a:ext>
                </a:extLst>
              </p:cNvPr>
              <p:cNvPicPr/>
              <p:nvPr/>
            </p:nvPicPr>
            <p:blipFill>
              <a:blip r:embed="rId18"/>
              <a:stretch>
                <a:fillRect/>
              </a:stretch>
            </p:blipFill>
            <p:spPr>
              <a:xfrm>
                <a:off x="3650400" y="503640"/>
                <a:ext cx="1798560" cy="676440"/>
              </a:xfrm>
              <a:prstGeom prst="rect">
                <a:avLst/>
              </a:prstGeom>
            </p:spPr>
          </p:pic>
        </mc:Fallback>
      </mc:AlternateContent>
    </p:spTree>
    <p:extLst>
      <p:ext uri="{BB962C8B-B14F-4D97-AF65-F5344CB8AC3E}">
        <p14:creationId xmlns:p14="http://schemas.microsoft.com/office/powerpoint/2010/main" val="3121170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2">
                                            <p:txEl>
                                              <p:pRg st="1" end="1"/>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2">
                                            <p:txEl>
                                              <p:pRg st="2" end="2"/>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5"/>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5" grpId="0"/>
      <p:bldP spid="16" grpId="0"/>
      <p:bldP spid="17" grpId="0"/>
      <p:bldP spid="20" grpId="0"/>
      <p:bldP spid="2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6" name="Google Shape;76;p10"/>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dirty="0"/>
              <a:t>Product-Market fit vs</a:t>
            </a:r>
          </a:p>
          <a:p>
            <a:pPr marL="271463" lvl="0" indent="-57150" algn="l" rtl="0">
              <a:lnSpc>
                <a:spcPct val="100000"/>
              </a:lnSpc>
              <a:spcBef>
                <a:spcPts val="0"/>
              </a:spcBef>
              <a:spcAft>
                <a:spcPts val="0"/>
              </a:spcAft>
              <a:buClr>
                <a:srgbClr val="0070C0"/>
              </a:buClr>
              <a:buSzPts val="3600"/>
              <a:buNone/>
            </a:pPr>
            <a:r>
              <a:rPr lang="en-IN" dirty="0"/>
              <a:t>Product Vision</a:t>
            </a:r>
            <a:endParaRPr dirty="0"/>
          </a:p>
        </p:txBody>
      </p:sp>
      <p:pic>
        <p:nvPicPr>
          <p:cNvPr id="5" name="Picture 4">
            <a:extLst>
              <a:ext uri="{FF2B5EF4-FFF2-40B4-BE49-F238E27FC236}">
                <a16:creationId xmlns:a16="http://schemas.microsoft.com/office/drawing/2014/main" id="{F52B09CD-5D0D-D4C3-BE96-B15A3A45A0B8}"/>
              </a:ext>
            </a:extLst>
          </p:cNvPr>
          <p:cNvPicPr>
            <a:picLocks noChangeAspect="1"/>
          </p:cNvPicPr>
          <p:nvPr/>
        </p:nvPicPr>
        <p:blipFill>
          <a:blip r:embed="rId3"/>
          <a:stretch>
            <a:fillRect/>
          </a:stretch>
        </p:blipFill>
        <p:spPr>
          <a:xfrm>
            <a:off x="1029903" y="1394115"/>
            <a:ext cx="7084193" cy="5184581"/>
          </a:xfrm>
          <a:prstGeom prst="rect">
            <a:avLst/>
          </a:prstGeom>
        </p:spPr>
      </p:pic>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15B3873E-F5C2-6CFA-1DA9-3A891C5AA121}"/>
                  </a:ext>
                </a:extLst>
              </p14:cNvPr>
              <p14:cNvContentPartPr/>
              <p14:nvPr/>
            </p14:nvContentPartPr>
            <p14:xfrm>
              <a:off x="410400" y="1049760"/>
              <a:ext cx="6565320" cy="5066640"/>
            </p14:xfrm>
          </p:contentPart>
        </mc:Choice>
        <mc:Fallback>
          <p:pic>
            <p:nvPicPr>
              <p:cNvPr id="3" name="Ink 2">
                <a:extLst>
                  <a:ext uri="{FF2B5EF4-FFF2-40B4-BE49-F238E27FC236}">
                    <a16:creationId xmlns:a16="http://schemas.microsoft.com/office/drawing/2014/main" id="{15B3873E-F5C2-6CFA-1DA9-3A891C5AA121}"/>
                  </a:ext>
                </a:extLst>
              </p:cNvPr>
              <p:cNvPicPr/>
              <p:nvPr/>
            </p:nvPicPr>
            <p:blipFill>
              <a:blip r:embed="rId5"/>
              <a:stretch>
                <a:fillRect/>
              </a:stretch>
            </p:blipFill>
            <p:spPr>
              <a:xfrm>
                <a:off x="394200" y="1033560"/>
                <a:ext cx="6597720" cy="5099040"/>
              </a:xfrm>
              <a:prstGeom prst="rect">
                <a:avLst/>
              </a:prstGeom>
            </p:spPr>
          </p:pic>
        </mc:Fallback>
      </mc:AlternateContent>
    </p:spTree>
    <p:extLst>
      <p:ext uri="{BB962C8B-B14F-4D97-AF65-F5344CB8AC3E}">
        <p14:creationId xmlns:p14="http://schemas.microsoft.com/office/powerpoint/2010/main" val="29830434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1"/>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514350" marR="0" lvl="0" indent="-285750" algn="l" rtl="0">
              <a:lnSpc>
                <a:spcPct val="100000"/>
              </a:lnSpc>
              <a:spcBef>
                <a:spcPts val="480"/>
              </a:spcBef>
              <a:spcAft>
                <a:spcPts val="0"/>
              </a:spcAft>
              <a:buClr>
                <a:srgbClr val="101141"/>
              </a:buClr>
              <a:buSzPts val="2400"/>
              <a:buFont typeface="Arial"/>
              <a:buChar char="•"/>
            </a:pPr>
            <a:r>
              <a:rPr lang="en-IN" sz="1600"/>
              <a:t>Problem space consists of customer needs and pain points. </a:t>
            </a:r>
            <a:endParaRPr/>
          </a:p>
          <a:p>
            <a:pPr marL="514350" marR="0" lvl="0" indent="-285750" algn="l" rtl="0">
              <a:lnSpc>
                <a:spcPct val="100000"/>
              </a:lnSpc>
              <a:spcBef>
                <a:spcPts val="480"/>
              </a:spcBef>
              <a:spcAft>
                <a:spcPts val="0"/>
              </a:spcAft>
              <a:buClr>
                <a:srgbClr val="101141"/>
              </a:buClr>
              <a:buSzPts val="2400"/>
              <a:buFont typeface="Arial"/>
              <a:buChar char="•"/>
            </a:pPr>
            <a:r>
              <a:rPr lang="en-IN" sz="1600"/>
              <a:t>However problems are not always easy to know:</a:t>
            </a:r>
            <a:endParaRPr/>
          </a:p>
          <a:p>
            <a:pPr marL="971550" lvl="1" indent="-285750" algn="l" rtl="0">
              <a:lnSpc>
                <a:spcPct val="100000"/>
              </a:lnSpc>
              <a:spcBef>
                <a:spcPts val="320"/>
              </a:spcBef>
              <a:spcAft>
                <a:spcPts val="0"/>
              </a:spcAft>
              <a:buSzPts val="1600"/>
              <a:buFont typeface="Arial"/>
              <a:buChar char="•"/>
            </a:pPr>
            <a:r>
              <a:rPr lang="en-IN"/>
              <a:t>Customers express their needs in terms of existing solutions.</a:t>
            </a:r>
            <a:endParaRPr/>
          </a:p>
          <a:p>
            <a:pPr marL="971550" lvl="1" indent="-285750" algn="l" rtl="0">
              <a:lnSpc>
                <a:spcPct val="100000"/>
              </a:lnSpc>
              <a:spcBef>
                <a:spcPts val="320"/>
              </a:spcBef>
              <a:spcAft>
                <a:spcPts val="0"/>
              </a:spcAft>
              <a:buSzPts val="1600"/>
              <a:buFont typeface="Arial"/>
              <a:buChar char="•"/>
            </a:pPr>
            <a:r>
              <a:rPr lang="en-IN"/>
              <a:t>For example they say “I need a cab in 5 minutes”, because they think cab is the only solution</a:t>
            </a:r>
            <a:endParaRPr/>
          </a:p>
          <a:p>
            <a:pPr marL="971550" lvl="1" indent="-285750" algn="l" rtl="0">
              <a:lnSpc>
                <a:spcPct val="100000"/>
              </a:lnSpc>
              <a:spcBef>
                <a:spcPts val="320"/>
              </a:spcBef>
              <a:spcAft>
                <a:spcPts val="0"/>
              </a:spcAft>
              <a:buSzPts val="1600"/>
              <a:buFont typeface="Arial"/>
              <a:buChar char="•"/>
            </a:pPr>
            <a:r>
              <a:rPr lang="en-IN"/>
              <a:t>The real need is to go from A to B. </a:t>
            </a:r>
            <a:endParaRPr/>
          </a:p>
          <a:p>
            <a:pPr marL="514350" marR="0" lvl="0" indent="-285750" algn="l" rtl="0">
              <a:lnSpc>
                <a:spcPct val="100000"/>
              </a:lnSpc>
              <a:spcBef>
                <a:spcPts val="480"/>
              </a:spcBef>
              <a:spcAft>
                <a:spcPts val="0"/>
              </a:spcAft>
              <a:buClr>
                <a:srgbClr val="101141"/>
              </a:buClr>
              <a:buSzPts val="2400"/>
              <a:buFont typeface="Arial"/>
              <a:buChar char="•"/>
            </a:pPr>
            <a:r>
              <a:rPr lang="en-IN" sz="1600"/>
              <a:t>There can be many solutions for this:</a:t>
            </a:r>
            <a:endParaRPr/>
          </a:p>
          <a:p>
            <a:pPr marL="971550" lvl="1" indent="-285750" algn="l" rtl="0">
              <a:lnSpc>
                <a:spcPct val="100000"/>
              </a:lnSpc>
              <a:spcBef>
                <a:spcPts val="320"/>
              </a:spcBef>
              <a:spcAft>
                <a:spcPts val="0"/>
              </a:spcAft>
              <a:buSzPts val="1600"/>
              <a:buFont typeface="Arial"/>
              <a:buChar char="•"/>
            </a:pPr>
            <a:r>
              <a:rPr lang="en-IN"/>
              <a:t>Hire a cab, </a:t>
            </a:r>
            <a:endParaRPr/>
          </a:p>
          <a:p>
            <a:pPr marL="971550" lvl="1" indent="-285750" algn="l" rtl="0">
              <a:lnSpc>
                <a:spcPct val="100000"/>
              </a:lnSpc>
              <a:spcBef>
                <a:spcPts val="320"/>
              </a:spcBef>
              <a:spcAft>
                <a:spcPts val="0"/>
              </a:spcAft>
              <a:buSzPts val="1600"/>
              <a:buFont typeface="Arial"/>
              <a:buChar char="•"/>
            </a:pPr>
            <a:r>
              <a:rPr lang="en-IN"/>
              <a:t>Use self-driving scooter or car, </a:t>
            </a:r>
            <a:endParaRPr/>
          </a:p>
          <a:p>
            <a:pPr marL="971550" lvl="1" indent="-285750" algn="l" rtl="0">
              <a:lnSpc>
                <a:spcPct val="100000"/>
              </a:lnSpc>
              <a:spcBef>
                <a:spcPts val="320"/>
              </a:spcBef>
              <a:spcAft>
                <a:spcPts val="0"/>
              </a:spcAft>
              <a:buSzPts val="1600"/>
              <a:buFont typeface="Arial"/>
              <a:buChar char="•"/>
            </a:pPr>
            <a:r>
              <a:rPr lang="en-IN"/>
              <a:t>Hail a bike taxi. </a:t>
            </a:r>
            <a:endParaRPr/>
          </a:p>
          <a:p>
            <a:pPr marL="971550" lvl="1" indent="-285750" algn="l" rtl="0">
              <a:lnSpc>
                <a:spcPct val="100000"/>
              </a:lnSpc>
              <a:spcBef>
                <a:spcPts val="320"/>
              </a:spcBef>
              <a:spcAft>
                <a:spcPts val="0"/>
              </a:spcAft>
              <a:buSzPts val="1600"/>
              <a:buFont typeface="Arial"/>
              <a:buChar char="•"/>
            </a:pPr>
            <a:r>
              <a:rPr lang="en-IN"/>
              <a:t>Any other?</a:t>
            </a:r>
            <a:endParaRPr/>
          </a:p>
          <a:p>
            <a:pPr marL="514350" marR="0" lvl="0" indent="-285750" algn="l" rtl="0">
              <a:lnSpc>
                <a:spcPct val="100000"/>
              </a:lnSpc>
              <a:spcBef>
                <a:spcPts val="480"/>
              </a:spcBef>
              <a:spcAft>
                <a:spcPts val="0"/>
              </a:spcAft>
              <a:buClr>
                <a:srgbClr val="101141"/>
              </a:buClr>
              <a:buSzPts val="2400"/>
              <a:buFont typeface="Arial"/>
              <a:buChar char="•"/>
            </a:pPr>
            <a:r>
              <a:rPr lang="en-IN" sz="1600"/>
              <a:t>Therefore before finding a solution, we need to understand the real need / problem</a:t>
            </a:r>
            <a:endParaRPr/>
          </a:p>
          <a:p>
            <a:pPr marL="971550" lvl="1" indent="-285750" algn="l" rtl="0">
              <a:lnSpc>
                <a:spcPct val="100000"/>
              </a:lnSpc>
              <a:spcBef>
                <a:spcPts val="320"/>
              </a:spcBef>
              <a:spcAft>
                <a:spcPts val="0"/>
              </a:spcAft>
              <a:buSzPts val="1600"/>
              <a:buFont typeface="Arial"/>
              <a:buChar char="•"/>
            </a:pPr>
            <a:r>
              <a:rPr lang="en-IN"/>
              <a:t>Understand what customer needs and why</a:t>
            </a:r>
            <a:endParaRPr/>
          </a:p>
          <a:p>
            <a:pPr marL="971550" lvl="1" indent="-285750" algn="l" rtl="0">
              <a:lnSpc>
                <a:spcPct val="100000"/>
              </a:lnSpc>
              <a:spcBef>
                <a:spcPts val="320"/>
              </a:spcBef>
              <a:spcAft>
                <a:spcPts val="0"/>
              </a:spcAft>
              <a:buSzPts val="1600"/>
              <a:buFont typeface="Arial"/>
              <a:buChar char="•"/>
            </a:pPr>
            <a:r>
              <a:rPr lang="en-IN"/>
              <a:t>Observe what he does, why he does it, etc. (Persona)</a:t>
            </a:r>
            <a:endParaRPr/>
          </a:p>
          <a:p>
            <a:pPr marL="971550" lvl="1" indent="-285750" algn="l" rtl="0">
              <a:lnSpc>
                <a:spcPct val="100000"/>
              </a:lnSpc>
              <a:spcBef>
                <a:spcPts val="320"/>
              </a:spcBef>
              <a:spcAft>
                <a:spcPts val="0"/>
              </a:spcAft>
              <a:buSzPts val="1600"/>
              <a:buFont typeface="Arial"/>
              <a:buChar char="•"/>
            </a:pPr>
            <a:r>
              <a:rPr lang="en-IN"/>
              <a:t>“If I had only one hour to solve a problem, I would spend up to two-thirds of that hour in attempting to define what the problem is.”</a:t>
            </a:r>
            <a:endParaRPr/>
          </a:p>
          <a:p>
            <a:pPr marL="971550" lvl="1" indent="-184150" algn="l" rtl="0">
              <a:lnSpc>
                <a:spcPct val="100000"/>
              </a:lnSpc>
              <a:spcBef>
                <a:spcPts val="320"/>
              </a:spcBef>
              <a:spcAft>
                <a:spcPts val="0"/>
              </a:spcAft>
              <a:buSzPts val="1600"/>
              <a:buFont typeface="Arial"/>
              <a:buNone/>
            </a:pPr>
            <a:endParaRPr/>
          </a:p>
        </p:txBody>
      </p:sp>
      <p:sp>
        <p:nvSpPr>
          <p:cNvPr id="82" name="Google Shape;82;p11"/>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Problem space vs Solution space</a:t>
            </a:r>
            <a:endParaRP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B95E6EB4-F217-2563-3B80-7E1331D2B962}"/>
                  </a:ext>
                </a:extLst>
              </p14:cNvPr>
              <p14:cNvContentPartPr/>
              <p14:nvPr/>
            </p14:nvContentPartPr>
            <p14:xfrm>
              <a:off x="754560" y="673560"/>
              <a:ext cx="8344800" cy="5327280"/>
            </p14:xfrm>
          </p:contentPart>
        </mc:Choice>
        <mc:Fallback>
          <p:pic>
            <p:nvPicPr>
              <p:cNvPr id="3" name="Ink 2">
                <a:extLst>
                  <a:ext uri="{FF2B5EF4-FFF2-40B4-BE49-F238E27FC236}">
                    <a16:creationId xmlns:a16="http://schemas.microsoft.com/office/drawing/2014/main" id="{B95E6EB4-F217-2563-3B80-7E1331D2B962}"/>
                  </a:ext>
                </a:extLst>
              </p:cNvPr>
              <p:cNvPicPr/>
              <p:nvPr/>
            </p:nvPicPr>
            <p:blipFill>
              <a:blip r:embed="rId4"/>
              <a:stretch>
                <a:fillRect/>
              </a:stretch>
            </p:blipFill>
            <p:spPr>
              <a:xfrm>
                <a:off x="738360" y="657360"/>
                <a:ext cx="8377200" cy="535968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1">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1">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1">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81">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81">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81">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2"/>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228600" lvl="0" indent="0" algn="l" rtl="0">
              <a:lnSpc>
                <a:spcPct val="100000"/>
              </a:lnSpc>
              <a:spcBef>
                <a:spcPts val="480"/>
              </a:spcBef>
              <a:spcAft>
                <a:spcPts val="0"/>
              </a:spcAft>
              <a:buSzPts val="2400"/>
              <a:buNone/>
            </a:pPr>
            <a:r>
              <a:rPr lang="en-IN" sz="1600"/>
              <a:t>What differentiates one product from another is the quality of solution. Examples:</a:t>
            </a:r>
            <a:endParaRPr/>
          </a:p>
          <a:p>
            <a:pPr marL="514350" marR="0" lvl="0" indent="-133350" algn="l" rtl="0">
              <a:lnSpc>
                <a:spcPct val="100000"/>
              </a:lnSpc>
              <a:spcBef>
                <a:spcPts val="480"/>
              </a:spcBef>
              <a:spcAft>
                <a:spcPts val="0"/>
              </a:spcAft>
              <a:buClr>
                <a:srgbClr val="101141"/>
              </a:buClr>
              <a:buSzPts val="2400"/>
              <a:buFont typeface="Arial"/>
              <a:buNone/>
            </a:pPr>
            <a:endParaRPr sz="1600"/>
          </a:p>
          <a:p>
            <a:pPr marL="514350" lvl="0" indent="-285750" algn="l" rtl="0">
              <a:lnSpc>
                <a:spcPct val="100000"/>
              </a:lnSpc>
              <a:spcBef>
                <a:spcPts val="480"/>
              </a:spcBef>
              <a:spcAft>
                <a:spcPts val="0"/>
              </a:spcAft>
              <a:buSzPts val="2400"/>
              <a:buFont typeface="Arial"/>
              <a:buChar char="•"/>
            </a:pPr>
            <a:r>
              <a:rPr lang="en-IN" sz="1600"/>
              <a:t>Space pen: Need is to write in space. US designed an ink pen that works in zero gravity. Russians used a simple pencil</a:t>
            </a:r>
            <a:endParaRPr/>
          </a:p>
          <a:p>
            <a:pPr marL="514350" lvl="0" indent="-285750" algn="l" rtl="0">
              <a:lnSpc>
                <a:spcPct val="100000"/>
              </a:lnSpc>
              <a:spcBef>
                <a:spcPts val="480"/>
              </a:spcBef>
              <a:spcAft>
                <a:spcPts val="0"/>
              </a:spcAft>
              <a:buSzPts val="2400"/>
              <a:buFont typeface="Arial"/>
              <a:buChar char="•"/>
            </a:pPr>
            <a:r>
              <a:rPr lang="en-IN" sz="1600"/>
              <a:t>Progressive auto insurance: Customer wanted quick settlement of car insurance claim. A process that took 6-7 days was cut down to 1 day through innovative solution</a:t>
            </a:r>
            <a:endParaRPr sz="1600"/>
          </a:p>
          <a:p>
            <a:pPr marL="514350" lvl="0" indent="-285750" algn="l" rtl="0">
              <a:lnSpc>
                <a:spcPct val="100000"/>
              </a:lnSpc>
              <a:spcBef>
                <a:spcPts val="480"/>
              </a:spcBef>
              <a:spcAft>
                <a:spcPts val="0"/>
              </a:spcAft>
              <a:buSzPts val="2400"/>
              <a:buFont typeface="Arial"/>
              <a:buChar char="•"/>
            </a:pPr>
            <a:r>
              <a:rPr lang="en-IN" sz="1600"/>
              <a:t>MoveWorks: Users need quick IT support to install say a Project management software. Solutions can be: Raise a ticket, Call IT support, Use MoveWorks bot which will check your eligibility and download the sw &amp; install it instantly</a:t>
            </a:r>
            <a:endParaRPr/>
          </a:p>
          <a:p>
            <a:pPr marL="514350" lvl="0" indent="-285750" algn="l" rtl="0">
              <a:lnSpc>
                <a:spcPct val="100000"/>
              </a:lnSpc>
              <a:spcBef>
                <a:spcPts val="480"/>
              </a:spcBef>
              <a:spcAft>
                <a:spcPts val="0"/>
              </a:spcAft>
              <a:buSzPts val="2400"/>
              <a:buFont typeface="Arial"/>
              <a:buChar char="•"/>
            </a:pPr>
            <a:r>
              <a:rPr lang="en-IN" sz="1600"/>
              <a:t>Application maintenance service: Is faster problem resolution the need or zero problem the need</a:t>
            </a:r>
            <a:endParaRPr/>
          </a:p>
          <a:p>
            <a:pPr marL="514350" lvl="0" indent="-285750" algn="l" rtl="0">
              <a:lnSpc>
                <a:spcPct val="100000"/>
              </a:lnSpc>
              <a:spcBef>
                <a:spcPts val="480"/>
              </a:spcBef>
              <a:spcAft>
                <a:spcPts val="0"/>
              </a:spcAft>
              <a:buSzPts val="2400"/>
              <a:buFont typeface="Arial"/>
              <a:buChar char="•"/>
            </a:pPr>
            <a:r>
              <a:rPr lang="en-IN" sz="1600">
                <a:solidFill>
                  <a:srgbClr val="FF0000"/>
                </a:solidFill>
              </a:rPr>
              <a:t>Any other example?</a:t>
            </a:r>
            <a:endParaRPr sz="1600">
              <a:solidFill>
                <a:srgbClr val="FF0000"/>
              </a:solidFill>
            </a:endParaRPr>
          </a:p>
        </p:txBody>
      </p:sp>
      <p:sp>
        <p:nvSpPr>
          <p:cNvPr id="88" name="Google Shape;88;p12"/>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Problem space vs Solution space…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4"/>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514350" lvl="0" indent="-285750" algn="l" rtl="0">
              <a:lnSpc>
                <a:spcPct val="100000"/>
              </a:lnSpc>
              <a:spcBef>
                <a:spcPts val="480"/>
              </a:spcBef>
              <a:spcAft>
                <a:spcPts val="0"/>
              </a:spcAft>
              <a:buSzPts val="2400"/>
              <a:buFont typeface="Arial"/>
              <a:buChar char="•"/>
            </a:pPr>
            <a:r>
              <a:rPr lang="en-IN"/>
              <a:t>In large enterprises the decision makers are not the end users</a:t>
            </a:r>
            <a:endParaRPr/>
          </a:p>
          <a:p>
            <a:pPr marL="514350" lvl="0" indent="-285750" algn="l" rtl="0">
              <a:lnSpc>
                <a:spcPct val="100000"/>
              </a:lnSpc>
              <a:spcBef>
                <a:spcPts val="480"/>
              </a:spcBef>
              <a:spcAft>
                <a:spcPts val="0"/>
              </a:spcAft>
              <a:buSzPts val="2400"/>
              <a:buFont typeface="Arial"/>
              <a:buChar char="•"/>
            </a:pPr>
            <a:r>
              <a:rPr lang="en-IN"/>
              <a:t>Decision makers are usually VP and SVP. They want to solve a business problem / pain point. </a:t>
            </a:r>
            <a:endParaRPr/>
          </a:p>
          <a:p>
            <a:pPr marL="514350" lvl="0" indent="-285750" algn="l" rtl="0">
              <a:lnSpc>
                <a:spcPct val="100000"/>
              </a:lnSpc>
              <a:spcBef>
                <a:spcPts val="480"/>
              </a:spcBef>
              <a:spcAft>
                <a:spcPts val="0"/>
              </a:spcAft>
              <a:buSzPts val="2400"/>
              <a:buFont typeface="Arial"/>
              <a:buChar char="•"/>
            </a:pPr>
            <a:r>
              <a:rPr lang="en-IN"/>
              <a:t>Their concerns are functionality that brings business value (increase customer satisfaction, customer growth, reduce customer churn), productivity, security, reliability / stability / quality of solution</a:t>
            </a:r>
            <a:endParaRPr/>
          </a:p>
          <a:p>
            <a:pPr marL="514350" lvl="0" indent="-285750" algn="l" rtl="0">
              <a:lnSpc>
                <a:spcPct val="100000"/>
              </a:lnSpc>
              <a:spcBef>
                <a:spcPts val="480"/>
              </a:spcBef>
              <a:spcAft>
                <a:spcPts val="0"/>
              </a:spcAft>
              <a:buSzPts val="2400"/>
              <a:buFont typeface="Arial"/>
              <a:buChar char="•"/>
            </a:pPr>
            <a:r>
              <a:rPr lang="en-IN"/>
              <a:t>The end users typically do not have the power to approve the product. But ultimately they are the ones who are going to use the product. Hence it needs to be user friendly, efficient in performing their functions.</a:t>
            </a:r>
            <a:endParaRPr/>
          </a:p>
          <a:p>
            <a:pPr marL="514350" lvl="0" indent="-285750" algn="l" rtl="0">
              <a:lnSpc>
                <a:spcPct val="100000"/>
              </a:lnSpc>
              <a:spcBef>
                <a:spcPts val="480"/>
              </a:spcBef>
              <a:spcAft>
                <a:spcPts val="0"/>
              </a:spcAft>
              <a:buSzPts val="2400"/>
              <a:buFont typeface="Arial"/>
              <a:buChar char="•"/>
            </a:pPr>
            <a:r>
              <a:rPr lang="en-IN"/>
              <a:t>Example </a:t>
            </a:r>
            <a:endParaRPr/>
          </a:p>
          <a:p>
            <a:pPr marL="914400" lvl="1" indent="-285750" algn="l" rtl="0">
              <a:lnSpc>
                <a:spcPct val="100000"/>
              </a:lnSpc>
              <a:spcBef>
                <a:spcPts val="320"/>
              </a:spcBef>
              <a:spcAft>
                <a:spcPts val="0"/>
              </a:spcAft>
              <a:buSzPts val="1600"/>
              <a:buFont typeface="Arial"/>
              <a:buChar char="•"/>
            </a:pPr>
            <a:r>
              <a:rPr lang="en-IN"/>
              <a:t>Lotus Notes: It was a very secure team database and Email system. But not very user-friendly. </a:t>
            </a:r>
            <a:endParaRPr/>
          </a:p>
          <a:p>
            <a:pPr marL="914400" lvl="1" indent="-285750" algn="l" rtl="0">
              <a:lnSpc>
                <a:spcPct val="100000"/>
              </a:lnSpc>
              <a:spcBef>
                <a:spcPts val="320"/>
              </a:spcBef>
              <a:spcAft>
                <a:spcPts val="0"/>
              </a:spcAft>
              <a:buSzPts val="1600"/>
              <a:buFont typeface="Arial"/>
              <a:buChar char="•"/>
            </a:pPr>
            <a:r>
              <a:rPr lang="en-IN"/>
              <a:t>Cisco WebEx – very reliable but not very user friendly. But corporates prefer it. </a:t>
            </a:r>
            <a:endParaRPr/>
          </a:p>
          <a:p>
            <a:pPr marL="914400" lvl="1" indent="-285750" algn="l" rtl="0">
              <a:lnSpc>
                <a:spcPct val="100000"/>
              </a:lnSpc>
              <a:spcBef>
                <a:spcPts val="320"/>
              </a:spcBef>
              <a:spcAft>
                <a:spcPts val="0"/>
              </a:spcAft>
              <a:buSzPts val="1600"/>
              <a:buFont typeface="Arial"/>
              <a:buChar char="•"/>
            </a:pPr>
            <a:r>
              <a:rPr lang="en-IN"/>
              <a:t>Do you know of any other examples?</a:t>
            </a:r>
            <a:endParaRPr/>
          </a:p>
          <a:p>
            <a:pPr marL="514350" lvl="0" indent="-285750" algn="l" rtl="0">
              <a:lnSpc>
                <a:spcPct val="100000"/>
              </a:lnSpc>
              <a:spcBef>
                <a:spcPts val="480"/>
              </a:spcBef>
              <a:spcAft>
                <a:spcPts val="0"/>
              </a:spcAft>
              <a:buSzPts val="2400"/>
              <a:buFont typeface="Arial"/>
              <a:buChar char="•"/>
            </a:pPr>
            <a:r>
              <a:rPr lang="en-IN"/>
              <a:t>But this is changing with SaaS product. Management is becoming more aware of UI / UX</a:t>
            </a:r>
            <a:endParaRPr/>
          </a:p>
        </p:txBody>
      </p:sp>
      <p:sp>
        <p:nvSpPr>
          <p:cNvPr id="101" name="Google Shape;101;p14"/>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User vs Buyer</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5"/>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514350" lvl="0" indent="-285750" algn="l" rtl="0">
              <a:lnSpc>
                <a:spcPct val="100000"/>
              </a:lnSpc>
              <a:spcBef>
                <a:spcPts val="480"/>
              </a:spcBef>
              <a:spcAft>
                <a:spcPts val="0"/>
              </a:spcAft>
              <a:buSzPts val="2400"/>
              <a:buFont typeface="Arial"/>
              <a:buChar char="•"/>
            </a:pPr>
            <a:r>
              <a:rPr lang="en-IN" sz="1600"/>
              <a:t>Discovery and delivery are our two main activities on a cross‐functional product team, and they are both typically ongoing and in parallel.</a:t>
            </a:r>
            <a:endParaRPr/>
          </a:p>
          <a:p>
            <a:pPr marL="514350" lvl="0" indent="-285750" algn="l" rtl="0">
              <a:lnSpc>
                <a:spcPct val="100000"/>
              </a:lnSpc>
              <a:spcBef>
                <a:spcPts val="480"/>
              </a:spcBef>
              <a:spcAft>
                <a:spcPts val="0"/>
              </a:spcAft>
              <a:buSzPts val="2400"/>
              <a:buFont typeface="Arial"/>
              <a:buChar char="•"/>
            </a:pPr>
            <a:r>
              <a:rPr lang="en-IN" sz="1600"/>
              <a:t>We are always working in parallel - to both </a:t>
            </a:r>
            <a:r>
              <a:rPr lang="en-IN" sz="1600" i="1"/>
              <a:t>discover</a:t>
            </a:r>
            <a:r>
              <a:rPr lang="en-IN" sz="1600"/>
              <a:t> the necessary product to be built—which is primarily what the product manager and designer work on every day—while the engineers work to </a:t>
            </a:r>
            <a:r>
              <a:rPr lang="en-IN" sz="1600" i="1"/>
              <a:t>deliver</a:t>
            </a:r>
            <a:r>
              <a:rPr lang="en-IN" sz="1600"/>
              <a:t> production‐quality product.</a:t>
            </a:r>
            <a:endParaRPr/>
          </a:p>
          <a:p>
            <a:pPr marL="514350" lvl="0" indent="-285750" algn="l" rtl="0">
              <a:lnSpc>
                <a:spcPct val="100000"/>
              </a:lnSpc>
              <a:spcBef>
                <a:spcPts val="480"/>
              </a:spcBef>
              <a:spcAft>
                <a:spcPts val="0"/>
              </a:spcAft>
              <a:buSzPts val="2400"/>
              <a:buFont typeface="Arial"/>
              <a:buChar char="•"/>
            </a:pPr>
            <a:r>
              <a:rPr lang="en-IN" sz="1600"/>
              <a:t>The engineers are also helping daily in discovery (and many of the best innovations come from that participation, so this is not a minor point), and the product manager and designer are also helping daily on delivery (mainly to clarify intended behavior). But this is what's going on at a high level.</a:t>
            </a:r>
            <a:endParaRPr/>
          </a:p>
          <a:p>
            <a:pPr marL="514350" lvl="0" indent="-285750" algn="l" rtl="0">
              <a:lnSpc>
                <a:spcPct val="100000"/>
              </a:lnSpc>
              <a:spcBef>
                <a:spcPts val="480"/>
              </a:spcBef>
              <a:spcAft>
                <a:spcPts val="0"/>
              </a:spcAft>
              <a:buSzPts val="2400"/>
              <a:buFont typeface="Arial"/>
              <a:buChar char="•"/>
            </a:pPr>
            <a:r>
              <a:rPr lang="en-IN" sz="1600"/>
              <a:t>Example Postman, Slack  </a:t>
            </a:r>
            <a:endParaRPr sz="1600"/>
          </a:p>
          <a:p>
            <a:pPr marL="514350" lvl="0" indent="-285750" algn="l" rtl="0">
              <a:lnSpc>
                <a:spcPct val="100000"/>
              </a:lnSpc>
              <a:spcBef>
                <a:spcPts val="480"/>
              </a:spcBef>
              <a:spcAft>
                <a:spcPts val="0"/>
              </a:spcAft>
              <a:buSzPts val="2400"/>
              <a:buFont typeface="Arial"/>
              <a:buChar char="•"/>
            </a:pPr>
            <a:r>
              <a:rPr lang="en-IN" sz="1600"/>
              <a:t>Does this happen in your product company?</a:t>
            </a:r>
            <a:endParaRPr/>
          </a:p>
          <a:p>
            <a:pPr marL="514350" lvl="0" indent="-133350" algn="l" rtl="0">
              <a:lnSpc>
                <a:spcPct val="100000"/>
              </a:lnSpc>
              <a:spcBef>
                <a:spcPts val="480"/>
              </a:spcBef>
              <a:spcAft>
                <a:spcPts val="0"/>
              </a:spcAft>
              <a:buSzPts val="2400"/>
              <a:buFont typeface="Arial"/>
              <a:buNone/>
            </a:pPr>
            <a:endParaRPr sz="1600"/>
          </a:p>
          <a:p>
            <a:pPr marL="514350" lvl="0" indent="-133350" algn="l" rtl="0">
              <a:lnSpc>
                <a:spcPct val="100000"/>
              </a:lnSpc>
              <a:spcBef>
                <a:spcPts val="480"/>
              </a:spcBef>
              <a:spcAft>
                <a:spcPts val="0"/>
              </a:spcAft>
              <a:buSzPts val="2400"/>
              <a:buFont typeface="Arial"/>
              <a:buNone/>
            </a:pPr>
            <a:endParaRPr sz="1600"/>
          </a:p>
        </p:txBody>
      </p:sp>
      <p:sp>
        <p:nvSpPr>
          <p:cNvPr id="107" name="Google Shape;107;p15"/>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Continuous discovery and delivery</a:t>
            </a:r>
            <a:endParaRPr/>
          </a:p>
        </p:txBody>
      </p:sp>
      <p:pic>
        <p:nvPicPr>
          <p:cNvPr id="108" name="Google Shape;108;p15" descr="https://learning.oreilly.com/library/view/inspired-2nd-edition/9781119387503/images/c08f001.jpg"/>
          <p:cNvPicPr preferRelativeResize="0"/>
          <p:nvPr/>
        </p:nvPicPr>
        <p:blipFill rotWithShape="1">
          <a:blip r:embed="rId3">
            <a:alphaModFix/>
          </a:blip>
          <a:srcRect/>
          <a:stretch/>
        </p:blipFill>
        <p:spPr>
          <a:xfrm>
            <a:off x="4965110" y="4340897"/>
            <a:ext cx="4178890" cy="204653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6"/>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228600" lvl="0" indent="0" algn="l" rtl="0">
              <a:lnSpc>
                <a:spcPct val="100000"/>
              </a:lnSpc>
              <a:spcBef>
                <a:spcPts val="480"/>
              </a:spcBef>
              <a:spcAft>
                <a:spcPts val="0"/>
              </a:spcAft>
              <a:buSzPts val="2400"/>
              <a:buNone/>
            </a:pPr>
            <a:r>
              <a:rPr lang="en-IN" dirty="0"/>
              <a:t>Product should address the total customer experience (the whole offer)</a:t>
            </a:r>
            <a:endParaRPr dirty="0"/>
          </a:p>
          <a:p>
            <a:pPr marL="514350" marR="0" lvl="0" indent="-133350" algn="l" rtl="0">
              <a:lnSpc>
                <a:spcPct val="100000"/>
              </a:lnSpc>
              <a:spcBef>
                <a:spcPts val="480"/>
              </a:spcBef>
              <a:spcAft>
                <a:spcPts val="0"/>
              </a:spcAft>
              <a:buClr>
                <a:srgbClr val="101141"/>
              </a:buClr>
              <a:buSzPts val="2400"/>
              <a:buFont typeface="Arial"/>
              <a:buNone/>
            </a:pPr>
            <a:endParaRPr dirty="0"/>
          </a:p>
          <a:p>
            <a:pPr marL="514350" lvl="0" indent="-285750" algn="l" rtl="0">
              <a:lnSpc>
                <a:spcPct val="100000"/>
              </a:lnSpc>
              <a:spcBef>
                <a:spcPts val="480"/>
              </a:spcBef>
              <a:spcAft>
                <a:spcPts val="0"/>
              </a:spcAft>
              <a:buSzPts val="2400"/>
              <a:buFont typeface="Arial"/>
              <a:buChar char="•"/>
            </a:pPr>
            <a:r>
              <a:rPr lang="en-IN" sz="1600" dirty="0" err="1"/>
              <a:t>Kaagaz</a:t>
            </a:r>
            <a:r>
              <a:rPr lang="en-IN" sz="1600" dirty="0"/>
              <a:t> &amp; MS Office Lens (document scanner app on mobile) does not only scan but allows us to share the image via email, WhatsApp etc. Because the customer is not just interested in scanning and storing, he wants to share with others</a:t>
            </a:r>
            <a:endParaRPr dirty="0"/>
          </a:p>
          <a:p>
            <a:pPr marL="514350" lvl="0" indent="-285750" algn="l" rtl="0">
              <a:lnSpc>
                <a:spcPct val="100000"/>
              </a:lnSpc>
              <a:spcBef>
                <a:spcPts val="480"/>
              </a:spcBef>
              <a:spcAft>
                <a:spcPts val="0"/>
              </a:spcAft>
              <a:buSzPts val="2400"/>
              <a:buFont typeface="Arial"/>
              <a:buChar char="•"/>
            </a:pPr>
            <a:r>
              <a:rPr lang="en-IN" sz="1600" dirty="0"/>
              <a:t>Xerox started with photo copying facility but soon realized people need to staple the pages, need cover page in different colour, etc. So they enhanced the machine to address the total customer experience</a:t>
            </a:r>
            <a:endParaRPr dirty="0"/>
          </a:p>
          <a:p>
            <a:pPr marL="514350" lvl="0" indent="-285750" algn="l" rtl="0">
              <a:lnSpc>
                <a:spcPct val="100000"/>
              </a:lnSpc>
              <a:spcBef>
                <a:spcPts val="480"/>
              </a:spcBef>
              <a:spcAft>
                <a:spcPts val="0"/>
              </a:spcAft>
              <a:buSzPts val="2400"/>
              <a:buFont typeface="Arial"/>
              <a:buChar char="•"/>
            </a:pPr>
            <a:r>
              <a:rPr lang="en-IN" sz="1600" dirty="0"/>
              <a:t>Clarify: customer support software that involves tracking customer interaction, product details, knowledge base, workflows</a:t>
            </a:r>
            <a:endParaRPr sz="1600" dirty="0"/>
          </a:p>
          <a:p>
            <a:pPr marL="514350" lvl="0" indent="-285750" algn="l" rtl="0">
              <a:lnSpc>
                <a:spcPct val="100000"/>
              </a:lnSpc>
              <a:spcBef>
                <a:spcPts val="480"/>
              </a:spcBef>
              <a:spcAft>
                <a:spcPts val="0"/>
              </a:spcAft>
              <a:buSzPts val="2400"/>
              <a:buFont typeface="Arial"/>
              <a:buChar char="•"/>
            </a:pPr>
            <a:r>
              <a:rPr lang="en-IN" sz="1600" dirty="0" err="1"/>
              <a:t>NoBroker.com</a:t>
            </a:r>
            <a:r>
              <a:rPr lang="en-IN" sz="1600" dirty="0"/>
              <a:t>: Find house, pay advance, get painter, get packer &amp; mover</a:t>
            </a:r>
            <a:endParaRPr dirty="0"/>
          </a:p>
          <a:p>
            <a:pPr marL="514350" lvl="0" indent="-133350" algn="l" rtl="0">
              <a:lnSpc>
                <a:spcPct val="100000"/>
              </a:lnSpc>
              <a:spcBef>
                <a:spcPts val="480"/>
              </a:spcBef>
              <a:spcAft>
                <a:spcPts val="0"/>
              </a:spcAft>
              <a:buSzPts val="2400"/>
              <a:buFont typeface="Arial"/>
              <a:buNone/>
            </a:pPr>
            <a:endParaRPr sz="1600" dirty="0"/>
          </a:p>
          <a:p>
            <a:pPr marL="514350" lvl="0" indent="-285750" algn="l" rtl="0">
              <a:lnSpc>
                <a:spcPct val="100000"/>
              </a:lnSpc>
              <a:spcBef>
                <a:spcPts val="480"/>
              </a:spcBef>
              <a:spcAft>
                <a:spcPts val="0"/>
              </a:spcAft>
              <a:buSzPts val="2400"/>
              <a:buFont typeface="Arial"/>
              <a:buChar char="•"/>
            </a:pPr>
            <a:r>
              <a:rPr lang="en-IN" sz="1600" dirty="0"/>
              <a:t>Have you come across other products that address total customer experience?</a:t>
            </a:r>
            <a:endParaRPr dirty="0"/>
          </a:p>
        </p:txBody>
      </p:sp>
      <p:sp>
        <p:nvSpPr>
          <p:cNvPr id="114" name="Google Shape;114;p16"/>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Product eco-system</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7"/>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228600" lvl="0" indent="0" algn="l" rtl="0">
              <a:lnSpc>
                <a:spcPct val="100000"/>
              </a:lnSpc>
              <a:spcBef>
                <a:spcPts val="480"/>
              </a:spcBef>
              <a:spcAft>
                <a:spcPts val="0"/>
              </a:spcAft>
              <a:buSzPts val="2400"/>
              <a:buNone/>
            </a:pPr>
            <a:r>
              <a:rPr lang="en-IN"/>
              <a:t>Creating Partnerships &amp; alliances </a:t>
            </a:r>
            <a:endParaRPr/>
          </a:p>
          <a:p>
            <a:pPr marL="228600" lvl="0" indent="0" algn="l" rtl="0">
              <a:lnSpc>
                <a:spcPct val="100000"/>
              </a:lnSpc>
              <a:spcBef>
                <a:spcPts val="480"/>
              </a:spcBef>
              <a:spcAft>
                <a:spcPts val="0"/>
              </a:spcAft>
              <a:buSzPts val="2400"/>
              <a:buNone/>
            </a:pPr>
            <a:endParaRPr/>
          </a:p>
          <a:p>
            <a:pPr marL="469900" lvl="0" indent="-285750" algn="l" rtl="0">
              <a:lnSpc>
                <a:spcPct val="100000"/>
              </a:lnSpc>
              <a:spcBef>
                <a:spcPts val="480"/>
              </a:spcBef>
              <a:spcAft>
                <a:spcPts val="0"/>
              </a:spcAft>
              <a:buSzPts val="2400"/>
              <a:buChar char="•"/>
            </a:pPr>
            <a:r>
              <a:rPr lang="en-IN"/>
              <a:t>Xerox tied up with paper manufacturers to ensure steady supply of paper</a:t>
            </a:r>
            <a:endParaRPr/>
          </a:p>
          <a:p>
            <a:pPr marL="469900" lvl="0" indent="-285750" algn="l" rtl="0">
              <a:lnSpc>
                <a:spcPct val="100000"/>
              </a:lnSpc>
              <a:spcBef>
                <a:spcPts val="480"/>
              </a:spcBef>
              <a:spcAft>
                <a:spcPts val="0"/>
              </a:spcAft>
              <a:buSzPts val="2400"/>
              <a:buChar char="•"/>
            </a:pPr>
            <a:r>
              <a:rPr lang="en-IN"/>
              <a:t>SAP partners: DataXtream for POS solutions, DocuSign for eSignature integration with SAP</a:t>
            </a:r>
            <a:endParaRPr/>
          </a:p>
          <a:p>
            <a:pPr marL="469900" lvl="0" indent="-285750" algn="l" rtl="0">
              <a:lnSpc>
                <a:spcPct val="100000"/>
              </a:lnSpc>
              <a:spcBef>
                <a:spcPts val="480"/>
              </a:spcBef>
              <a:spcAft>
                <a:spcPts val="0"/>
              </a:spcAft>
              <a:buSzPts val="2400"/>
              <a:buChar char="•"/>
            </a:pPr>
            <a:r>
              <a:rPr lang="en-IN"/>
              <a:t>Netflix tied up with telecom service providers such as Verizon, Airtel to host their content at ISP gateways, so as to ensure fast response time to customers</a:t>
            </a:r>
            <a:endParaRPr/>
          </a:p>
          <a:p>
            <a:pPr marL="469900" lvl="0" indent="-285750" algn="l" rtl="0">
              <a:lnSpc>
                <a:spcPct val="100000"/>
              </a:lnSpc>
              <a:spcBef>
                <a:spcPts val="480"/>
              </a:spcBef>
              <a:spcAft>
                <a:spcPts val="0"/>
              </a:spcAft>
              <a:buSzPts val="2400"/>
              <a:buChar char="•"/>
            </a:pPr>
            <a:r>
              <a:rPr lang="en-IN"/>
              <a:t>MakeMyTrip built alliances with Airlines, hotels, etc.</a:t>
            </a:r>
            <a:endParaRPr/>
          </a:p>
          <a:p>
            <a:pPr marL="469900" lvl="0" indent="-133350" algn="l" rtl="0">
              <a:lnSpc>
                <a:spcPct val="100000"/>
              </a:lnSpc>
              <a:spcBef>
                <a:spcPts val="480"/>
              </a:spcBef>
              <a:spcAft>
                <a:spcPts val="0"/>
              </a:spcAft>
              <a:buSzPts val="2400"/>
              <a:buNone/>
            </a:pPr>
            <a:endParaRPr/>
          </a:p>
          <a:p>
            <a:pPr marL="469900" lvl="0" indent="-285750" algn="l" rtl="0">
              <a:lnSpc>
                <a:spcPct val="100000"/>
              </a:lnSpc>
              <a:spcBef>
                <a:spcPts val="480"/>
              </a:spcBef>
              <a:spcAft>
                <a:spcPts val="0"/>
              </a:spcAft>
              <a:buSzPts val="2400"/>
              <a:buChar char="•"/>
            </a:pPr>
            <a:r>
              <a:rPr lang="en-IN"/>
              <a:t>Any other examples you have come across?</a:t>
            </a:r>
            <a:endParaRPr/>
          </a:p>
        </p:txBody>
      </p:sp>
      <p:sp>
        <p:nvSpPr>
          <p:cNvPr id="120" name="Google Shape;120;p17"/>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Product eco-system</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8"/>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p>
            <a:pPr marL="514350" marR="0" lvl="0" indent="-285750" algn="l" rtl="0">
              <a:lnSpc>
                <a:spcPct val="100000"/>
              </a:lnSpc>
              <a:spcBef>
                <a:spcPts val="480"/>
              </a:spcBef>
              <a:spcAft>
                <a:spcPts val="0"/>
              </a:spcAft>
              <a:buClr>
                <a:srgbClr val="101141"/>
              </a:buClr>
              <a:buSzPts val="2400"/>
              <a:buFont typeface="Arial"/>
              <a:buChar char="•"/>
            </a:pPr>
            <a:r>
              <a:rPr lang="en-IN" dirty="0"/>
              <a:t>Differentiation</a:t>
            </a:r>
            <a:endParaRPr dirty="0"/>
          </a:p>
          <a:p>
            <a:pPr marL="914400" lvl="1" indent="-330200" algn="l" rtl="0">
              <a:lnSpc>
                <a:spcPct val="100000"/>
              </a:lnSpc>
              <a:spcBef>
                <a:spcPts val="320"/>
              </a:spcBef>
              <a:spcAft>
                <a:spcPts val="0"/>
              </a:spcAft>
              <a:buSzPts val="1600"/>
              <a:buChar char="–"/>
            </a:pPr>
            <a:r>
              <a:rPr lang="en-IN" dirty="0"/>
              <a:t>Intuit – UI and features</a:t>
            </a:r>
            <a:endParaRPr dirty="0"/>
          </a:p>
          <a:p>
            <a:pPr marL="914400" lvl="1" indent="-330200" algn="l" rtl="0">
              <a:lnSpc>
                <a:spcPct val="100000"/>
              </a:lnSpc>
              <a:spcBef>
                <a:spcPts val="320"/>
              </a:spcBef>
              <a:spcAft>
                <a:spcPts val="0"/>
              </a:spcAft>
              <a:buSzPts val="1600"/>
              <a:buChar char="–"/>
            </a:pPr>
            <a:r>
              <a:rPr lang="en-IN" dirty="0"/>
              <a:t>Apple – UX</a:t>
            </a:r>
            <a:endParaRPr dirty="0"/>
          </a:p>
          <a:p>
            <a:pPr marL="914400" lvl="1" indent="-330200" algn="l" rtl="0">
              <a:lnSpc>
                <a:spcPct val="100000"/>
              </a:lnSpc>
              <a:spcBef>
                <a:spcPts val="320"/>
              </a:spcBef>
              <a:spcAft>
                <a:spcPts val="0"/>
              </a:spcAft>
              <a:buSzPts val="1600"/>
              <a:buChar char="–"/>
            </a:pPr>
            <a:r>
              <a:rPr lang="en-IN" dirty="0"/>
              <a:t>Citibank– Reliability &amp; infrastructure</a:t>
            </a:r>
            <a:endParaRPr dirty="0"/>
          </a:p>
          <a:p>
            <a:pPr marL="914400" lvl="1" indent="-330200" algn="l" rtl="0">
              <a:lnSpc>
                <a:spcPct val="100000"/>
              </a:lnSpc>
              <a:spcBef>
                <a:spcPts val="320"/>
              </a:spcBef>
              <a:spcAft>
                <a:spcPts val="0"/>
              </a:spcAft>
              <a:buSzPts val="1600"/>
              <a:buChar char="–"/>
            </a:pPr>
            <a:r>
              <a:rPr lang="en-IN" dirty="0" err="1"/>
              <a:t>.Net</a:t>
            </a:r>
            <a:r>
              <a:rPr lang="en-IN" dirty="0"/>
              <a:t> – Ease of use</a:t>
            </a:r>
            <a:endParaRPr dirty="0"/>
          </a:p>
          <a:p>
            <a:pPr marL="914400" lvl="1" indent="-330200" algn="l" rtl="0">
              <a:lnSpc>
                <a:spcPct val="100000"/>
              </a:lnSpc>
              <a:spcBef>
                <a:spcPts val="320"/>
              </a:spcBef>
              <a:spcAft>
                <a:spcPts val="0"/>
              </a:spcAft>
              <a:buSzPts val="1600"/>
              <a:buChar char="–"/>
            </a:pPr>
            <a:r>
              <a:rPr lang="en-IN" dirty="0"/>
              <a:t>Toyota – Quality</a:t>
            </a:r>
            <a:endParaRPr dirty="0"/>
          </a:p>
          <a:p>
            <a:pPr marL="914400" lvl="1" indent="-330200" algn="l" rtl="0">
              <a:lnSpc>
                <a:spcPct val="100000"/>
              </a:lnSpc>
              <a:spcBef>
                <a:spcPts val="320"/>
              </a:spcBef>
              <a:spcAft>
                <a:spcPts val="0"/>
              </a:spcAft>
              <a:buSzPts val="1600"/>
              <a:buChar char="–"/>
            </a:pPr>
            <a:r>
              <a:rPr lang="en-IN" dirty="0"/>
              <a:t>ISRO – low cost satellite launches for world-wide customers</a:t>
            </a:r>
            <a:endParaRPr dirty="0"/>
          </a:p>
          <a:p>
            <a:pPr marL="584200" lvl="1" indent="0" algn="l" rtl="0">
              <a:lnSpc>
                <a:spcPct val="100000"/>
              </a:lnSpc>
              <a:spcBef>
                <a:spcPts val="320"/>
              </a:spcBef>
              <a:spcAft>
                <a:spcPts val="0"/>
              </a:spcAft>
              <a:buSzPts val="1600"/>
              <a:buNone/>
            </a:pPr>
            <a:r>
              <a:rPr lang="en-IN" dirty="0"/>
              <a:t> </a:t>
            </a:r>
            <a:endParaRPr dirty="0"/>
          </a:p>
          <a:p>
            <a:pPr marL="469900" lvl="0" indent="-285750" algn="l" rtl="0">
              <a:lnSpc>
                <a:spcPct val="100000"/>
              </a:lnSpc>
              <a:spcBef>
                <a:spcPts val="480"/>
              </a:spcBef>
              <a:spcAft>
                <a:spcPts val="0"/>
              </a:spcAft>
              <a:buSzPts val="2400"/>
              <a:buChar char="•"/>
            </a:pPr>
            <a:r>
              <a:rPr lang="en-IN" dirty="0"/>
              <a:t>Entry barrier</a:t>
            </a:r>
            <a:endParaRPr dirty="0"/>
          </a:p>
          <a:p>
            <a:pPr marL="914400" lvl="1" indent="-330200" algn="l" rtl="0">
              <a:lnSpc>
                <a:spcPct val="100000"/>
              </a:lnSpc>
              <a:spcBef>
                <a:spcPts val="320"/>
              </a:spcBef>
              <a:spcAft>
                <a:spcPts val="0"/>
              </a:spcAft>
              <a:buSzPts val="1600"/>
              <a:buChar char="–"/>
            </a:pPr>
            <a:r>
              <a:rPr lang="en-IN" dirty="0"/>
              <a:t>Google Earth – Entry barrier due to technology</a:t>
            </a:r>
            <a:endParaRPr dirty="0"/>
          </a:p>
          <a:p>
            <a:pPr marL="914400" lvl="1" indent="-330200" algn="l" rtl="0">
              <a:lnSpc>
                <a:spcPct val="100000"/>
              </a:lnSpc>
              <a:spcBef>
                <a:spcPts val="320"/>
              </a:spcBef>
              <a:spcAft>
                <a:spcPts val="0"/>
              </a:spcAft>
              <a:buSzPts val="1600"/>
              <a:buChar char="–"/>
            </a:pPr>
            <a:r>
              <a:rPr lang="en-IN" dirty="0"/>
              <a:t>Da Vinci Robotic surgery – Technology</a:t>
            </a:r>
            <a:endParaRPr dirty="0"/>
          </a:p>
          <a:p>
            <a:pPr marL="914400" lvl="1" indent="-330200" algn="l" rtl="0">
              <a:lnSpc>
                <a:spcPct val="100000"/>
              </a:lnSpc>
              <a:spcBef>
                <a:spcPts val="320"/>
              </a:spcBef>
              <a:spcAft>
                <a:spcPts val="0"/>
              </a:spcAft>
              <a:buSzPts val="1600"/>
              <a:buChar char="–"/>
            </a:pPr>
            <a:r>
              <a:rPr lang="en-IN" dirty="0"/>
              <a:t>Microsoft HoloLens – Mixed reality technology for doctors, etc</a:t>
            </a:r>
            <a:endParaRPr dirty="0"/>
          </a:p>
        </p:txBody>
      </p:sp>
      <p:sp>
        <p:nvSpPr>
          <p:cNvPr id="126" name="Google Shape;126;p18"/>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a:t>Critical success factors</a:t>
            </a:r>
            <a:endParaRP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8EC150CF-BBD7-20F3-4F6C-34CDAB60B448}"/>
                  </a:ext>
                </a:extLst>
              </p14:cNvPr>
              <p14:cNvContentPartPr/>
              <p14:nvPr/>
            </p14:nvContentPartPr>
            <p14:xfrm>
              <a:off x="480960" y="1013400"/>
              <a:ext cx="8528040" cy="5686920"/>
            </p14:xfrm>
          </p:contentPart>
        </mc:Choice>
        <mc:Fallback>
          <p:pic>
            <p:nvPicPr>
              <p:cNvPr id="3" name="Ink 2">
                <a:extLst>
                  <a:ext uri="{FF2B5EF4-FFF2-40B4-BE49-F238E27FC236}">
                    <a16:creationId xmlns:a16="http://schemas.microsoft.com/office/drawing/2014/main" id="{8EC150CF-BBD7-20F3-4F6C-34CDAB60B448}"/>
                  </a:ext>
                </a:extLst>
              </p:cNvPr>
              <p:cNvPicPr/>
              <p:nvPr/>
            </p:nvPicPr>
            <p:blipFill>
              <a:blip r:embed="rId4"/>
              <a:stretch>
                <a:fillRect/>
              </a:stretch>
            </p:blipFill>
            <p:spPr>
              <a:xfrm>
                <a:off x="464760" y="997200"/>
                <a:ext cx="8560440" cy="571932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BF264B0-1552-AF93-3F5A-6E9D95548F07}"/>
              </a:ext>
            </a:extLst>
          </p:cNvPr>
          <p:cNvSpPr>
            <a:spLocks noGrp="1"/>
          </p:cNvSpPr>
          <p:nvPr>
            <p:ph type="body" idx="1"/>
          </p:nvPr>
        </p:nvSpPr>
        <p:spPr/>
        <p:txBody>
          <a:bodyPr/>
          <a:lstStyle/>
          <a:p>
            <a:pPr marL="76200" indent="0">
              <a:buNone/>
            </a:pPr>
            <a:r>
              <a:rPr lang="en-US" sz="2000" b="1" dirty="0"/>
              <a:t>The Feature Audit</a:t>
            </a:r>
          </a:p>
        </p:txBody>
      </p:sp>
      <p:sp>
        <p:nvSpPr>
          <p:cNvPr id="3" name="Text Placeholder 2">
            <a:extLst>
              <a:ext uri="{FF2B5EF4-FFF2-40B4-BE49-F238E27FC236}">
                <a16:creationId xmlns:a16="http://schemas.microsoft.com/office/drawing/2014/main" id="{1A7195CD-FD38-AE98-934D-9C550ACD9941}"/>
              </a:ext>
            </a:extLst>
          </p:cNvPr>
          <p:cNvSpPr>
            <a:spLocks noGrp="1"/>
          </p:cNvSpPr>
          <p:nvPr>
            <p:ph type="body" idx="2"/>
          </p:nvPr>
        </p:nvSpPr>
        <p:spPr/>
        <p:txBody>
          <a:bodyPr/>
          <a:lstStyle/>
          <a:p>
            <a:r>
              <a:rPr lang="en-US" dirty="0"/>
              <a:t>Evaluating your product</a:t>
            </a:r>
          </a:p>
        </p:txBody>
      </p:sp>
      <p:pic>
        <p:nvPicPr>
          <p:cNvPr id="5" name="Picture 4">
            <a:extLst>
              <a:ext uri="{FF2B5EF4-FFF2-40B4-BE49-F238E27FC236}">
                <a16:creationId xmlns:a16="http://schemas.microsoft.com/office/drawing/2014/main" id="{247EDC8B-C4C3-ECD4-CC41-394C659C7CBA}"/>
              </a:ext>
            </a:extLst>
          </p:cNvPr>
          <p:cNvPicPr>
            <a:picLocks noChangeAspect="1"/>
          </p:cNvPicPr>
          <p:nvPr/>
        </p:nvPicPr>
        <p:blipFill>
          <a:blip r:embed="rId2"/>
          <a:stretch>
            <a:fillRect/>
          </a:stretch>
        </p:blipFill>
        <p:spPr>
          <a:xfrm>
            <a:off x="1458787" y="2146946"/>
            <a:ext cx="6226425" cy="3872854"/>
          </a:xfrm>
          <a:prstGeom prst="rect">
            <a:avLst/>
          </a:prstGeom>
        </p:spPr>
      </p:pic>
    </p:spTree>
    <p:extLst>
      <p:ext uri="{BB962C8B-B14F-4D97-AF65-F5344CB8AC3E}">
        <p14:creationId xmlns:p14="http://schemas.microsoft.com/office/powerpoint/2010/main" val="1436854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BF264B0-1552-AF93-3F5A-6E9D95548F07}"/>
              </a:ext>
            </a:extLst>
          </p:cNvPr>
          <p:cNvSpPr>
            <a:spLocks noGrp="1"/>
          </p:cNvSpPr>
          <p:nvPr>
            <p:ph type="body" idx="1"/>
          </p:nvPr>
        </p:nvSpPr>
        <p:spPr/>
        <p:txBody>
          <a:bodyPr/>
          <a:lstStyle/>
          <a:p>
            <a:pPr marL="76200" indent="0">
              <a:buNone/>
            </a:pPr>
            <a:r>
              <a:rPr lang="en-US" sz="2000" b="1" dirty="0"/>
              <a:t>Ideal Feature Usage</a:t>
            </a:r>
          </a:p>
        </p:txBody>
      </p:sp>
      <p:sp>
        <p:nvSpPr>
          <p:cNvPr id="3" name="Text Placeholder 2">
            <a:extLst>
              <a:ext uri="{FF2B5EF4-FFF2-40B4-BE49-F238E27FC236}">
                <a16:creationId xmlns:a16="http://schemas.microsoft.com/office/drawing/2014/main" id="{1A7195CD-FD38-AE98-934D-9C550ACD9941}"/>
              </a:ext>
            </a:extLst>
          </p:cNvPr>
          <p:cNvSpPr>
            <a:spLocks noGrp="1"/>
          </p:cNvSpPr>
          <p:nvPr>
            <p:ph type="body" idx="2"/>
          </p:nvPr>
        </p:nvSpPr>
        <p:spPr/>
        <p:txBody>
          <a:bodyPr/>
          <a:lstStyle/>
          <a:p>
            <a:r>
              <a:rPr lang="en-US" dirty="0"/>
              <a:t>Evaluating your product</a:t>
            </a:r>
          </a:p>
        </p:txBody>
      </p:sp>
      <p:pic>
        <p:nvPicPr>
          <p:cNvPr id="6" name="Picture 5">
            <a:extLst>
              <a:ext uri="{FF2B5EF4-FFF2-40B4-BE49-F238E27FC236}">
                <a16:creationId xmlns:a16="http://schemas.microsoft.com/office/drawing/2014/main" id="{18F05D6F-F9DF-6949-1D30-CD51380956CB}"/>
              </a:ext>
            </a:extLst>
          </p:cNvPr>
          <p:cNvPicPr>
            <a:picLocks noChangeAspect="1"/>
          </p:cNvPicPr>
          <p:nvPr/>
        </p:nvPicPr>
        <p:blipFill>
          <a:blip r:embed="rId2"/>
          <a:stretch>
            <a:fillRect/>
          </a:stretch>
        </p:blipFill>
        <p:spPr>
          <a:xfrm>
            <a:off x="491343" y="2126374"/>
            <a:ext cx="7856514" cy="4293676"/>
          </a:xfrm>
          <a:prstGeom prst="rect">
            <a:avLst/>
          </a:prstGeom>
        </p:spPr>
      </p:pic>
    </p:spTree>
    <p:extLst>
      <p:ext uri="{BB962C8B-B14F-4D97-AF65-F5344CB8AC3E}">
        <p14:creationId xmlns:p14="http://schemas.microsoft.com/office/powerpoint/2010/main" val="1096278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BF264B0-1552-AF93-3F5A-6E9D95548F07}"/>
              </a:ext>
            </a:extLst>
          </p:cNvPr>
          <p:cNvSpPr>
            <a:spLocks noGrp="1"/>
          </p:cNvSpPr>
          <p:nvPr>
            <p:ph type="body" idx="1"/>
          </p:nvPr>
        </p:nvSpPr>
        <p:spPr/>
        <p:txBody>
          <a:bodyPr/>
          <a:lstStyle/>
          <a:p>
            <a:pPr marL="76200" indent="0">
              <a:buNone/>
            </a:pPr>
            <a:r>
              <a:rPr lang="en-US" sz="2000" b="1" dirty="0"/>
              <a:t>Actual Feature Usage</a:t>
            </a:r>
          </a:p>
        </p:txBody>
      </p:sp>
      <p:sp>
        <p:nvSpPr>
          <p:cNvPr id="3" name="Text Placeholder 2">
            <a:extLst>
              <a:ext uri="{FF2B5EF4-FFF2-40B4-BE49-F238E27FC236}">
                <a16:creationId xmlns:a16="http://schemas.microsoft.com/office/drawing/2014/main" id="{1A7195CD-FD38-AE98-934D-9C550ACD9941}"/>
              </a:ext>
            </a:extLst>
          </p:cNvPr>
          <p:cNvSpPr>
            <a:spLocks noGrp="1"/>
          </p:cNvSpPr>
          <p:nvPr>
            <p:ph type="body" idx="2"/>
          </p:nvPr>
        </p:nvSpPr>
        <p:spPr/>
        <p:txBody>
          <a:bodyPr/>
          <a:lstStyle/>
          <a:p>
            <a:r>
              <a:rPr lang="en-US" dirty="0"/>
              <a:t>Evaluating your product</a:t>
            </a:r>
          </a:p>
        </p:txBody>
      </p:sp>
      <p:pic>
        <p:nvPicPr>
          <p:cNvPr id="5" name="Picture 4">
            <a:extLst>
              <a:ext uri="{FF2B5EF4-FFF2-40B4-BE49-F238E27FC236}">
                <a16:creationId xmlns:a16="http://schemas.microsoft.com/office/drawing/2014/main" id="{041DD813-4AD4-F779-69B1-75F75ACA654E}"/>
              </a:ext>
            </a:extLst>
          </p:cNvPr>
          <p:cNvPicPr>
            <a:picLocks noChangeAspect="1"/>
          </p:cNvPicPr>
          <p:nvPr/>
        </p:nvPicPr>
        <p:blipFill>
          <a:blip r:embed="rId2"/>
          <a:stretch>
            <a:fillRect/>
          </a:stretch>
        </p:blipFill>
        <p:spPr>
          <a:xfrm>
            <a:off x="809451" y="2084480"/>
            <a:ext cx="7220298" cy="4133757"/>
          </a:xfrm>
          <a:prstGeom prst="rect">
            <a:avLst/>
          </a:prstGeom>
        </p:spPr>
      </p:pic>
    </p:spTree>
    <p:extLst>
      <p:ext uri="{BB962C8B-B14F-4D97-AF65-F5344CB8AC3E}">
        <p14:creationId xmlns:p14="http://schemas.microsoft.com/office/powerpoint/2010/main" val="42661583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BF264B0-1552-AF93-3F5A-6E9D95548F07}"/>
              </a:ext>
            </a:extLst>
          </p:cNvPr>
          <p:cNvSpPr>
            <a:spLocks noGrp="1"/>
          </p:cNvSpPr>
          <p:nvPr>
            <p:ph type="body" idx="1"/>
          </p:nvPr>
        </p:nvSpPr>
        <p:spPr/>
        <p:txBody>
          <a:bodyPr/>
          <a:lstStyle/>
          <a:p>
            <a:pPr marL="76200" indent="0">
              <a:buNone/>
            </a:pPr>
            <a:r>
              <a:rPr lang="en-US" sz="2000" b="1" dirty="0"/>
              <a:t>At risk of disruption</a:t>
            </a:r>
          </a:p>
        </p:txBody>
      </p:sp>
      <p:sp>
        <p:nvSpPr>
          <p:cNvPr id="3" name="Text Placeholder 2">
            <a:extLst>
              <a:ext uri="{FF2B5EF4-FFF2-40B4-BE49-F238E27FC236}">
                <a16:creationId xmlns:a16="http://schemas.microsoft.com/office/drawing/2014/main" id="{1A7195CD-FD38-AE98-934D-9C550ACD9941}"/>
              </a:ext>
            </a:extLst>
          </p:cNvPr>
          <p:cNvSpPr>
            <a:spLocks noGrp="1"/>
          </p:cNvSpPr>
          <p:nvPr>
            <p:ph type="body" idx="2"/>
          </p:nvPr>
        </p:nvSpPr>
        <p:spPr/>
        <p:txBody>
          <a:bodyPr/>
          <a:lstStyle/>
          <a:p>
            <a:r>
              <a:rPr lang="en-US" dirty="0"/>
              <a:t>Evaluating your product</a:t>
            </a:r>
          </a:p>
        </p:txBody>
      </p:sp>
      <p:pic>
        <p:nvPicPr>
          <p:cNvPr id="6" name="Picture 5">
            <a:extLst>
              <a:ext uri="{FF2B5EF4-FFF2-40B4-BE49-F238E27FC236}">
                <a16:creationId xmlns:a16="http://schemas.microsoft.com/office/drawing/2014/main" id="{D59A0D56-B12D-41CE-26C3-7D4514212ABC}"/>
              </a:ext>
            </a:extLst>
          </p:cNvPr>
          <p:cNvPicPr>
            <a:picLocks noChangeAspect="1"/>
          </p:cNvPicPr>
          <p:nvPr/>
        </p:nvPicPr>
        <p:blipFill>
          <a:blip r:embed="rId2"/>
          <a:stretch>
            <a:fillRect/>
          </a:stretch>
        </p:blipFill>
        <p:spPr>
          <a:xfrm>
            <a:off x="776438" y="2046343"/>
            <a:ext cx="7591124" cy="4171894"/>
          </a:xfrm>
          <a:prstGeom prst="rect">
            <a:avLst/>
          </a:prstGeom>
        </p:spPr>
      </p:pic>
    </p:spTree>
    <p:extLst>
      <p:ext uri="{BB962C8B-B14F-4D97-AF65-F5344CB8AC3E}">
        <p14:creationId xmlns:p14="http://schemas.microsoft.com/office/powerpoint/2010/main" val="15191003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BF264B0-1552-AF93-3F5A-6E9D95548F07}"/>
              </a:ext>
            </a:extLst>
          </p:cNvPr>
          <p:cNvSpPr>
            <a:spLocks noGrp="1"/>
          </p:cNvSpPr>
          <p:nvPr>
            <p:ph type="body" idx="1"/>
          </p:nvPr>
        </p:nvSpPr>
        <p:spPr/>
        <p:txBody>
          <a:bodyPr/>
          <a:lstStyle/>
          <a:p>
            <a:pPr marL="76200" indent="0">
              <a:buNone/>
            </a:pPr>
            <a:r>
              <a:rPr lang="en-US" sz="2000" b="1" dirty="0"/>
              <a:t>Actions to be taken:</a:t>
            </a:r>
          </a:p>
        </p:txBody>
      </p:sp>
      <p:sp>
        <p:nvSpPr>
          <p:cNvPr id="3" name="Text Placeholder 2">
            <a:extLst>
              <a:ext uri="{FF2B5EF4-FFF2-40B4-BE49-F238E27FC236}">
                <a16:creationId xmlns:a16="http://schemas.microsoft.com/office/drawing/2014/main" id="{1A7195CD-FD38-AE98-934D-9C550ACD9941}"/>
              </a:ext>
            </a:extLst>
          </p:cNvPr>
          <p:cNvSpPr>
            <a:spLocks noGrp="1"/>
          </p:cNvSpPr>
          <p:nvPr>
            <p:ph type="body" idx="2"/>
          </p:nvPr>
        </p:nvSpPr>
        <p:spPr/>
        <p:txBody>
          <a:bodyPr/>
          <a:lstStyle/>
          <a:p>
            <a:r>
              <a:rPr lang="en-US" dirty="0"/>
              <a:t>Evaluating your product</a:t>
            </a:r>
          </a:p>
        </p:txBody>
      </p:sp>
      <p:pic>
        <p:nvPicPr>
          <p:cNvPr id="5" name="Picture 4">
            <a:extLst>
              <a:ext uri="{FF2B5EF4-FFF2-40B4-BE49-F238E27FC236}">
                <a16:creationId xmlns:a16="http://schemas.microsoft.com/office/drawing/2014/main" id="{99CBCC68-7A47-203F-076F-409EB89E6DA9}"/>
              </a:ext>
            </a:extLst>
          </p:cNvPr>
          <p:cNvPicPr>
            <a:picLocks noChangeAspect="1"/>
          </p:cNvPicPr>
          <p:nvPr/>
        </p:nvPicPr>
        <p:blipFill>
          <a:blip r:embed="rId2"/>
          <a:stretch>
            <a:fillRect/>
          </a:stretch>
        </p:blipFill>
        <p:spPr>
          <a:xfrm>
            <a:off x="1100488" y="1997554"/>
            <a:ext cx="6943023" cy="4220683"/>
          </a:xfrm>
          <a:prstGeom prst="rect">
            <a:avLst/>
          </a:prstGeom>
        </p:spPr>
      </p:pic>
    </p:spTree>
    <p:extLst>
      <p:ext uri="{BB962C8B-B14F-4D97-AF65-F5344CB8AC3E}">
        <p14:creationId xmlns:p14="http://schemas.microsoft.com/office/powerpoint/2010/main" val="11909585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4" name="Google Shape;94;p13"/>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dirty="0"/>
              <a:t>Assignment Method:</a:t>
            </a:r>
            <a:endParaRPr dirty="0"/>
          </a:p>
        </p:txBody>
      </p:sp>
      <p:sp>
        <p:nvSpPr>
          <p:cNvPr id="3" name="TextBox 2">
            <a:extLst>
              <a:ext uri="{FF2B5EF4-FFF2-40B4-BE49-F238E27FC236}">
                <a16:creationId xmlns:a16="http://schemas.microsoft.com/office/drawing/2014/main" id="{9D5FE737-BC88-18C5-83C5-4AA60E22A032}"/>
              </a:ext>
            </a:extLst>
          </p:cNvPr>
          <p:cNvSpPr txBox="1"/>
          <p:nvPr/>
        </p:nvSpPr>
        <p:spPr>
          <a:xfrm>
            <a:off x="304799" y="1442621"/>
            <a:ext cx="8637069" cy="4370427"/>
          </a:xfrm>
          <a:prstGeom prst="rect">
            <a:avLst/>
          </a:prstGeom>
          <a:noFill/>
        </p:spPr>
        <p:txBody>
          <a:bodyPr wrap="square">
            <a:spAutoFit/>
          </a:bodyPr>
          <a:lstStyle/>
          <a:p>
            <a:pPr marL="342900" indent="-342900" algn="l">
              <a:spcAft>
                <a:spcPts val="600"/>
              </a:spcAft>
              <a:buAutoNum type="arabicPeriod"/>
            </a:pPr>
            <a:r>
              <a:rPr lang="en-US" b="0" i="0" dirty="0">
                <a:solidFill>
                  <a:srgbClr val="222222"/>
                </a:solidFill>
                <a:effectLst/>
                <a:latin typeface="Arial" panose="020B0604020202020204" pitchFamily="34" charset="0"/>
              </a:rPr>
              <a:t>This is a Group Assignment</a:t>
            </a:r>
          </a:p>
          <a:p>
            <a:pPr marL="342900" indent="-342900" algn="l">
              <a:spcAft>
                <a:spcPts val="600"/>
              </a:spcAft>
              <a:buAutoNum type="arabicPeriod"/>
            </a:pPr>
            <a:r>
              <a:rPr lang="en-US" dirty="0">
                <a:solidFill>
                  <a:srgbClr val="222222"/>
                </a:solidFill>
                <a:latin typeface="Arial" panose="020B0604020202020204" pitchFamily="34" charset="0"/>
              </a:rPr>
              <a:t>Each Group is expected to p</a:t>
            </a:r>
            <a:r>
              <a:rPr lang="en-US" b="0" i="0" dirty="0">
                <a:solidFill>
                  <a:srgbClr val="222222"/>
                </a:solidFill>
                <a:effectLst/>
                <a:latin typeface="Arial" panose="020B0604020202020204" pitchFamily="34" charset="0"/>
              </a:rPr>
              <a:t>ick a Tech product of their choice (</a:t>
            </a:r>
            <a:r>
              <a:rPr lang="en-US" b="0" i="1" dirty="0">
                <a:solidFill>
                  <a:srgbClr val="222222"/>
                </a:solidFill>
                <a:effectLst/>
                <a:latin typeface="Arial" panose="020B0604020202020204" pitchFamily="34" charset="0"/>
              </a:rPr>
              <a:t>welcome to select a new idea/ product</a:t>
            </a:r>
            <a:r>
              <a:rPr lang="en-US" b="0" i="0" dirty="0">
                <a:solidFill>
                  <a:srgbClr val="222222"/>
                </a:solidFill>
                <a:effectLst/>
                <a:latin typeface="Arial" panose="020B0604020202020204" pitchFamily="34" charset="0"/>
              </a:rPr>
              <a:t>)</a:t>
            </a:r>
          </a:p>
          <a:p>
            <a:pPr marL="342900" indent="-342900" algn="l">
              <a:spcAft>
                <a:spcPts val="600"/>
              </a:spcAft>
              <a:buAutoNum type="arabicPeriod"/>
            </a:pPr>
            <a:r>
              <a:rPr lang="en-US" b="0" i="0" dirty="0">
                <a:solidFill>
                  <a:srgbClr val="222222"/>
                </a:solidFill>
                <a:effectLst/>
                <a:latin typeface="Arial" panose="020B0604020202020204" pitchFamily="34" charset="0"/>
              </a:rPr>
              <a:t>Each class we will learn something new in the course and an exercise pertaining to that class learning will be given as a part of the assignment case study</a:t>
            </a:r>
          </a:p>
          <a:p>
            <a:pPr marL="342900" indent="-342900" algn="l">
              <a:spcAft>
                <a:spcPts val="600"/>
              </a:spcAft>
              <a:buAutoNum type="arabicPeriod"/>
            </a:pPr>
            <a:r>
              <a:rPr lang="en-US" b="0" i="0" dirty="0">
                <a:solidFill>
                  <a:srgbClr val="222222"/>
                </a:solidFill>
                <a:effectLst/>
                <a:latin typeface="Arial" panose="020B0604020202020204" pitchFamily="34" charset="0"/>
              </a:rPr>
              <a:t>I have also picked up a product case study (Uber – no other group is allowed to select this </a:t>
            </a:r>
            <a:r>
              <a:rPr lang="en-US" b="0" i="0" dirty="0">
                <a:solidFill>
                  <a:srgbClr val="222222"/>
                </a:solidFill>
                <a:effectLst/>
                <a:latin typeface="Arial" panose="020B0604020202020204" pitchFamily="34" charset="0"/>
                <a:sym typeface="Wingdings" panose="05000000000000000000" pitchFamily="2" charset="2"/>
              </a:rPr>
              <a:t>)</a:t>
            </a:r>
            <a:r>
              <a:rPr lang="en-US" b="0" i="0" dirty="0">
                <a:solidFill>
                  <a:srgbClr val="222222"/>
                </a:solidFill>
                <a:effectLst/>
                <a:latin typeface="Arial" panose="020B0604020202020204" pitchFamily="34" charset="0"/>
              </a:rPr>
              <a:t> which I will explain in each session based on the class learnings throughout the course. This is like me doing the assignment and sharing it as an example to better explain to the class</a:t>
            </a:r>
            <a:endParaRPr lang="en-US" dirty="0">
              <a:solidFill>
                <a:srgbClr val="222222"/>
              </a:solidFill>
              <a:latin typeface="Arial" panose="020B0604020202020204" pitchFamily="34" charset="0"/>
            </a:endParaRPr>
          </a:p>
          <a:p>
            <a:pPr marL="342900" indent="-342900" algn="l">
              <a:spcAft>
                <a:spcPts val="600"/>
              </a:spcAft>
              <a:buAutoNum type="arabicPeriod"/>
            </a:pPr>
            <a:r>
              <a:rPr lang="en-US" b="0" i="0" dirty="0">
                <a:solidFill>
                  <a:srgbClr val="222222"/>
                </a:solidFill>
                <a:effectLst/>
                <a:latin typeface="Arial" panose="020B0604020202020204" pitchFamily="34" charset="0"/>
              </a:rPr>
              <a:t>Also in each session, a student group may present an exercise from the past two weeks and how they have applied their learnings on their specific product case study assignment</a:t>
            </a:r>
          </a:p>
          <a:p>
            <a:pPr marL="342900" indent="-342900" algn="l">
              <a:spcAft>
                <a:spcPts val="600"/>
              </a:spcAft>
              <a:buAutoNum type="arabicPeriod"/>
            </a:pPr>
            <a:r>
              <a:rPr lang="en-US" b="0" i="0" dirty="0">
                <a:solidFill>
                  <a:srgbClr val="222222"/>
                </a:solidFill>
                <a:effectLst/>
                <a:latin typeface="Arial" panose="020B0604020202020204" pitchFamily="34" charset="0"/>
              </a:rPr>
              <a:t>No student group will be repeated for presentation. </a:t>
            </a:r>
          </a:p>
          <a:p>
            <a:pPr marL="342900" indent="-342900" algn="l">
              <a:spcAft>
                <a:spcPts val="600"/>
              </a:spcAft>
              <a:buAutoNum type="arabicPeriod"/>
            </a:pPr>
            <a:r>
              <a:rPr lang="en-US" b="0" i="0" dirty="0">
                <a:solidFill>
                  <a:srgbClr val="222222"/>
                </a:solidFill>
                <a:effectLst/>
                <a:latin typeface="Arial" panose="020B0604020202020204" pitchFamily="34" charset="0"/>
              </a:rPr>
              <a:t>These presentations will be evaluated and will contribute to </a:t>
            </a:r>
            <a:r>
              <a:rPr lang="en-US" dirty="0">
                <a:solidFill>
                  <a:srgbClr val="222222"/>
                </a:solidFill>
                <a:latin typeface="Arial" panose="020B0604020202020204" pitchFamily="34" charset="0"/>
              </a:rPr>
              <a:t>your</a:t>
            </a:r>
            <a:r>
              <a:rPr lang="en-US" b="0" i="0" dirty="0">
                <a:solidFill>
                  <a:srgbClr val="222222"/>
                </a:solidFill>
                <a:effectLst/>
                <a:latin typeface="Arial" panose="020B0604020202020204" pitchFamily="34" charset="0"/>
              </a:rPr>
              <a:t> assignment marks (</a:t>
            </a:r>
            <a:r>
              <a:rPr lang="en-US" dirty="0">
                <a:solidFill>
                  <a:srgbClr val="222222"/>
                </a:solidFill>
                <a:latin typeface="Arial" panose="020B0604020202020204" pitchFamily="34" charset="0"/>
              </a:rPr>
              <a:t>5</a:t>
            </a:r>
            <a:r>
              <a:rPr lang="en-US" b="0" i="0" dirty="0">
                <a:solidFill>
                  <a:srgbClr val="222222"/>
                </a:solidFill>
                <a:effectLst/>
                <a:latin typeface="Arial" panose="020B0604020202020204" pitchFamily="34" charset="0"/>
              </a:rPr>
              <a:t>% of total weightage over and above your assignment weightage). That is if you get 23 out of 30 in assignment but as you have given a presentation so bonus 5 marks will be added making it 28 out of 30. However, maximum marks can not go over 30.  </a:t>
            </a:r>
          </a:p>
          <a:p>
            <a:pPr marL="342900" indent="-342900" algn="l">
              <a:spcAft>
                <a:spcPts val="600"/>
              </a:spcAft>
              <a:buAutoNum type="arabicPeriod"/>
            </a:pPr>
            <a:r>
              <a:rPr lang="en-US" dirty="0">
                <a:solidFill>
                  <a:srgbClr val="222222"/>
                </a:solidFill>
                <a:latin typeface="Arial" panose="020B0604020202020204" pitchFamily="34" charset="0"/>
              </a:rPr>
              <a:t>This will help you to </a:t>
            </a:r>
            <a:r>
              <a:rPr lang="en-US" b="0" i="0" dirty="0">
                <a:solidFill>
                  <a:srgbClr val="222222"/>
                </a:solidFill>
                <a:effectLst/>
                <a:latin typeface="Arial" panose="020B0604020202020204" pitchFamily="34" charset="0"/>
              </a:rPr>
              <a:t>consistently learn and apply your learnings through the course, and help your fellow colleagues</a:t>
            </a:r>
            <a:r>
              <a:rPr lang="en-US" dirty="0">
                <a:solidFill>
                  <a:srgbClr val="222222"/>
                </a:solidFill>
                <a:latin typeface="Arial" panose="020B0604020202020204" pitchFamily="34" charset="0"/>
              </a:rPr>
              <a:t>/ </a:t>
            </a:r>
            <a:r>
              <a:rPr lang="en-US" b="0" i="0" dirty="0">
                <a:solidFill>
                  <a:srgbClr val="222222"/>
                </a:solidFill>
                <a:effectLst/>
                <a:latin typeface="Arial" panose="020B0604020202020204" pitchFamily="34" charset="0"/>
              </a:rPr>
              <a:t>classmates to share any feedback immediately</a:t>
            </a:r>
          </a:p>
          <a:p>
            <a:pPr marL="342900" indent="-342900" algn="l">
              <a:spcAft>
                <a:spcPts val="600"/>
              </a:spcAft>
              <a:buAutoNum type="arabicPeriod"/>
            </a:pPr>
            <a:r>
              <a:rPr lang="en-US" dirty="0">
                <a:solidFill>
                  <a:srgbClr val="222222"/>
                </a:solidFill>
                <a:latin typeface="Arial" panose="020B0604020202020204" pitchFamily="34" charset="0"/>
              </a:rPr>
              <a:t>Presentation would be very brief (typically 5-10 mins long including any Q&amp;A)</a:t>
            </a:r>
            <a:endParaRPr lang="en-US" b="0" i="0" dirty="0">
              <a:solidFill>
                <a:srgbClr val="222222"/>
              </a:solidFill>
              <a:effectLst/>
              <a:latin typeface="Arial" panose="020B0604020202020204" pitchFamily="34" charset="0"/>
            </a:endParaRPr>
          </a:p>
        </p:txBody>
      </p:sp>
    </p:spTree>
    <p:extLst>
      <p:ext uri="{BB962C8B-B14F-4D97-AF65-F5344CB8AC3E}">
        <p14:creationId xmlns:p14="http://schemas.microsoft.com/office/powerpoint/2010/main" val="37168962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5" name="Picture 4">
            <a:extLst>
              <a:ext uri="{FF2B5EF4-FFF2-40B4-BE49-F238E27FC236}">
                <a16:creationId xmlns:a16="http://schemas.microsoft.com/office/drawing/2014/main" id="{02F76125-C9D4-D0EE-877E-92C6487610D8}"/>
              </a:ext>
            </a:extLst>
          </p:cNvPr>
          <p:cNvPicPr>
            <a:picLocks noChangeAspect="1"/>
          </p:cNvPicPr>
          <p:nvPr/>
        </p:nvPicPr>
        <p:blipFill>
          <a:blip r:embed="rId3"/>
          <a:stretch>
            <a:fillRect/>
          </a:stretch>
        </p:blipFill>
        <p:spPr>
          <a:xfrm>
            <a:off x="413334" y="1372401"/>
            <a:ext cx="8317332" cy="5182139"/>
          </a:xfrm>
          <a:prstGeom prst="rect">
            <a:avLst/>
          </a:prstGeom>
        </p:spPr>
      </p:pic>
      <p:sp>
        <p:nvSpPr>
          <p:cNvPr id="93" name="Google Shape;93;p13"/>
          <p:cNvSpPr txBox="1">
            <a:spLocks noGrp="1"/>
          </p:cNvSpPr>
          <p:nvPr>
            <p:ph type="body" idx="1"/>
          </p:nvPr>
        </p:nvSpPr>
        <p:spPr>
          <a:xfrm>
            <a:off x="866274" y="1464962"/>
            <a:ext cx="7864392" cy="681471"/>
          </a:xfrm>
          <a:prstGeom prst="rect">
            <a:avLst/>
          </a:prstGeom>
          <a:noFill/>
          <a:ln>
            <a:noFill/>
          </a:ln>
        </p:spPr>
        <p:txBody>
          <a:bodyPr spcFirstLastPara="1" wrap="square" lIns="91425" tIns="45700" rIns="91425" bIns="45700" anchor="t" anchorCtr="0">
            <a:noAutofit/>
          </a:bodyPr>
          <a:lstStyle/>
          <a:p>
            <a:pPr marL="514350" marR="0" lvl="0" indent="-133350" algn="l" rtl="0">
              <a:lnSpc>
                <a:spcPct val="100000"/>
              </a:lnSpc>
              <a:spcBef>
                <a:spcPts val="480"/>
              </a:spcBef>
              <a:spcAft>
                <a:spcPts val="0"/>
              </a:spcAft>
              <a:buClr>
                <a:srgbClr val="101141"/>
              </a:buClr>
              <a:buSzPts val="2400"/>
              <a:buFont typeface="Arial"/>
              <a:buNone/>
            </a:pPr>
            <a:r>
              <a:rPr lang="en-US" sz="1200" b="0" i="0" dirty="0">
                <a:solidFill>
                  <a:srgbClr val="040C28"/>
                </a:solidFill>
                <a:effectLst/>
                <a:latin typeface="+mj-lt"/>
              </a:rPr>
              <a:t>We are a tech company that connects the physical and digital worlds to help make movement happen at the tap of a button</a:t>
            </a:r>
            <a:r>
              <a:rPr lang="en-US" sz="1200" b="0" i="0" dirty="0">
                <a:solidFill>
                  <a:srgbClr val="202124"/>
                </a:solidFill>
                <a:effectLst/>
                <a:latin typeface="+mj-lt"/>
              </a:rPr>
              <a:t>. Because we believe in a world where movement should be accessible. So you can move and earn safely. In a way that's sustainable for our planet.</a:t>
            </a:r>
            <a:endParaRPr sz="1200" dirty="0">
              <a:latin typeface="+mj-lt"/>
            </a:endParaRPr>
          </a:p>
        </p:txBody>
      </p:sp>
      <p:sp>
        <p:nvSpPr>
          <p:cNvPr id="94" name="Google Shape;94;p13"/>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dirty="0"/>
              <a:t>Exercise 2a: Product Vision</a:t>
            </a:r>
            <a:endParaRPr dirty="0"/>
          </a:p>
        </p:txBody>
      </p:sp>
      <p:sp>
        <p:nvSpPr>
          <p:cNvPr id="6" name="TextBox 5">
            <a:extLst>
              <a:ext uri="{FF2B5EF4-FFF2-40B4-BE49-F238E27FC236}">
                <a16:creationId xmlns:a16="http://schemas.microsoft.com/office/drawing/2014/main" id="{EAF3573C-90C6-C1B2-28BE-74FBB968E4D0}"/>
              </a:ext>
            </a:extLst>
          </p:cNvPr>
          <p:cNvSpPr txBox="1"/>
          <p:nvPr/>
        </p:nvSpPr>
        <p:spPr>
          <a:xfrm>
            <a:off x="539015" y="2685448"/>
            <a:ext cx="1636294" cy="2308324"/>
          </a:xfrm>
          <a:prstGeom prst="rect">
            <a:avLst/>
          </a:prstGeom>
          <a:noFill/>
        </p:spPr>
        <p:txBody>
          <a:bodyPr wrap="square" rtlCol="0">
            <a:spAutoFit/>
          </a:bodyPr>
          <a:lstStyle/>
          <a:p>
            <a:pPr algn="l"/>
            <a:r>
              <a:rPr lang="en-US" sz="1200" b="1" i="0" u="none" strike="noStrike" baseline="0" dirty="0">
                <a:solidFill>
                  <a:srgbClr val="666666"/>
                </a:solidFill>
                <a:latin typeface="+mj-lt"/>
              </a:rPr>
              <a:t>PASSENGER</a:t>
            </a:r>
          </a:p>
          <a:p>
            <a:pPr algn="l"/>
            <a:r>
              <a:rPr lang="en-US" sz="1200" b="0" i="0" u="none" strike="noStrike" baseline="0" dirty="0">
                <a:solidFill>
                  <a:srgbClr val="666666"/>
                </a:solidFill>
                <a:latin typeface="+mj-lt"/>
              </a:rPr>
              <a:t>Professionals with</a:t>
            </a:r>
          </a:p>
          <a:p>
            <a:pPr algn="l"/>
            <a:r>
              <a:rPr lang="en-US" sz="1200" b="0" i="0" u="none" strike="noStrike" baseline="0" dirty="0">
                <a:solidFill>
                  <a:srgbClr val="666666"/>
                </a:solidFill>
                <a:latin typeface="+mj-lt"/>
              </a:rPr>
              <a:t>smartphones</a:t>
            </a:r>
          </a:p>
          <a:p>
            <a:pPr algn="l"/>
            <a:endParaRPr lang="en-US" sz="1200" b="1" i="0" u="none" strike="noStrike" baseline="0" dirty="0">
              <a:solidFill>
                <a:srgbClr val="666666"/>
              </a:solidFill>
              <a:latin typeface="+mj-lt"/>
            </a:endParaRPr>
          </a:p>
          <a:p>
            <a:pPr algn="l"/>
            <a:endParaRPr lang="en-US" sz="1200" b="1" dirty="0">
              <a:solidFill>
                <a:srgbClr val="666666"/>
              </a:solidFill>
              <a:latin typeface="+mj-lt"/>
            </a:endParaRPr>
          </a:p>
          <a:p>
            <a:pPr algn="l"/>
            <a:r>
              <a:rPr lang="en-US" sz="1200" b="1" i="0" u="none" strike="noStrike" baseline="0" dirty="0">
                <a:solidFill>
                  <a:srgbClr val="666666"/>
                </a:solidFill>
                <a:latin typeface="+mj-lt"/>
              </a:rPr>
              <a:t>DRIVER</a:t>
            </a:r>
          </a:p>
          <a:p>
            <a:pPr algn="l"/>
            <a:r>
              <a:rPr lang="en-US" sz="1200" b="0" i="0" u="none" strike="noStrike" baseline="0" dirty="0">
                <a:solidFill>
                  <a:srgbClr val="666666"/>
                </a:solidFill>
                <a:latin typeface="+mj-lt"/>
              </a:rPr>
              <a:t>- Taxi drivers with</a:t>
            </a:r>
          </a:p>
          <a:p>
            <a:pPr algn="l"/>
            <a:r>
              <a:rPr lang="en-US" sz="1200" b="0" i="0" u="none" strike="noStrike" baseline="0" dirty="0">
                <a:solidFill>
                  <a:srgbClr val="666666"/>
                </a:solidFill>
                <a:latin typeface="+mj-lt"/>
              </a:rPr>
              <a:t>smartphones</a:t>
            </a:r>
          </a:p>
          <a:p>
            <a:pPr algn="l"/>
            <a:r>
              <a:rPr lang="en-US" sz="1200" b="0" i="0" u="none" strike="noStrike" baseline="0" dirty="0">
                <a:solidFill>
                  <a:srgbClr val="666666"/>
                </a:solidFill>
                <a:latin typeface="+mj-lt"/>
              </a:rPr>
              <a:t>- Anyone with a</a:t>
            </a:r>
          </a:p>
          <a:p>
            <a:pPr algn="l"/>
            <a:r>
              <a:rPr lang="en-US" sz="1200" b="0" i="0" u="none" strike="noStrike" baseline="0" dirty="0">
                <a:solidFill>
                  <a:srgbClr val="666666"/>
                </a:solidFill>
                <a:latin typeface="+mj-lt"/>
              </a:rPr>
              <a:t>reliable car, good</a:t>
            </a:r>
          </a:p>
          <a:p>
            <a:pPr algn="l"/>
            <a:r>
              <a:rPr lang="en-US" sz="1200" b="0" i="0" u="none" strike="noStrike" baseline="0" dirty="0">
                <a:solidFill>
                  <a:srgbClr val="666666"/>
                </a:solidFill>
                <a:latin typeface="+mj-lt"/>
              </a:rPr>
              <a:t>driving record &amp;</a:t>
            </a:r>
          </a:p>
          <a:p>
            <a:pPr algn="l"/>
            <a:r>
              <a:rPr lang="en-US" sz="1200" b="0" i="0" u="none" strike="noStrike" baseline="0" dirty="0">
                <a:solidFill>
                  <a:srgbClr val="666666"/>
                </a:solidFill>
                <a:latin typeface="+mj-lt"/>
              </a:rPr>
              <a:t>smartphone</a:t>
            </a:r>
            <a:endParaRPr lang="en-US" sz="1200" dirty="0">
              <a:latin typeface="+mj-lt"/>
            </a:endParaRPr>
          </a:p>
        </p:txBody>
      </p:sp>
      <p:sp>
        <p:nvSpPr>
          <p:cNvPr id="8" name="TextBox 7">
            <a:extLst>
              <a:ext uri="{FF2B5EF4-FFF2-40B4-BE49-F238E27FC236}">
                <a16:creationId xmlns:a16="http://schemas.microsoft.com/office/drawing/2014/main" id="{164AC412-FE5E-1148-BD16-0A29A9604B90}"/>
              </a:ext>
            </a:extLst>
          </p:cNvPr>
          <p:cNvSpPr txBox="1"/>
          <p:nvPr/>
        </p:nvSpPr>
        <p:spPr>
          <a:xfrm>
            <a:off x="2300990" y="2685448"/>
            <a:ext cx="1760871" cy="2308324"/>
          </a:xfrm>
          <a:prstGeom prst="rect">
            <a:avLst/>
          </a:prstGeom>
          <a:noFill/>
        </p:spPr>
        <p:txBody>
          <a:bodyPr wrap="square">
            <a:spAutoFit/>
          </a:bodyPr>
          <a:lstStyle/>
          <a:p>
            <a:pPr algn="l"/>
            <a:r>
              <a:rPr lang="en-US" sz="1200" b="1" i="0" u="none" strike="noStrike" baseline="0" dirty="0">
                <a:solidFill>
                  <a:srgbClr val="666666"/>
                </a:solidFill>
                <a:latin typeface="+mj-lt"/>
              </a:rPr>
              <a:t>PASSENGER:</a:t>
            </a:r>
          </a:p>
          <a:p>
            <a:pPr algn="l"/>
            <a:r>
              <a:rPr lang="en-US" sz="1200" b="0" i="0" u="none" strike="noStrike" baseline="0" dirty="0">
                <a:solidFill>
                  <a:srgbClr val="666666"/>
                </a:solidFill>
                <a:latin typeface="+mj-lt"/>
              </a:rPr>
              <a:t>- Fast</a:t>
            </a:r>
          </a:p>
          <a:p>
            <a:pPr algn="l"/>
            <a:r>
              <a:rPr lang="en-US" sz="1200" b="0" i="0" u="none" strike="noStrike" baseline="0" dirty="0">
                <a:solidFill>
                  <a:srgbClr val="666666"/>
                </a:solidFill>
                <a:latin typeface="+mj-lt"/>
              </a:rPr>
              <a:t>- Cheap</a:t>
            </a:r>
          </a:p>
          <a:p>
            <a:pPr algn="l"/>
            <a:r>
              <a:rPr lang="en-US" sz="1200" b="0" i="0" u="none" strike="noStrike" baseline="0" dirty="0">
                <a:solidFill>
                  <a:srgbClr val="666666"/>
                </a:solidFill>
                <a:latin typeface="+mj-lt"/>
              </a:rPr>
              <a:t>- Clean</a:t>
            </a:r>
          </a:p>
          <a:p>
            <a:pPr marL="171450" indent="-171450" algn="l">
              <a:buFontTx/>
              <a:buChar char="-"/>
            </a:pPr>
            <a:r>
              <a:rPr lang="en-US" sz="1200" b="0" i="0" u="none" strike="noStrike" baseline="0" dirty="0">
                <a:solidFill>
                  <a:srgbClr val="666666"/>
                </a:solidFill>
                <a:latin typeface="+mj-lt"/>
              </a:rPr>
              <a:t>Safe</a:t>
            </a:r>
          </a:p>
          <a:p>
            <a:pPr algn="l"/>
            <a:endParaRPr lang="en-US" sz="1200" b="0" i="0" u="none" strike="noStrike" baseline="0" dirty="0">
              <a:solidFill>
                <a:srgbClr val="666666"/>
              </a:solidFill>
              <a:latin typeface="+mj-lt"/>
            </a:endParaRPr>
          </a:p>
          <a:p>
            <a:pPr algn="l"/>
            <a:r>
              <a:rPr lang="en-US" sz="1200" b="1" i="0" u="none" strike="noStrike" baseline="0" dirty="0">
                <a:solidFill>
                  <a:srgbClr val="666666"/>
                </a:solidFill>
                <a:latin typeface="+mj-lt"/>
              </a:rPr>
              <a:t>DRIVER</a:t>
            </a:r>
          </a:p>
          <a:p>
            <a:pPr algn="l"/>
            <a:r>
              <a:rPr lang="en-US" sz="1200" b="0" i="0" u="none" strike="noStrike" baseline="0" dirty="0">
                <a:solidFill>
                  <a:srgbClr val="666666"/>
                </a:solidFill>
                <a:latin typeface="+mj-lt"/>
              </a:rPr>
              <a:t>- Safe</a:t>
            </a:r>
          </a:p>
          <a:p>
            <a:pPr algn="l"/>
            <a:r>
              <a:rPr lang="en-US" sz="1200" b="0" i="0" u="none" strike="noStrike" baseline="0" dirty="0">
                <a:solidFill>
                  <a:srgbClr val="666666"/>
                </a:solidFill>
                <a:latin typeface="+mj-lt"/>
              </a:rPr>
              <a:t>- Flexible</a:t>
            </a:r>
          </a:p>
          <a:p>
            <a:pPr algn="l"/>
            <a:r>
              <a:rPr lang="en-US" sz="1200" b="0" i="0" u="none" strike="noStrike" baseline="0" dirty="0">
                <a:solidFill>
                  <a:srgbClr val="666666"/>
                </a:solidFill>
                <a:latin typeface="+mj-lt"/>
              </a:rPr>
              <a:t>- Start now</a:t>
            </a:r>
          </a:p>
          <a:p>
            <a:pPr algn="l"/>
            <a:r>
              <a:rPr lang="en-US" sz="1200" b="0" i="0" u="none" strike="noStrike" baseline="0" dirty="0">
                <a:solidFill>
                  <a:srgbClr val="666666"/>
                </a:solidFill>
                <a:latin typeface="+mj-lt"/>
              </a:rPr>
              <a:t>- No upfront costs</a:t>
            </a:r>
          </a:p>
          <a:p>
            <a:pPr algn="l"/>
            <a:r>
              <a:rPr lang="en-US" sz="1200" b="0" i="0" u="none" strike="noStrike" baseline="0" dirty="0">
                <a:solidFill>
                  <a:srgbClr val="666666"/>
                </a:solidFill>
                <a:latin typeface="+mj-lt"/>
              </a:rPr>
              <a:t>- Little training</a:t>
            </a:r>
            <a:endParaRPr lang="en-US" sz="1200" dirty="0">
              <a:latin typeface="+mj-lt"/>
            </a:endParaRPr>
          </a:p>
        </p:txBody>
      </p:sp>
      <p:sp>
        <p:nvSpPr>
          <p:cNvPr id="10" name="TextBox 9">
            <a:extLst>
              <a:ext uri="{FF2B5EF4-FFF2-40B4-BE49-F238E27FC236}">
                <a16:creationId xmlns:a16="http://schemas.microsoft.com/office/drawing/2014/main" id="{5026D940-CAD8-0E0D-E76F-E6F21A897191}"/>
              </a:ext>
            </a:extLst>
          </p:cNvPr>
          <p:cNvSpPr txBox="1"/>
          <p:nvPr/>
        </p:nvSpPr>
        <p:spPr>
          <a:xfrm>
            <a:off x="4061861" y="2685448"/>
            <a:ext cx="2387065" cy="3046988"/>
          </a:xfrm>
          <a:prstGeom prst="rect">
            <a:avLst/>
          </a:prstGeom>
          <a:noFill/>
        </p:spPr>
        <p:txBody>
          <a:bodyPr wrap="square">
            <a:spAutoFit/>
          </a:bodyPr>
          <a:lstStyle/>
          <a:p>
            <a:pPr algn="l"/>
            <a:r>
              <a:rPr lang="en-US" sz="1200" b="1" i="0" u="none" strike="noStrike" baseline="0" dirty="0">
                <a:solidFill>
                  <a:srgbClr val="666666"/>
                </a:solidFill>
                <a:latin typeface="+mj-lt"/>
              </a:rPr>
              <a:t>PASSENGER:</a:t>
            </a:r>
          </a:p>
          <a:p>
            <a:pPr algn="l"/>
            <a:r>
              <a:rPr lang="en-US" sz="1200" b="0" i="0" u="none" strike="noStrike" baseline="0" dirty="0">
                <a:solidFill>
                  <a:srgbClr val="666666"/>
                </a:solidFill>
                <a:latin typeface="+mj-lt"/>
              </a:rPr>
              <a:t>- App on iOS</a:t>
            </a:r>
          </a:p>
          <a:p>
            <a:pPr algn="l"/>
            <a:r>
              <a:rPr lang="en-US" sz="1200" b="0" i="0" u="none" strike="noStrike" baseline="0" dirty="0">
                <a:solidFill>
                  <a:srgbClr val="666666"/>
                </a:solidFill>
                <a:latin typeface="+mj-lt"/>
              </a:rPr>
              <a:t>- View driver profile</a:t>
            </a:r>
          </a:p>
          <a:p>
            <a:pPr algn="l"/>
            <a:r>
              <a:rPr lang="en-US" sz="1200" b="0" i="0" u="none" strike="noStrike" baseline="0" dirty="0">
                <a:solidFill>
                  <a:srgbClr val="666666"/>
                </a:solidFill>
                <a:latin typeface="+mj-lt"/>
              </a:rPr>
              <a:t>- One click booking</a:t>
            </a:r>
          </a:p>
          <a:p>
            <a:pPr algn="l"/>
            <a:r>
              <a:rPr lang="en-US" sz="1200" b="0" i="0" u="none" strike="noStrike" baseline="0" dirty="0">
                <a:solidFill>
                  <a:srgbClr val="666666"/>
                </a:solidFill>
                <a:latin typeface="+mj-lt"/>
              </a:rPr>
              <a:t>- View driver location</a:t>
            </a:r>
          </a:p>
          <a:p>
            <a:pPr algn="l"/>
            <a:r>
              <a:rPr lang="en-US" sz="1200" b="0" i="0" u="none" strike="noStrike" baseline="0" dirty="0">
                <a:solidFill>
                  <a:srgbClr val="666666"/>
                </a:solidFill>
                <a:latin typeface="+mj-lt"/>
              </a:rPr>
              <a:t>- One click pay</a:t>
            </a:r>
          </a:p>
          <a:p>
            <a:pPr algn="l"/>
            <a:r>
              <a:rPr lang="en-US" sz="1200" b="0" i="0" u="none" strike="noStrike" baseline="0" dirty="0">
                <a:solidFill>
                  <a:srgbClr val="666666"/>
                </a:solidFill>
                <a:latin typeface="+mj-lt"/>
              </a:rPr>
              <a:t>- Rate driver</a:t>
            </a:r>
          </a:p>
          <a:p>
            <a:pPr algn="l"/>
            <a:endParaRPr lang="en-US" sz="1200" b="1" i="0" u="none" strike="noStrike" baseline="0" dirty="0">
              <a:solidFill>
                <a:srgbClr val="666666"/>
              </a:solidFill>
              <a:latin typeface="+mj-lt"/>
            </a:endParaRPr>
          </a:p>
          <a:p>
            <a:pPr algn="l"/>
            <a:r>
              <a:rPr lang="en-US" sz="1200" b="1" i="0" u="none" strike="noStrike" baseline="0" dirty="0">
                <a:solidFill>
                  <a:srgbClr val="666666"/>
                </a:solidFill>
                <a:latin typeface="+mj-lt"/>
              </a:rPr>
              <a:t>DRIVER</a:t>
            </a:r>
          </a:p>
          <a:p>
            <a:pPr algn="l"/>
            <a:r>
              <a:rPr lang="en-US" sz="1200" b="1" i="0" u="none" strike="noStrike" baseline="0" dirty="0">
                <a:solidFill>
                  <a:srgbClr val="666666"/>
                </a:solidFill>
                <a:latin typeface="+mj-lt"/>
              </a:rPr>
              <a:t>- </a:t>
            </a:r>
            <a:r>
              <a:rPr lang="en-US" sz="1200" b="0" i="0" u="none" strike="noStrike" baseline="0" dirty="0">
                <a:solidFill>
                  <a:srgbClr val="666666"/>
                </a:solidFill>
                <a:latin typeface="+mj-lt"/>
              </a:rPr>
              <a:t>App on iOS</a:t>
            </a:r>
          </a:p>
          <a:p>
            <a:pPr algn="l"/>
            <a:r>
              <a:rPr lang="en-US" sz="1200" b="0" i="0" u="none" strike="noStrike" baseline="0" dirty="0">
                <a:solidFill>
                  <a:srgbClr val="666666"/>
                </a:solidFill>
                <a:latin typeface="+mj-lt"/>
              </a:rPr>
              <a:t>- View passenger profile</a:t>
            </a:r>
          </a:p>
          <a:p>
            <a:pPr algn="l"/>
            <a:r>
              <a:rPr lang="en-US" sz="1200" b="0" i="0" u="none" strike="noStrike" baseline="0" dirty="0">
                <a:solidFill>
                  <a:srgbClr val="666666"/>
                </a:solidFill>
                <a:latin typeface="+mj-lt"/>
              </a:rPr>
              <a:t>- View passenger location</a:t>
            </a:r>
          </a:p>
          <a:p>
            <a:pPr algn="l"/>
            <a:r>
              <a:rPr lang="en-US" sz="1200" b="0" i="0" u="none" strike="noStrike" baseline="0" dirty="0">
                <a:solidFill>
                  <a:srgbClr val="666666"/>
                </a:solidFill>
                <a:latin typeface="+mj-lt"/>
              </a:rPr>
              <a:t>- One click accept</a:t>
            </a:r>
          </a:p>
          <a:p>
            <a:pPr algn="l"/>
            <a:r>
              <a:rPr lang="en-US" sz="1200" b="0" i="0" u="none" strike="noStrike" baseline="0" dirty="0">
                <a:solidFill>
                  <a:srgbClr val="666666"/>
                </a:solidFill>
                <a:latin typeface="+mj-lt"/>
              </a:rPr>
              <a:t>- Turn by turn navigation</a:t>
            </a:r>
          </a:p>
          <a:p>
            <a:pPr algn="l"/>
            <a:r>
              <a:rPr lang="en-US" sz="1200" b="0" i="0" u="none" strike="noStrike" baseline="0" dirty="0">
                <a:solidFill>
                  <a:srgbClr val="666666"/>
                </a:solidFill>
                <a:latin typeface="+mj-lt"/>
              </a:rPr>
              <a:t>- View earnings</a:t>
            </a:r>
          </a:p>
          <a:p>
            <a:pPr algn="l"/>
            <a:r>
              <a:rPr lang="en-US" sz="1200" b="0" i="0" u="none" strike="noStrike" baseline="0" dirty="0">
                <a:solidFill>
                  <a:srgbClr val="666666"/>
                </a:solidFill>
                <a:latin typeface="+mj-lt"/>
              </a:rPr>
              <a:t>- Get paid</a:t>
            </a:r>
            <a:endParaRPr lang="en-US" sz="1200" dirty="0">
              <a:latin typeface="+mj-lt"/>
            </a:endParaRPr>
          </a:p>
        </p:txBody>
      </p:sp>
      <p:sp>
        <p:nvSpPr>
          <p:cNvPr id="12" name="TextBox 11">
            <a:extLst>
              <a:ext uri="{FF2B5EF4-FFF2-40B4-BE49-F238E27FC236}">
                <a16:creationId xmlns:a16="http://schemas.microsoft.com/office/drawing/2014/main" id="{2BDE7E49-FC7A-B94A-7CC7-D06BDE8875D5}"/>
              </a:ext>
            </a:extLst>
          </p:cNvPr>
          <p:cNvSpPr txBox="1"/>
          <p:nvPr/>
        </p:nvSpPr>
        <p:spPr>
          <a:xfrm>
            <a:off x="6448926" y="2685448"/>
            <a:ext cx="2093495" cy="1754326"/>
          </a:xfrm>
          <a:prstGeom prst="rect">
            <a:avLst/>
          </a:prstGeom>
          <a:noFill/>
        </p:spPr>
        <p:txBody>
          <a:bodyPr wrap="square">
            <a:spAutoFit/>
          </a:bodyPr>
          <a:lstStyle/>
          <a:p>
            <a:pPr algn="l"/>
            <a:r>
              <a:rPr lang="en-US" sz="1200" b="1" i="0" u="none" strike="noStrike" baseline="0" dirty="0">
                <a:solidFill>
                  <a:srgbClr val="666666"/>
                </a:solidFill>
                <a:latin typeface="+mj-lt"/>
              </a:rPr>
              <a:t>SHORT TERM</a:t>
            </a:r>
          </a:p>
          <a:p>
            <a:pPr algn="l"/>
            <a:r>
              <a:rPr lang="en-US" sz="1200" b="0" i="0" u="none" strike="noStrike" baseline="0" dirty="0">
                <a:solidFill>
                  <a:srgbClr val="666666"/>
                </a:solidFill>
                <a:latin typeface="+mj-lt"/>
              </a:rPr>
              <a:t>- Find product market fit</a:t>
            </a:r>
          </a:p>
          <a:p>
            <a:pPr algn="l"/>
            <a:endParaRPr lang="en-US" sz="1200" b="1" i="0" u="none" strike="noStrike" baseline="0" dirty="0">
              <a:solidFill>
                <a:srgbClr val="666666"/>
              </a:solidFill>
              <a:latin typeface="+mj-lt"/>
            </a:endParaRPr>
          </a:p>
          <a:p>
            <a:pPr algn="l"/>
            <a:r>
              <a:rPr lang="en-US" sz="1200" b="1" i="0" u="none" strike="noStrike" baseline="0" dirty="0">
                <a:solidFill>
                  <a:srgbClr val="666666"/>
                </a:solidFill>
                <a:latin typeface="+mj-lt"/>
              </a:rPr>
              <a:t>MEDIUM TERM</a:t>
            </a:r>
          </a:p>
          <a:p>
            <a:pPr algn="l"/>
            <a:r>
              <a:rPr lang="en-US" sz="1200" b="0" i="0" u="none" strike="noStrike" baseline="0" dirty="0">
                <a:solidFill>
                  <a:srgbClr val="666666"/>
                </a:solidFill>
                <a:latin typeface="+mj-lt"/>
              </a:rPr>
              <a:t>- Expand from San Francisco to all of the US</a:t>
            </a:r>
          </a:p>
          <a:p>
            <a:pPr algn="l"/>
            <a:endParaRPr lang="en-US" sz="1200" b="1" i="0" u="none" strike="noStrike" baseline="0" dirty="0">
              <a:solidFill>
                <a:srgbClr val="666666"/>
              </a:solidFill>
              <a:latin typeface="+mj-lt"/>
            </a:endParaRPr>
          </a:p>
          <a:p>
            <a:pPr algn="l"/>
            <a:r>
              <a:rPr lang="en-US" sz="1200" b="1" i="0" u="none" strike="noStrike" baseline="0" dirty="0">
                <a:solidFill>
                  <a:srgbClr val="666666"/>
                </a:solidFill>
                <a:latin typeface="+mj-lt"/>
              </a:rPr>
              <a:t>LONG TERM</a:t>
            </a:r>
          </a:p>
          <a:p>
            <a:pPr algn="l"/>
            <a:r>
              <a:rPr lang="en-US" sz="1200" b="1" i="0" u="none" strike="noStrike" baseline="0" dirty="0">
                <a:solidFill>
                  <a:srgbClr val="666666"/>
                </a:solidFill>
                <a:latin typeface="+mj-lt"/>
              </a:rPr>
              <a:t>- </a:t>
            </a:r>
            <a:r>
              <a:rPr lang="en-US" sz="1200" b="0" i="0" u="none" strike="noStrike" baseline="0" dirty="0">
                <a:solidFill>
                  <a:srgbClr val="666666"/>
                </a:solidFill>
                <a:latin typeface="+mj-lt"/>
              </a:rPr>
              <a:t>Go global</a:t>
            </a:r>
            <a:endParaRPr lang="en-US" sz="1200" dirty="0">
              <a:latin typeface="+mj-lt"/>
            </a:endParaRPr>
          </a:p>
        </p:txBody>
      </p:sp>
    </p:spTree>
    <p:extLst>
      <p:ext uri="{BB962C8B-B14F-4D97-AF65-F5344CB8AC3E}">
        <p14:creationId xmlns:p14="http://schemas.microsoft.com/office/powerpoint/2010/main" val="27790425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4" name="Google Shape;94;p13"/>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dirty="0"/>
              <a:t>Exercise 2b: Feature Audit</a:t>
            </a:r>
            <a:endParaRPr dirty="0"/>
          </a:p>
        </p:txBody>
      </p:sp>
      <p:pic>
        <p:nvPicPr>
          <p:cNvPr id="16" name="Picture 15">
            <a:extLst>
              <a:ext uri="{FF2B5EF4-FFF2-40B4-BE49-F238E27FC236}">
                <a16:creationId xmlns:a16="http://schemas.microsoft.com/office/drawing/2014/main" id="{B79F3B74-C03B-658A-9176-36E523456A4B}"/>
              </a:ext>
            </a:extLst>
          </p:cNvPr>
          <p:cNvPicPr>
            <a:picLocks noChangeAspect="1"/>
          </p:cNvPicPr>
          <p:nvPr/>
        </p:nvPicPr>
        <p:blipFill>
          <a:blip r:embed="rId3"/>
          <a:stretch>
            <a:fillRect/>
          </a:stretch>
        </p:blipFill>
        <p:spPr>
          <a:xfrm>
            <a:off x="1059270" y="1477171"/>
            <a:ext cx="7025459" cy="4829063"/>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5" name="Picture 4">
            <a:extLst>
              <a:ext uri="{FF2B5EF4-FFF2-40B4-BE49-F238E27FC236}">
                <a16:creationId xmlns:a16="http://schemas.microsoft.com/office/drawing/2014/main" id="{02F76125-C9D4-D0EE-877E-92C6487610D8}"/>
              </a:ext>
            </a:extLst>
          </p:cNvPr>
          <p:cNvPicPr>
            <a:picLocks noChangeAspect="1"/>
          </p:cNvPicPr>
          <p:nvPr/>
        </p:nvPicPr>
        <p:blipFill>
          <a:blip r:embed="rId3"/>
          <a:stretch>
            <a:fillRect/>
          </a:stretch>
        </p:blipFill>
        <p:spPr>
          <a:xfrm>
            <a:off x="413334" y="1372401"/>
            <a:ext cx="8317332" cy="5182139"/>
          </a:xfrm>
          <a:prstGeom prst="rect">
            <a:avLst/>
          </a:prstGeom>
        </p:spPr>
      </p:pic>
      <p:sp>
        <p:nvSpPr>
          <p:cNvPr id="94" name="Google Shape;94;p13"/>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dirty="0"/>
              <a:t>Exercise 2a: Product Vision</a:t>
            </a:r>
            <a:endParaRPr dirty="0"/>
          </a:p>
        </p:txBody>
      </p:sp>
    </p:spTree>
    <p:extLst>
      <p:ext uri="{BB962C8B-B14F-4D97-AF65-F5344CB8AC3E}">
        <p14:creationId xmlns:p14="http://schemas.microsoft.com/office/powerpoint/2010/main" val="30040293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4" name="Google Shape;94;p13"/>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p>
            <a:pPr marL="271463" lvl="0" indent="-57150" algn="l" rtl="0">
              <a:lnSpc>
                <a:spcPct val="100000"/>
              </a:lnSpc>
              <a:spcBef>
                <a:spcPts val="0"/>
              </a:spcBef>
              <a:spcAft>
                <a:spcPts val="0"/>
              </a:spcAft>
              <a:buClr>
                <a:srgbClr val="0070C0"/>
              </a:buClr>
              <a:buSzPts val="3600"/>
              <a:buNone/>
            </a:pPr>
            <a:r>
              <a:rPr lang="en-IN" dirty="0"/>
              <a:t>Exercise 2b: Feature Audit</a:t>
            </a:r>
            <a:endParaRPr dirty="0"/>
          </a:p>
        </p:txBody>
      </p:sp>
      <p:pic>
        <p:nvPicPr>
          <p:cNvPr id="2" name="Picture 1">
            <a:extLst>
              <a:ext uri="{FF2B5EF4-FFF2-40B4-BE49-F238E27FC236}">
                <a16:creationId xmlns:a16="http://schemas.microsoft.com/office/drawing/2014/main" id="{CCB4265B-694E-B0F9-CE5D-2CAEC5BD8490}"/>
              </a:ext>
            </a:extLst>
          </p:cNvPr>
          <p:cNvPicPr>
            <a:picLocks noChangeAspect="1"/>
          </p:cNvPicPr>
          <p:nvPr/>
        </p:nvPicPr>
        <p:blipFill>
          <a:blip r:embed="rId3"/>
          <a:stretch>
            <a:fillRect/>
          </a:stretch>
        </p:blipFill>
        <p:spPr>
          <a:xfrm>
            <a:off x="685800" y="1474892"/>
            <a:ext cx="7772400" cy="4914056"/>
          </a:xfrm>
          <a:prstGeom prst="rect">
            <a:avLst/>
          </a:prstGeom>
        </p:spPr>
      </p:pic>
    </p:spTree>
    <p:extLst>
      <p:ext uri="{BB962C8B-B14F-4D97-AF65-F5344CB8AC3E}">
        <p14:creationId xmlns:p14="http://schemas.microsoft.com/office/powerpoint/2010/main" val="37650183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3" name="Text Placeholder 2">
            <a:extLst>
              <a:ext uri="{FF2B5EF4-FFF2-40B4-BE49-F238E27FC236}">
                <a16:creationId xmlns:a16="http://schemas.microsoft.com/office/drawing/2014/main" id="{286FC6A0-E3D0-DB5B-D820-24613DAE88B1}"/>
              </a:ext>
            </a:extLst>
          </p:cNvPr>
          <p:cNvSpPr>
            <a:spLocks noGrp="1"/>
          </p:cNvSpPr>
          <p:nvPr>
            <p:ph type="body" idx="2"/>
          </p:nvPr>
        </p:nvSpPr>
        <p:spPr>
          <a:xfrm>
            <a:off x="1409700" y="2857500"/>
            <a:ext cx="6324600" cy="1143000"/>
          </a:xfrm>
        </p:spPr>
        <p:txBody>
          <a:bodyPr/>
          <a:lstStyle/>
          <a:p>
            <a:pPr algn="ctr"/>
            <a:r>
              <a:rPr lang="en-US" dirty="0"/>
              <a:t>Thank You!</a:t>
            </a:r>
          </a:p>
        </p:txBody>
      </p:sp>
    </p:spTree>
    <p:extLst>
      <p:ext uri="{BB962C8B-B14F-4D97-AF65-F5344CB8AC3E}">
        <p14:creationId xmlns:p14="http://schemas.microsoft.com/office/powerpoint/2010/main" val="353094346"/>
      </p:ext>
    </p:extLst>
  </p:cSld>
  <p:clrMapOvr>
    <a:masterClrMapping/>
  </p:clrMapOvr>
</p:sld>
</file>

<file path=ppt/theme/theme1.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4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1351</TotalTime>
  <Words>2007</Words>
  <Application>Microsoft Macintosh PowerPoint</Application>
  <PresentationFormat>On-screen Show (4:3)</PresentationFormat>
  <Paragraphs>207</Paragraphs>
  <Slides>26</Slides>
  <Notes>21</Notes>
  <HiddenSlides>0</HiddenSlides>
  <MMClips>0</MMClips>
  <ScaleCrop>false</ScaleCrop>
  <HeadingPairs>
    <vt:vector size="6" baseType="variant">
      <vt:variant>
        <vt:lpstr>Fonts Used</vt:lpstr>
      </vt:variant>
      <vt:variant>
        <vt:i4>1</vt:i4>
      </vt:variant>
      <vt:variant>
        <vt:lpstr>Theme</vt:lpstr>
      </vt:variant>
      <vt:variant>
        <vt:i4>2</vt:i4>
      </vt:variant>
      <vt:variant>
        <vt:lpstr>Slide Titles</vt:lpstr>
      </vt:variant>
      <vt:variant>
        <vt:i4>26</vt:i4>
      </vt:variant>
    </vt:vector>
  </HeadingPairs>
  <TitlesOfParts>
    <vt:vector size="29" baseType="lpstr">
      <vt:lpstr>Arial</vt:lpstr>
      <vt:lpstr>2_Office Theme</vt:lpstr>
      <vt:lpstr>4_Office Theme</vt:lpstr>
      <vt:lpstr>Software product management  Core concepts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product management  Core concepts</dc:title>
  <cp:lastModifiedBy>Barman, Joydeep</cp:lastModifiedBy>
  <cp:revision>7</cp:revision>
  <dcterms:modified xsi:type="dcterms:W3CDTF">2025-11-08T07:34:56Z</dcterms:modified>
</cp:coreProperties>
</file>