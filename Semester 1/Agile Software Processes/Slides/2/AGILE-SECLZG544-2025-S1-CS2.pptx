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260" r:id="rId2"/>
    <p:sldId id="373" r:id="rId3"/>
    <p:sldId id="315" r:id="rId4"/>
    <p:sldId id="257" r:id="rId5"/>
    <p:sldId id="263" r:id="rId6"/>
    <p:sldId id="939" r:id="rId7"/>
    <p:sldId id="954" r:id="rId8"/>
    <p:sldId id="952" r:id="rId9"/>
    <p:sldId id="887" r:id="rId10"/>
    <p:sldId id="953" r:id="rId11"/>
    <p:sldId id="955" r:id="rId12"/>
    <p:sldId id="956" r:id="rId13"/>
    <p:sldId id="957" r:id="rId14"/>
    <p:sldId id="958" r:id="rId15"/>
    <p:sldId id="959" r:id="rId16"/>
    <p:sldId id="960" r:id="rId17"/>
    <p:sldId id="961" r:id="rId18"/>
    <p:sldId id="962" r:id="rId19"/>
    <p:sldId id="963" r:id="rId20"/>
    <p:sldId id="964" r:id="rId21"/>
    <p:sldId id="965" r:id="rId22"/>
    <p:sldId id="1007" r:id="rId23"/>
    <p:sldId id="264" r:id="rId24"/>
    <p:sldId id="966" r:id="rId25"/>
    <p:sldId id="967" r:id="rId26"/>
    <p:sldId id="969" r:id="rId27"/>
    <p:sldId id="971" r:id="rId28"/>
    <p:sldId id="972" r:id="rId29"/>
    <p:sldId id="973" r:id="rId30"/>
    <p:sldId id="974" r:id="rId31"/>
    <p:sldId id="975" r:id="rId32"/>
    <p:sldId id="976" r:id="rId33"/>
    <p:sldId id="978" r:id="rId34"/>
    <p:sldId id="979" r:id="rId35"/>
    <p:sldId id="980" r:id="rId36"/>
    <p:sldId id="981" r:id="rId37"/>
    <p:sldId id="977" r:id="rId38"/>
    <p:sldId id="970" r:id="rId39"/>
    <p:sldId id="982" r:id="rId40"/>
    <p:sldId id="983" r:id="rId41"/>
    <p:sldId id="984" r:id="rId42"/>
    <p:sldId id="985" r:id="rId43"/>
    <p:sldId id="986" r:id="rId44"/>
    <p:sldId id="890" r:id="rId45"/>
    <p:sldId id="987" r:id="rId46"/>
    <p:sldId id="988" r:id="rId47"/>
    <p:sldId id="989" r:id="rId48"/>
    <p:sldId id="990" r:id="rId49"/>
    <p:sldId id="991" r:id="rId50"/>
    <p:sldId id="992" r:id="rId51"/>
    <p:sldId id="993" r:id="rId52"/>
    <p:sldId id="994" r:id="rId53"/>
    <p:sldId id="996" r:id="rId54"/>
    <p:sldId id="997" r:id="rId55"/>
    <p:sldId id="998" r:id="rId56"/>
    <p:sldId id="999" r:id="rId57"/>
    <p:sldId id="1008" r:id="rId58"/>
    <p:sldId id="1005" r:id="rId59"/>
    <p:sldId id="1006" r:id="rId60"/>
    <p:sldId id="1000" r:id="rId61"/>
    <p:sldId id="1001" r:id="rId62"/>
    <p:sldId id="1003" r:id="rId63"/>
    <p:sldId id="1002" r:id="rId64"/>
    <p:sldId id="1004" r:id="rId65"/>
    <p:sldId id="295" r:id="rId66"/>
  </p:sldIdLst>
  <p:sldSz cx="9144000" cy="6858000" type="screen4x3"/>
  <p:notesSz cx="7315200" cy="9601200"/>
  <p:custDataLst>
    <p:tags r:id="rId6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D16309"/>
    <a:srgbClr val="FF0000"/>
    <a:srgbClr val="FFFF89"/>
    <a:srgbClr val="FF5050"/>
    <a:srgbClr val="CDE8EF"/>
    <a:srgbClr val="A162D0"/>
    <a:srgbClr val="A7C46E"/>
    <a:srgbClr val="FFD9FF"/>
    <a:srgbClr val="FFB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0293" autoAdjust="0"/>
    <p:restoredTop sz="94660"/>
  </p:normalViewPr>
  <p:slideViewPr>
    <p:cSldViewPr>
      <p:cViewPr varScale="1">
        <p:scale>
          <a:sx n="93" d="100"/>
          <a:sy n="93" d="100"/>
        </p:scale>
        <p:origin x="1800" y="2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1" d="100"/>
        <a:sy n="10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10" Type="http://schemas.openxmlformats.org/officeDocument/2006/relationships/image" Target="../media/image72.svg"/><Relationship Id="rId4" Type="http://schemas.openxmlformats.org/officeDocument/2006/relationships/image" Target="../media/image66.svg"/><Relationship Id="rId9" Type="http://schemas.openxmlformats.org/officeDocument/2006/relationships/image" Target="../media/image7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10" Type="http://schemas.openxmlformats.org/officeDocument/2006/relationships/image" Target="../media/image72.svg"/><Relationship Id="rId4" Type="http://schemas.openxmlformats.org/officeDocument/2006/relationships/image" Target="../media/image66.svg"/><Relationship Id="rId9" Type="http://schemas.openxmlformats.org/officeDocument/2006/relationships/image" Target="../media/image7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A4EC9-F017-4C66-B774-98140AB3A83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1DBB427-33F2-4206-9D58-8E41CE5554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b="1"/>
            <a:t>sequence of actions </a:t>
          </a:r>
          <a:r>
            <a:rPr lang="en-US"/>
            <a:t>that must be </a:t>
          </a:r>
          <a:r>
            <a:rPr lang="en-US" b="1"/>
            <a:t>performed </a:t>
          </a:r>
          <a:r>
            <a:rPr lang="en-US"/>
            <a:t>to </a:t>
          </a:r>
          <a:r>
            <a:rPr lang="en-US" b="1"/>
            <a:t>build a software </a:t>
          </a:r>
          <a:r>
            <a:rPr lang="en-US"/>
            <a:t>system </a:t>
          </a:r>
        </a:p>
      </dgm:t>
    </dgm:pt>
    <dgm:pt modelId="{FB8CE1C5-B4EA-4699-9076-F31A3EFEC224}" type="parTrans" cxnId="{A4903852-B837-4DAA-B7FA-97AA20429DB9}">
      <dgm:prSet/>
      <dgm:spPr/>
      <dgm:t>
        <a:bodyPr/>
        <a:lstStyle/>
        <a:p>
          <a:endParaRPr lang="en-US"/>
        </a:p>
      </dgm:t>
    </dgm:pt>
    <dgm:pt modelId="{AD369465-D84E-406A-895E-51C6CE021B4A}" type="sibTrans" cxnId="{A4903852-B837-4DAA-B7FA-97AA20429DB9}">
      <dgm:prSet/>
      <dgm:spPr/>
      <dgm:t>
        <a:bodyPr/>
        <a:lstStyle/>
        <a:p>
          <a:endParaRPr lang="en-US"/>
        </a:p>
      </dgm:t>
    </dgm:pt>
    <dgm:pt modelId="{D5D4103F-6F74-45BB-AA0E-97E9B862A3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Ideally </a:t>
          </a:r>
          <a:r>
            <a:rPr lang="en-US"/>
            <a:t>thought to be a </a:t>
          </a:r>
          <a:r>
            <a:rPr lang="en-US" b="1"/>
            <a:t>linear </a:t>
          </a:r>
          <a:r>
            <a:rPr lang="en-US"/>
            <a:t>sequence: </a:t>
          </a:r>
          <a:r>
            <a:rPr lang="en-US" b="1"/>
            <a:t>plan, design, build, test, deliver </a:t>
          </a:r>
          <a:endParaRPr lang="en-US"/>
        </a:p>
      </dgm:t>
    </dgm:pt>
    <dgm:pt modelId="{E5C77146-2332-458C-9495-98EE4984F202}" type="parTrans" cxnId="{37691F33-6398-4361-902D-0652AFCDFBA8}">
      <dgm:prSet/>
      <dgm:spPr/>
      <dgm:t>
        <a:bodyPr/>
        <a:lstStyle/>
        <a:p>
          <a:endParaRPr lang="en-US"/>
        </a:p>
      </dgm:t>
    </dgm:pt>
    <dgm:pt modelId="{0AC1B517-D7DF-4B9F-BCE5-145D27637824}" type="sibTrans" cxnId="{37691F33-6398-4361-902D-0652AFCDFBA8}">
      <dgm:prSet/>
      <dgm:spPr/>
      <dgm:t>
        <a:bodyPr/>
        <a:lstStyle/>
        <a:p>
          <a:endParaRPr lang="en-US"/>
        </a:p>
      </dgm:t>
    </dgm:pt>
    <dgm:pt modelId="{315376A8-62B9-477E-A9E1-1BBE29B3E2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This is the waterfall model </a:t>
          </a:r>
        </a:p>
      </dgm:t>
    </dgm:pt>
    <dgm:pt modelId="{6D597E29-ED00-4FC4-B8AF-7F45B11C2D8E}" type="parTrans" cxnId="{8070FDE2-29AC-413D-8D85-E0466298DC18}">
      <dgm:prSet/>
      <dgm:spPr/>
      <dgm:t>
        <a:bodyPr/>
        <a:lstStyle/>
        <a:p>
          <a:endParaRPr lang="en-US"/>
        </a:p>
      </dgm:t>
    </dgm:pt>
    <dgm:pt modelId="{FDD03F50-8C39-4B5B-A7E4-3E3A33C42C74}" type="sibTrans" cxnId="{8070FDE2-29AC-413D-8D85-E0466298DC18}">
      <dgm:prSet/>
      <dgm:spPr/>
      <dgm:t>
        <a:bodyPr/>
        <a:lstStyle/>
        <a:p>
          <a:endParaRPr lang="en-US"/>
        </a:p>
      </dgm:t>
    </dgm:pt>
    <dgm:pt modelId="{5E646F20-F51D-402F-A3C8-3A5DE3A6A2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Realistically </a:t>
          </a:r>
          <a:r>
            <a:rPr lang="en-US"/>
            <a:t>an </a:t>
          </a:r>
          <a:r>
            <a:rPr lang="en-US" b="1"/>
            <a:t>iterative process </a:t>
          </a:r>
          <a:endParaRPr lang="en-US"/>
        </a:p>
      </dgm:t>
    </dgm:pt>
    <dgm:pt modelId="{BEA6170A-4E4C-4ACF-A648-C5D15A8D387B}" type="parTrans" cxnId="{9CE7B24F-700E-4C7F-B6F4-AEF12CB0E1BE}">
      <dgm:prSet/>
      <dgm:spPr/>
      <dgm:t>
        <a:bodyPr/>
        <a:lstStyle/>
        <a:p>
          <a:endParaRPr lang="en-US"/>
        </a:p>
      </dgm:t>
    </dgm:pt>
    <dgm:pt modelId="{D61418B6-C978-484B-ABC9-86091597DCCA}" type="sibTrans" cxnId="{9CE7B24F-700E-4C7F-B6F4-AEF12CB0E1BE}">
      <dgm:prSet/>
      <dgm:spPr/>
      <dgm:t>
        <a:bodyPr/>
        <a:lstStyle/>
        <a:p>
          <a:endParaRPr lang="en-US"/>
        </a:p>
      </dgm:t>
    </dgm:pt>
    <dgm:pt modelId="{35F35246-1FE2-44C0-A035-6CC2B9D1EE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Iterative, Incremental, Agile Process </a:t>
          </a:r>
        </a:p>
      </dgm:t>
    </dgm:pt>
    <dgm:pt modelId="{43250F20-E516-468B-91C5-A58EAB36B782}" type="parTrans" cxnId="{339416B5-6D83-4151-841A-7972BEDC2F84}">
      <dgm:prSet/>
      <dgm:spPr/>
      <dgm:t>
        <a:bodyPr/>
        <a:lstStyle/>
        <a:p>
          <a:endParaRPr lang="en-US"/>
        </a:p>
      </dgm:t>
    </dgm:pt>
    <dgm:pt modelId="{9E822649-15F8-4C2E-8F03-E5D87C9624DE}" type="sibTrans" cxnId="{339416B5-6D83-4151-841A-7972BEDC2F84}">
      <dgm:prSet/>
      <dgm:spPr/>
      <dgm:t>
        <a:bodyPr/>
        <a:lstStyle/>
        <a:p>
          <a:endParaRPr lang="en-US"/>
        </a:p>
      </dgm:t>
    </dgm:pt>
    <dgm:pt modelId="{7F151E06-D1D6-4E2F-A76A-D593DDB06CF9}" type="pres">
      <dgm:prSet presAssocID="{D9FA4EC9-F017-4C66-B774-98140AB3A830}" presName="root" presStyleCnt="0">
        <dgm:presLayoutVars>
          <dgm:dir/>
          <dgm:resizeHandles val="exact"/>
        </dgm:presLayoutVars>
      </dgm:prSet>
      <dgm:spPr/>
    </dgm:pt>
    <dgm:pt modelId="{D64F4549-38A6-420A-A6AE-A23206B76CF9}" type="pres">
      <dgm:prSet presAssocID="{41DBB427-33F2-4206-9D58-8E41CE555469}" presName="compNode" presStyleCnt="0"/>
      <dgm:spPr/>
    </dgm:pt>
    <dgm:pt modelId="{36EE80D4-C0D0-4742-BC22-0B8BDCE8C1DE}" type="pres">
      <dgm:prSet presAssocID="{41DBB427-33F2-4206-9D58-8E41CE555469}" presName="bgRect" presStyleLbl="bgShp" presStyleIdx="0" presStyleCnt="3"/>
      <dgm:spPr/>
    </dgm:pt>
    <dgm:pt modelId="{6CB26F84-BCD1-4B61-92DA-7B85DCD13FA0}" type="pres">
      <dgm:prSet presAssocID="{41DBB427-33F2-4206-9D58-8E41CE55546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6603724-AFF7-4E86-9898-6E3ED424AEF6}" type="pres">
      <dgm:prSet presAssocID="{41DBB427-33F2-4206-9D58-8E41CE555469}" presName="spaceRect" presStyleCnt="0"/>
      <dgm:spPr/>
    </dgm:pt>
    <dgm:pt modelId="{987C5AE1-6FD2-4BC6-BDC1-999AAD42F86A}" type="pres">
      <dgm:prSet presAssocID="{41DBB427-33F2-4206-9D58-8E41CE555469}" presName="parTx" presStyleLbl="revTx" presStyleIdx="0" presStyleCnt="5">
        <dgm:presLayoutVars>
          <dgm:chMax val="0"/>
          <dgm:chPref val="0"/>
        </dgm:presLayoutVars>
      </dgm:prSet>
      <dgm:spPr/>
    </dgm:pt>
    <dgm:pt modelId="{F19F5689-6F8F-4BC6-ACB9-E0D4139CE207}" type="pres">
      <dgm:prSet presAssocID="{AD369465-D84E-406A-895E-51C6CE021B4A}" presName="sibTrans" presStyleCnt="0"/>
      <dgm:spPr/>
    </dgm:pt>
    <dgm:pt modelId="{9AC91AAD-8E47-4329-8DB8-B7DD8C84F792}" type="pres">
      <dgm:prSet presAssocID="{D5D4103F-6F74-45BB-AA0E-97E9B862A382}" presName="compNode" presStyleCnt="0"/>
      <dgm:spPr/>
    </dgm:pt>
    <dgm:pt modelId="{1902D41C-6166-4A67-B2C9-E281AF90C252}" type="pres">
      <dgm:prSet presAssocID="{D5D4103F-6F74-45BB-AA0E-97E9B862A382}" presName="bgRect" presStyleLbl="bgShp" presStyleIdx="1" presStyleCnt="3"/>
      <dgm:spPr/>
    </dgm:pt>
    <dgm:pt modelId="{C6928118-D8AF-4ACF-9F0A-70203681DF46}" type="pres">
      <dgm:prSet presAssocID="{D5D4103F-6F74-45BB-AA0E-97E9B862A38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FBF93616-9791-48EA-982D-ACF1EEFC3CFD}" type="pres">
      <dgm:prSet presAssocID="{D5D4103F-6F74-45BB-AA0E-97E9B862A382}" presName="spaceRect" presStyleCnt="0"/>
      <dgm:spPr/>
    </dgm:pt>
    <dgm:pt modelId="{2F4DA5D4-C920-4146-9AF2-202C3ACBB3AB}" type="pres">
      <dgm:prSet presAssocID="{D5D4103F-6F74-45BB-AA0E-97E9B862A382}" presName="parTx" presStyleLbl="revTx" presStyleIdx="1" presStyleCnt="5">
        <dgm:presLayoutVars>
          <dgm:chMax val="0"/>
          <dgm:chPref val="0"/>
        </dgm:presLayoutVars>
      </dgm:prSet>
      <dgm:spPr/>
    </dgm:pt>
    <dgm:pt modelId="{D6F9B925-E05D-49AE-A78C-6075E0A9721B}" type="pres">
      <dgm:prSet presAssocID="{D5D4103F-6F74-45BB-AA0E-97E9B862A382}" presName="desTx" presStyleLbl="revTx" presStyleIdx="2" presStyleCnt="5">
        <dgm:presLayoutVars/>
      </dgm:prSet>
      <dgm:spPr/>
    </dgm:pt>
    <dgm:pt modelId="{49827B71-CDD9-412C-84B9-169DB3C27672}" type="pres">
      <dgm:prSet presAssocID="{0AC1B517-D7DF-4B9F-BCE5-145D27637824}" presName="sibTrans" presStyleCnt="0"/>
      <dgm:spPr/>
    </dgm:pt>
    <dgm:pt modelId="{9B25EC38-7E5A-4885-9B3D-C83DD4D84BE4}" type="pres">
      <dgm:prSet presAssocID="{5E646F20-F51D-402F-A3C8-3A5DE3A6A297}" presName="compNode" presStyleCnt="0"/>
      <dgm:spPr/>
    </dgm:pt>
    <dgm:pt modelId="{A9FCED58-76E5-4704-A8D0-C8A030AA42B8}" type="pres">
      <dgm:prSet presAssocID="{5E646F20-F51D-402F-A3C8-3A5DE3A6A297}" presName="bgRect" presStyleLbl="bgShp" presStyleIdx="2" presStyleCnt="3"/>
      <dgm:spPr/>
    </dgm:pt>
    <dgm:pt modelId="{F8C677CC-1867-4578-B0B2-575417B1BFA1}" type="pres">
      <dgm:prSet presAssocID="{5E646F20-F51D-402F-A3C8-3A5DE3A6A2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4FB240FF-F3AB-4C26-B288-6E2A557A8168}" type="pres">
      <dgm:prSet presAssocID="{5E646F20-F51D-402F-A3C8-3A5DE3A6A297}" presName="spaceRect" presStyleCnt="0"/>
      <dgm:spPr/>
    </dgm:pt>
    <dgm:pt modelId="{D107D86B-4F30-4799-B097-50EECF4574C9}" type="pres">
      <dgm:prSet presAssocID="{5E646F20-F51D-402F-A3C8-3A5DE3A6A297}" presName="parTx" presStyleLbl="revTx" presStyleIdx="3" presStyleCnt="5">
        <dgm:presLayoutVars>
          <dgm:chMax val="0"/>
          <dgm:chPref val="0"/>
        </dgm:presLayoutVars>
      </dgm:prSet>
      <dgm:spPr/>
    </dgm:pt>
    <dgm:pt modelId="{9E42C855-7837-4E03-B1CF-ECC45CA62E4B}" type="pres">
      <dgm:prSet presAssocID="{5E646F20-F51D-402F-A3C8-3A5DE3A6A297}" presName="desTx" presStyleLbl="revTx" presStyleIdx="4" presStyleCnt="5">
        <dgm:presLayoutVars/>
      </dgm:prSet>
      <dgm:spPr/>
    </dgm:pt>
  </dgm:ptLst>
  <dgm:cxnLst>
    <dgm:cxn modelId="{365FAC0B-8EC7-4B3A-9109-6045C5C2C91E}" type="presOf" srcId="{D5D4103F-6F74-45BB-AA0E-97E9B862A382}" destId="{2F4DA5D4-C920-4146-9AF2-202C3ACBB3AB}" srcOrd="0" destOrd="0" presId="urn:microsoft.com/office/officeart/2018/2/layout/IconVerticalSolidList"/>
    <dgm:cxn modelId="{37691F33-6398-4361-902D-0652AFCDFBA8}" srcId="{D9FA4EC9-F017-4C66-B774-98140AB3A830}" destId="{D5D4103F-6F74-45BB-AA0E-97E9B862A382}" srcOrd="1" destOrd="0" parTransId="{E5C77146-2332-458C-9495-98EE4984F202}" sibTransId="{0AC1B517-D7DF-4B9F-BCE5-145D27637824}"/>
    <dgm:cxn modelId="{392E6C61-D65D-48D9-AD0D-1DEEF28BAA26}" type="presOf" srcId="{41DBB427-33F2-4206-9D58-8E41CE555469}" destId="{987C5AE1-6FD2-4BC6-BDC1-999AAD42F86A}" srcOrd="0" destOrd="0" presId="urn:microsoft.com/office/officeart/2018/2/layout/IconVerticalSolidList"/>
    <dgm:cxn modelId="{9CE7B24F-700E-4C7F-B6F4-AEF12CB0E1BE}" srcId="{D9FA4EC9-F017-4C66-B774-98140AB3A830}" destId="{5E646F20-F51D-402F-A3C8-3A5DE3A6A297}" srcOrd="2" destOrd="0" parTransId="{BEA6170A-4E4C-4ACF-A648-C5D15A8D387B}" sibTransId="{D61418B6-C978-484B-ABC9-86091597DCCA}"/>
    <dgm:cxn modelId="{A4903852-B837-4DAA-B7FA-97AA20429DB9}" srcId="{D9FA4EC9-F017-4C66-B774-98140AB3A830}" destId="{41DBB427-33F2-4206-9D58-8E41CE555469}" srcOrd="0" destOrd="0" parTransId="{FB8CE1C5-B4EA-4699-9076-F31A3EFEC224}" sibTransId="{AD369465-D84E-406A-895E-51C6CE021B4A}"/>
    <dgm:cxn modelId="{0392E6A4-BDD6-4402-B009-D5BCCD61252F}" type="presOf" srcId="{35F35246-1FE2-44C0-A035-6CC2B9D1EEDA}" destId="{9E42C855-7837-4E03-B1CF-ECC45CA62E4B}" srcOrd="0" destOrd="0" presId="urn:microsoft.com/office/officeart/2018/2/layout/IconVerticalSolidList"/>
    <dgm:cxn modelId="{339416B5-6D83-4151-841A-7972BEDC2F84}" srcId="{5E646F20-F51D-402F-A3C8-3A5DE3A6A297}" destId="{35F35246-1FE2-44C0-A035-6CC2B9D1EEDA}" srcOrd="0" destOrd="0" parTransId="{43250F20-E516-468B-91C5-A58EAB36B782}" sibTransId="{9E822649-15F8-4C2E-8F03-E5D87C9624DE}"/>
    <dgm:cxn modelId="{481B72B6-DD51-4739-AAF4-B9D79685A54A}" type="presOf" srcId="{5E646F20-F51D-402F-A3C8-3A5DE3A6A297}" destId="{D107D86B-4F30-4799-B097-50EECF4574C9}" srcOrd="0" destOrd="0" presId="urn:microsoft.com/office/officeart/2018/2/layout/IconVerticalSolidList"/>
    <dgm:cxn modelId="{5685EBC8-9689-452D-840B-79C6DF8F078A}" type="presOf" srcId="{315376A8-62B9-477E-A9E1-1BBE29B3E2B5}" destId="{D6F9B925-E05D-49AE-A78C-6075E0A9721B}" srcOrd="0" destOrd="0" presId="urn:microsoft.com/office/officeart/2018/2/layout/IconVerticalSolidList"/>
    <dgm:cxn modelId="{8070FDE2-29AC-413D-8D85-E0466298DC18}" srcId="{D5D4103F-6F74-45BB-AA0E-97E9B862A382}" destId="{315376A8-62B9-477E-A9E1-1BBE29B3E2B5}" srcOrd="0" destOrd="0" parTransId="{6D597E29-ED00-4FC4-B8AF-7F45B11C2D8E}" sibTransId="{FDD03F50-8C39-4B5B-A7E4-3E3A33C42C74}"/>
    <dgm:cxn modelId="{47A33BFA-D818-4B93-95C1-C447DED0006D}" type="presOf" srcId="{D9FA4EC9-F017-4C66-B774-98140AB3A830}" destId="{7F151E06-D1D6-4E2F-A76A-D593DDB06CF9}" srcOrd="0" destOrd="0" presId="urn:microsoft.com/office/officeart/2018/2/layout/IconVerticalSolidList"/>
    <dgm:cxn modelId="{836CC401-A323-49D2-9108-CE0C0D8A911C}" type="presParOf" srcId="{7F151E06-D1D6-4E2F-A76A-D593DDB06CF9}" destId="{D64F4549-38A6-420A-A6AE-A23206B76CF9}" srcOrd="0" destOrd="0" presId="urn:microsoft.com/office/officeart/2018/2/layout/IconVerticalSolidList"/>
    <dgm:cxn modelId="{41B964A3-7985-4AFB-9303-E61A8D63F262}" type="presParOf" srcId="{D64F4549-38A6-420A-A6AE-A23206B76CF9}" destId="{36EE80D4-C0D0-4742-BC22-0B8BDCE8C1DE}" srcOrd="0" destOrd="0" presId="urn:microsoft.com/office/officeart/2018/2/layout/IconVerticalSolidList"/>
    <dgm:cxn modelId="{F0544242-CE50-4A4E-8FF8-85C8C470946E}" type="presParOf" srcId="{D64F4549-38A6-420A-A6AE-A23206B76CF9}" destId="{6CB26F84-BCD1-4B61-92DA-7B85DCD13FA0}" srcOrd="1" destOrd="0" presId="urn:microsoft.com/office/officeart/2018/2/layout/IconVerticalSolidList"/>
    <dgm:cxn modelId="{0FCEC928-58A7-4F5F-9F09-C31D192AC535}" type="presParOf" srcId="{D64F4549-38A6-420A-A6AE-A23206B76CF9}" destId="{26603724-AFF7-4E86-9898-6E3ED424AEF6}" srcOrd="2" destOrd="0" presId="urn:microsoft.com/office/officeart/2018/2/layout/IconVerticalSolidList"/>
    <dgm:cxn modelId="{23EBCF8C-7CE3-4A81-A064-E2891B212CDB}" type="presParOf" srcId="{D64F4549-38A6-420A-A6AE-A23206B76CF9}" destId="{987C5AE1-6FD2-4BC6-BDC1-999AAD42F86A}" srcOrd="3" destOrd="0" presId="urn:microsoft.com/office/officeart/2018/2/layout/IconVerticalSolidList"/>
    <dgm:cxn modelId="{B61B2D27-D63B-409C-B731-7189F4F474DE}" type="presParOf" srcId="{7F151E06-D1D6-4E2F-A76A-D593DDB06CF9}" destId="{F19F5689-6F8F-4BC6-ACB9-E0D4139CE207}" srcOrd="1" destOrd="0" presId="urn:microsoft.com/office/officeart/2018/2/layout/IconVerticalSolidList"/>
    <dgm:cxn modelId="{E98B95F3-A260-4EF8-B06A-8DE13326A9D1}" type="presParOf" srcId="{7F151E06-D1D6-4E2F-A76A-D593DDB06CF9}" destId="{9AC91AAD-8E47-4329-8DB8-B7DD8C84F792}" srcOrd="2" destOrd="0" presId="urn:microsoft.com/office/officeart/2018/2/layout/IconVerticalSolidList"/>
    <dgm:cxn modelId="{71A22CF0-EAFF-4B51-8539-817752922824}" type="presParOf" srcId="{9AC91AAD-8E47-4329-8DB8-B7DD8C84F792}" destId="{1902D41C-6166-4A67-B2C9-E281AF90C252}" srcOrd="0" destOrd="0" presId="urn:microsoft.com/office/officeart/2018/2/layout/IconVerticalSolidList"/>
    <dgm:cxn modelId="{75D3DF9F-2F84-4171-8EE6-51B7C7C34215}" type="presParOf" srcId="{9AC91AAD-8E47-4329-8DB8-B7DD8C84F792}" destId="{C6928118-D8AF-4ACF-9F0A-70203681DF46}" srcOrd="1" destOrd="0" presId="urn:microsoft.com/office/officeart/2018/2/layout/IconVerticalSolidList"/>
    <dgm:cxn modelId="{CF7F2628-94C4-4FEC-AC2D-7A9A44F8AC83}" type="presParOf" srcId="{9AC91AAD-8E47-4329-8DB8-B7DD8C84F792}" destId="{FBF93616-9791-48EA-982D-ACF1EEFC3CFD}" srcOrd="2" destOrd="0" presId="urn:microsoft.com/office/officeart/2018/2/layout/IconVerticalSolidList"/>
    <dgm:cxn modelId="{F1661B40-0CEA-4B20-986E-C167B1246929}" type="presParOf" srcId="{9AC91AAD-8E47-4329-8DB8-B7DD8C84F792}" destId="{2F4DA5D4-C920-4146-9AF2-202C3ACBB3AB}" srcOrd="3" destOrd="0" presId="urn:microsoft.com/office/officeart/2018/2/layout/IconVerticalSolidList"/>
    <dgm:cxn modelId="{5F0CA713-C960-4EEA-B2DF-733C8A0CC284}" type="presParOf" srcId="{9AC91AAD-8E47-4329-8DB8-B7DD8C84F792}" destId="{D6F9B925-E05D-49AE-A78C-6075E0A9721B}" srcOrd="4" destOrd="0" presId="urn:microsoft.com/office/officeart/2018/2/layout/IconVerticalSolidList"/>
    <dgm:cxn modelId="{5E7BACD6-4DBB-4FA5-A83B-FFE8C02BB07A}" type="presParOf" srcId="{7F151E06-D1D6-4E2F-A76A-D593DDB06CF9}" destId="{49827B71-CDD9-412C-84B9-169DB3C27672}" srcOrd="3" destOrd="0" presId="urn:microsoft.com/office/officeart/2018/2/layout/IconVerticalSolidList"/>
    <dgm:cxn modelId="{3C17A037-3692-4101-8FC6-51FA36A3C0D0}" type="presParOf" srcId="{7F151E06-D1D6-4E2F-A76A-D593DDB06CF9}" destId="{9B25EC38-7E5A-4885-9B3D-C83DD4D84BE4}" srcOrd="4" destOrd="0" presId="urn:microsoft.com/office/officeart/2018/2/layout/IconVerticalSolidList"/>
    <dgm:cxn modelId="{85503487-3E50-46C5-8784-B51BD7977E4D}" type="presParOf" srcId="{9B25EC38-7E5A-4885-9B3D-C83DD4D84BE4}" destId="{A9FCED58-76E5-4704-A8D0-C8A030AA42B8}" srcOrd="0" destOrd="0" presId="urn:microsoft.com/office/officeart/2018/2/layout/IconVerticalSolidList"/>
    <dgm:cxn modelId="{B0FED99B-97FF-4EA7-9932-7B591A040686}" type="presParOf" srcId="{9B25EC38-7E5A-4885-9B3D-C83DD4D84BE4}" destId="{F8C677CC-1867-4578-B0B2-575417B1BFA1}" srcOrd="1" destOrd="0" presId="urn:microsoft.com/office/officeart/2018/2/layout/IconVerticalSolidList"/>
    <dgm:cxn modelId="{8042713D-07AF-47CD-8298-8BAB139006A8}" type="presParOf" srcId="{9B25EC38-7E5A-4885-9B3D-C83DD4D84BE4}" destId="{4FB240FF-F3AB-4C26-B288-6E2A557A8168}" srcOrd="2" destOrd="0" presId="urn:microsoft.com/office/officeart/2018/2/layout/IconVerticalSolidList"/>
    <dgm:cxn modelId="{904B12BC-34FF-44BF-BB93-742181DA86E2}" type="presParOf" srcId="{9B25EC38-7E5A-4885-9B3D-C83DD4D84BE4}" destId="{D107D86B-4F30-4799-B097-50EECF4574C9}" srcOrd="3" destOrd="0" presId="urn:microsoft.com/office/officeart/2018/2/layout/IconVerticalSolidList"/>
    <dgm:cxn modelId="{332CF80D-1E27-4739-A628-81697F079B13}" type="presParOf" srcId="{9B25EC38-7E5A-4885-9B3D-C83DD4D84BE4}" destId="{9E42C855-7837-4E03-B1CF-ECC45CA62E4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8DA8BC-65CC-0748-A763-83C38FD011CE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GB"/>
        </a:p>
      </dgm:t>
    </dgm:pt>
    <dgm:pt modelId="{2F6F9B56-7414-6E42-A39D-8CCC49B13713}">
      <dgm:prSet custT="1"/>
      <dgm:spPr/>
      <dgm:t>
        <a:bodyPr/>
        <a:lstStyle/>
        <a:p>
          <a:r>
            <a:rPr lang="en-US" sz="2400" b="1" i="0" dirty="0"/>
            <a:t>Small user stories</a:t>
          </a:r>
          <a:endParaRPr lang="en-IN" sz="2400" b="1" dirty="0"/>
        </a:p>
      </dgm:t>
    </dgm:pt>
    <dgm:pt modelId="{341C185B-7AC3-6B41-AABB-3411FC5899BA}" type="parTrans" cxnId="{B59CF57A-A5BB-4F46-9A03-3E788749371A}">
      <dgm:prSet/>
      <dgm:spPr/>
      <dgm:t>
        <a:bodyPr/>
        <a:lstStyle/>
        <a:p>
          <a:endParaRPr lang="en-GB" sz="2000"/>
        </a:p>
      </dgm:t>
    </dgm:pt>
    <dgm:pt modelId="{13440A79-5526-A94D-AA32-C80523267413}" type="sibTrans" cxnId="{B59CF57A-A5BB-4F46-9A03-3E788749371A}">
      <dgm:prSet/>
      <dgm:spPr/>
      <dgm:t>
        <a:bodyPr/>
        <a:lstStyle/>
        <a:p>
          <a:endParaRPr lang="en-GB" sz="2000"/>
        </a:p>
      </dgm:t>
    </dgm:pt>
    <dgm:pt modelId="{C9098D67-B347-4541-A2AF-3C9DA4F899B1}">
      <dgm:prSet custT="1"/>
      <dgm:spPr/>
      <dgm:t>
        <a:bodyPr/>
        <a:lstStyle/>
        <a:p>
          <a:r>
            <a:rPr lang="en-US" sz="2400" b="1" i="0" dirty="0"/>
            <a:t>Usable release after every iteration</a:t>
          </a:r>
          <a:endParaRPr lang="en-IN" sz="2400" b="1" dirty="0"/>
        </a:p>
      </dgm:t>
    </dgm:pt>
    <dgm:pt modelId="{EA93DAEB-CFAA-F04C-8ADC-69CA12575B0A}" type="parTrans" cxnId="{07A5DEAA-ABBE-444A-8D15-3F2B6C564269}">
      <dgm:prSet/>
      <dgm:spPr/>
      <dgm:t>
        <a:bodyPr/>
        <a:lstStyle/>
        <a:p>
          <a:endParaRPr lang="en-GB" sz="2000"/>
        </a:p>
      </dgm:t>
    </dgm:pt>
    <dgm:pt modelId="{B08EB91E-4043-0C43-AFCD-8DE1E03985DB}" type="sibTrans" cxnId="{07A5DEAA-ABBE-444A-8D15-3F2B6C564269}">
      <dgm:prSet/>
      <dgm:spPr/>
      <dgm:t>
        <a:bodyPr/>
        <a:lstStyle/>
        <a:p>
          <a:endParaRPr lang="en-GB" sz="2000"/>
        </a:p>
      </dgm:t>
    </dgm:pt>
    <dgm:pt modelId="{8B539D30-390B-524C-83A1-B52CDEFAC897}">
      <dgm:prSet custT="1"/>
      <dgm:spPr/>
      <dgm:t>
        <a:bodyPr/>
        <a:lstStyle/>
        <a:p>
          <a:r>
            <a:rPr lang="en-US" sz="2400" b="1" i="0" dirty="0"/>
            <a:t>Prioritized requirements</a:t>
          </a:r>
          <a:endParaRPr lang="en-IN" sz="2400" b="1" dirty="0"/>
        </a:p>
      </dgm:t>
    </dgm:pt>
    <dgm:pt modelId="{6C7333CE-5A0A-534C-B243-C5762F3473E3}" type="parTrans" cxnId="{E40F378B-A8D5-0441-8E23-61106CAC4DA5}">
      <dgm:prSet/>
      <dgm:spPr/>
      <dgm:t>
        <a:bodyPr/>
        <a:lstStyle/>
        <a:p>
          <a:endParaRPr lang="en-GB" sz="2000"/>
        </a:p>
      </dgm:t>
    </dgm:pt>
    <dgm:pt modelId="{A99FC098-53A1-1B44-A8B0-85931ADB2D1C}" type="sibTrans" cxnId="{E40F378B-A8D5-0441-8E23-61106CAC4DA5}">
      <dgm:prSet/>
      <dgm:spPr/>
      <dgm:t>
        <a:bodyPr/>
        <a:lstStyle/>
        <a:p>
          <a:endParaRPr lang="en-GB" sz="2000"/>
        </a:p>
      </dgm:t>
    </dgm:pt>
    <dgm:pt modelId="{423147F8-399C-A045-91AD-4EB8E7EB090A}">
      <dgm:prSet custT="1"/>
      <dgm:spPr/>
      <dgm:t>
        <a:bodyPr/>
        <a:lstStyle/>
        <a:p>
          <a:r>
            <a:rPr lang="en-US" sz="2400" b="1" i="0" dirty="0"/>
            <a:t>Time-boxed iterations </a:t>
          </a:r>
        </a:p>
        <a:p>
          <a:r>
            <a:rPr lang="en-US" sz="2400" b="1" i="0" dirty="0"/>
            <a:t>(1-4 weeks)</a:t>
          </a:r>
          <a:endParaRPr lang="en-IN" sz="2400" b="1" dirty="0"/>
        </a:p>
      </dgm:t>
    </dgm:pt>
    <dgm:pt modelId="{2A2AC147-117D-3F42-8B99-531937A8B33B}" type="parTrans" cxnId="{5DCB3F29-50F7-B44E-A756-A62D195305A8}">
      <dgm:prSet/>
      <dgm:spPr/>
      <dgm:t>
        <a:bodyPr/>
        <a:lstStyle/>
        <a:p>
          <a:endParaRPr lang="en-GB" sz="2000"/>
        </a:p>
      </dgm:t>
    </dgm:pt>
    <dgm:pt modelId="{9D9FD38B-3DEF-AA43-B26F-0DC3C8273C48}" type="sibTrans" cxnId="{5DCB3F29-50F7-B44E-A756-A62D195305A8}">
      <dgm:prSet/>
      <dgm:spPr/>
      <dgm:t>
        <a:bodyPr/>
        <a:lstStyle/>
        <a:p>
          <a:endParaRPr lang="en-GB" sz="2000"/>
        </a:p>
      </dgm:t>
    </dgm:pt>
    <dgm:pt modelId="{E1656857-7532-41AA-9E79-75B9A5DA34FF}">
      <dgm:prSet custT="1"/>
      <dgm:spPr/>
      <dgm:t>
        <a:bodyPr/>
        <a:lstStyle/>
        <a:p>
          <a:r>
            <a:rPr lang="en-IN" sz="2400" b="1" dirty="0"/>
            <a:t>Customer feedback after every iteration</a:t>
          </a:r>
        </a:p>
      </dgm:t>
    </dgm:pt>
    <dgm:pt modelId="{6D5A7D94-CCFA-4934-8552-50CE904FAD0D}" type="parTrans" cxnId="{F591BC85-6814-4FA4-9CE9-C99BFA7286E8}">
      <dgm:prSet/>
      <dgm:spPr/>
      <dgm:t>
        <a:bodyPr/>
        <a:lstStyle/>
        <a:p>
          <a:endParaRPr lang="en-US" sz="2000"/>
        </a:p>
      </dgm:t>
    </dgm:pt>
    <dgm:pt modelId="{BE15D9E9-3E59-421A-BEEA-E528CDC7DB5C}" type="sibTrans" cxnId="{F591BC85-6814-4FA4-9CE9-C99BFA7286E8}">
      <dgm:prSet/>
      <dgm:spPr/>
      <dgm:t>
        <a:bodyPr/>
        <a:lstStyle/>
        <a:p>
          <a:endParaRPr lang="en-US" sz="2000"/>
        </a:p>
      </dgm:t>
    </dgm:pt>
    <dgm:pt modelId="{077555BC-8AC5-4644-8261-2CB699B0BC7F}">
      <dgm:prSet custT="1"/>
      <dgm:spPr/>
      <dgm:t>
        <a:bodyPr/>
        <a:lstStyle/>
        <a:p>
          <a:r>
            <a:rPr lang="en-IN" sz="2400" b="1" dirty="0"/>
            <a:t>Each iteration follows all the process activities</a:t>
          </a:r>
          <a:r>
            <a:rPr lang="en-IN" sz="1800" dirty="0"/>
            <a:t> </a:t>
          </a:r>
        </a:p>
      </dgm:t>
    </dgm:pt>
    <dgm:pt modelId="{31FE2703-5290-4AC8-899F-4976EF5515C3}" type="parTrans" cxnId="{60669851-B458-485B-9078-88436233A78C}">
      <dgm:prSet/>
      <dgm:spPr/>
      <dgm:t>
        <a:bodyPr/>
        <a:lstStyle/>
        <a:p>
          <a:endParaRPr lang="en-US" sz="2000"/>
        </a:p>
      </dgm:t>
    </dgm:pt>
    <dgm:pt modelId="{4341006C-BD8A-447F-A6E2-F07A3473C9D5}" type="sibTrans" cxnId="{60669851-B458-485B-9078-88436233A78C}">
      <dgm:prSet/>
      <dgm:spPr/>
      <dgm:t>
        <a:bodyPr/>
        <a:lstStyle/>
        <a:p>
          <a:endParaRPr lang="en-US" sz="2000"/>
        </a:p>
      </dgm:t>
    </dgm:pt>
    <dgm:pt modelId="{511079E6-7C9D-7942-AE38-BAD7AF12DC0E}" type="pres">
      <dgm:prSet presAssocID="{CC8DA8BC-65CC-0748-A763-83C38FD011CE}" presName="linear" presStyleCnt="0">
        <dgm:presLayoutVars>
          <dgm:animLvl val="lvl"/>
          <dgm:resizeHandles val="exact"/>
        </dgm:presLayoutVars>
      </dgm:prSet>
      <dgm:spPr/>
    </dgm:pt>
    <dgm:pt modelId="{2544057A-4EF0-964B-B89C-D4C096C0E5D0}" type="pres">
      <dgm:prSet presAssocID="{2F6F9B56-7414-6E42-A39D-8CCC49B1371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8788266-70F5-7444-8FA3-817AE589BC70}" type="pres">
      <dgm:prSet presAssocID="{13440A79-5526-A94D-AA32-C80523267413}" presName="spacer" presStyleCnt="0"/>
      <dgm:spPr/>
    </dgm:pt>
    <dgm:pt modelId="{36E8DEE3-BDD7-A740-BA1F-DDC636FEF649}" type="pres">
      <dgm:prSet presAssocID="{8B539D30-390B-524C-83A1-B52CDEFAC89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9ADC799-BB5D-574F-A629-D894BA1A0641}" type="pres">
      <dgm:prSet presAssocID="{A99FC098-53A1-1B44-A8B0-85931ADB2D1C}" presName="spacer" presStyleCnt="0"/>
      <dgm:spPr/>
    </dgm:pt>
    <dgm:pt modelId="{512B4619-8DF3-424A-B66F-DBA679976F44}" type="pres">
      <dgm:prSet presAssocID="{423147F8-399C-A045-91AD-4EB8E7EB090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A4228EE-3463-6C47-8101-BEEBDCCEDFCB}" type="pres">
      <dgm:prSet presAssocID="{9D9FD38B-3DEF-AA43-B26F-0DC3C8273C48}" presName="spacer" presStyleCnt="0"/>
      <dgm:spPr/>
    </dgm:pt>
    <dgm:pt modelId="{2035265A-15C2-7F43-A0BD-D0B88C1F958E}" type="pres">
      <dgm:prSet presAssocID="{C9098D67-B347-4541-A2AF-3C9DA4F899B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AB609B4-4D71-4D72-9A46-977A7CBB57F9}" type="pres">
      <dgm:prSet presAssocID="{B08EB91E-4043-0C43-AFCD-8DE1E03985DB}" presName="spacer" presStyleCnt="0"/>
      <dgm:spPr/>
    </dgm:pt>
    <dgm:pt modelId="{6168F367-8F75-4633-98D8-DF366066CB9C}" type="pres">
      <dgm:prSet presAssocID="{E1656857-7532-41AA-9E79-75B9A5DA34F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5B6A593-557A-425C-8223-597AB9C8A9C1}" type="pres">
      <dgm:prSet presAssocID="{BE15D9E9-3E59-421A-BEEA-E528CDC7DB5C}" presName="spacer" presStyleCnt="0"/>
      <dgm:spPr/>
    </dgm:pt>
    <dgm:pt modelId="{D3CA62A1-47D9-4F3E-9418-C03ADE0DD850}" type="pres">
      <dgm:prSet presAssocID="{077555BC-8AC5-4644-8261-2CB699B0BC7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7627817-B2FE-4F5B-86E9-343AA6220FB5}" type="presOf" srcId="{077555BC-8AC5-4644-8261-2CB699B0BC7F}" destId="{D3CA62A1-47D9-4F3E-9418-C03ADE0DD850}" srcOrd="0" destOrd="0" presId="urn:microsoft.com/office/officeart/2005/8/layout/vList2"/>
    <dgm:cxn modelId="{5DCB3F29-50F7-B44E-A756-A62D195305A8}" srcId="{CC8DA8BC-65CC-0748-A763-83C38FD011CE}" destId="{423147F8-399C-A045-91AD-4EB8E7EB090A}" srcOrd="2" destOrd="0" parTransId="{2A2AC147-117D-3F42-8B99-531937A8B33B}" sibTransId="{9D9FD38B-3DEF-AA43-B26F-0DC3C8273C48}"/>
    <dgm:cxn modelId="{93496567-EF6A-CE41-B71E-B99EAFD5CAD4}" type="presOf" srcId="{C9098D67-B347-4541-A2AF-3C9DA4F899B1}" destId="{2035265A-15C2-7F43-A0BD-D0B88C1F958E}" srcOrd="0" destOrd="0" presId="urn:microsoft.com/office/officeart/2005/8/layout/vList2"/>
    <dgm:cxn modelId="{4277E86C-2D76-7C47-9BC9-89609DD2D63D}" type="presOf" srcId="{423147F8-399C-A045-91AD-4EB8E7EB090A}" destId="{512B4619-8DF3-424A-B66F-DBA679976F44}" srcOrd="0" destOrd="0" presId="urn:microsoft.com/office/officeart/2005/8/layout/vList2"/>
    <dgm:cxn modelId="{5C9DB64D-A3C2-B74F-A92C-DAF46D44107C}" type="presOf" srcId="{2F6F9B56-7414-6E42-A39D-8CCC49B13713}" destId="{2544057A-4EF0-964B-B89C-D4C096C0E5D0}" srcOrd="0" destOrd="0" presId="urn:microsoft.com/office/officeart/2005/8/layout/vList2"/>
    <dgm:cxn modelId="{60669851-B458-485B-9078-88436233A78C}" srcId="{CC8DA8BC-65CC-0748-A763-83C38FD011CE}" destId="{077555BC-8AC5-4644-8261-2CB699B0BC7F}" srcOrd="5" destOrd="0" parTransId="{31FE2703-5290-4AC8-899F-4976EF5515C3}" sibTransId="{4341006C-BD8A-447F-A6E2-F07A3473C9D5}"/>
    <dgm:cxn modelId="{B59CF57A-A5BB-4F46-9A03-3E788749371A}" srcId="{CC8DA8BC-65CC-0748-A763-83C38FD011CE}" destId="{2F6F9B56-7414-6E42-A39D-8CCC49B13713}" srcOrd="0" destOrd="0" parTransId="{341C185B-7AC3-6B41-AABB-3411FC5899BA}" sibTransId="{13440A79-5526-A94D-AA32-C80523267413}"/>
    <dgm:cxn modelId="{3C70167E-79A3-4FBE-A2BC-412720BA290E}" type="presOf" srcId="{E1656857-7532-41AA-9E79-75B9A5DA34FF}" destId="{6168F367-8F75-4633-98D8-DF366066CB9C}" srcOrd="0" destOrd="0" presId="urn:microsoft.com/office/officeart/2005/8/layout/vList2"/>
    <dgm:cxn modelId="{F591BC85-6814-4FA4-9CE9-C99BFA7286E8}" srcId="{CC8DA8BC-65CC-0748-A763-83C38FD011CE}" destId="{E1656857-7532-41AA-9E79-75B9A5DA34FF}" srcOrd="4" destOrd="0" parTransId="{6D5A7D94-CCFA-4934-8552-50CE904FAD0D}" sibTransId="{BE15D9E9-3E59-421A-BEEA-E528CDC7DB5C}"/>
    <dgm:cxn modelId="{E40F378B-A8D5-0441-8E23-61106CAC4DA5}" srcId="{CC8DA8BC-65CC-0748-A763-83C38FD011CE}" destId="{8B539D30-390B-524C-83A1-B52CDEFAC897}" srcOrd="1" destOrd="0" parTransId="{6C7333CE-5A0A-534C-B243-C5762F3473E3}" sibTransId="{A99FC098-53A1-1B44-A8B0-85931ADB2D1C}"/>
    <dgm:cxn modelId="{07A5DEAA-ABBE-444A-8D15-3F2B6C564269}" srcId="{CC8DA8BC-65CC-0748-A763-83C38FD011CE}" destId="{C9098D67-B347-4541-A2AF-3C9DA4F899B1}" srcOrd="3" destOrd="0" parTransId="{EA93DAEB-CFAA-F04C-8ADC-69CA12575B0A}" sibTransId="{B08EB91E-4043-0C43-AFCD-8DE1E03985DB}"/>
    <dgm:cxn modelId="{DC4FF8B6-E9A0-1C4C-BA47-1D989CDB9CC5}" type="presOf" srcId="{8B539D30-390B-524C-83A1-B52CDEFAC897}" destId="{36E8DEE3-BDD7-A740-BA1F-DDC636FEF649}" srcOrd="0" destOrd="0" presId="urn:microsoft.com/office/officeart/2005/8/layout/vList2"/>
    <dgm:cxn modelId="{D76239DF-FC5A-804C-B4A9-19F6859A6835}" type="presOf" srcId="{CC8DA8BC-65CC-0748-A763-83C38FD011CE}" destId="{511079E6-7C9D-7942-AE38-BAD7AF12DC0E}" srcOrd="0" destOrd="0" presId="urn:microsoft.com/office/officeart/2005/8/layout/vList2"/>
    <dgm:cxn modelId="{AD8B2496-EB17-E844-8D54-5A91E047BB65}" type="presParOf" srcId="{511079E6-7C9D-7942-AE38-BAD7AF12DC0E}" destId="{2544057A-4EF0-964B-B89C-D4C096C0E5D0}" srcOrd="0" destOrd="0" presId="urn:microsoft.com/office/officeart/2005/8/layout/vList2"/>
    <dgm:cxn modelId="{1631BE7D-D4C5-7C47-AD0A-70D996CA8EB5}" type="presParOf" srcId="{511079E6-7C9D-7942-AE38-BAD7AF12DC0E}" destId="{28788266-70F5-7444-8FA3-817AE589BC70}" srcOrd="1" destOrd="0" presId="urn:microsoft.com/office/officeart/2005/8/layout/vList2"/>
    <dgm:cxn modelId="{40EFBB71-DC25-CD41-841D-715F5014EAED}" type="presParOf" srcId="{511079E6-7C9D-7942-AE38-BAD7AF12DC0E}" destId="{36E8DEE3-BDD7-A740-BA1F-DDC636FEF649}" srcOrd="2" destOrd="0" presId="urn:microsoft.com/office/officeart/2005/8/layout/vList2"/>
    <dgm:cxn modelId="{E0286B64-6277-874D-95D9-CD54020591FD}" type="presParOf" srcId="{511079E6-7C9D-7942-AE38-BAD7AF12DC0E}" destId="{C9ADC799-BB5D-574F-A629-D894BA1A0641}" srcOrd="3" destOrd="0" presId="urn:microsoft.com/office/officeart/2005/8/layout/vList2"/>
    <dgm:cxn modelId="{067794E8-D2FB-C34A-9D00-D28A94A53546}" type="presParOf" srcId="{511079E6-7C9D-7942-AE38-BAD7AF12DC0E}" destId="{512B4619-8DF3-424A-B66F-DBA679976F44}" srcOrd="4" destOrd="0" presId="urn:microsoft.com/office/officeart/2005/8/layout/vList2"/>
    <dgm:cxn modelId="{752031A5-32AA-084F-AE24-7CDEA819ADC5}" type="presParOf" srcId="{511079E6-7C9D-7942-AE38-BAD7AF12DC0E}" destId="{AA4228EE-3463-6C47-8101-BEEBDCCEDFCB}" srcOrd="5" destOrd="0" presId="urn:microsoft.com/office/officeart/2005/8/layout/vList2"/>
    <dgm:cxn modelId="{7597D022-1950-5846-9B27-F22622808DA3}" type="presParOf" srcId="{511079E6-7C9D-7942-AE38-BAD7AF12DC0E}" destId="{2035265A-15C2-7F43-A0BD-D0B88C1F958E}" srcOrd="6" destOrd="0" presId="urn:microsoft.com/office/officeart/2005/8/layout/vList2"/>
    <dgm:cxn modelId="{55B136E5-1158-46DB-A725-62857320B53A}" type="presParOf" srcId="{511079E6-7C9D-7942-AE38-BAD7AF12DC0E}" destId="{CAB609B4-4D71-4D72-9A46-977A7CBB57F9}" srcOrd="7" destOrd="0" presId="urn:microsoft.com/office/officeart/2005/8/layout/vList2"/>
    <dgm:cxn modelId="{E27552E1-2E31-40CA-9A78-F6C782441E35}" type="presParOf" srcId="{511079E6-7C9D-7942-AE38-BAD7AF12DC0E}" destId="{6168F367-8F75-4633-98D8-DF366066CB9C}" srcOrd="8" destOrd="0" presId="urn:microsoft.com/office/officeart/2005/8/layout/vList2"/>
    <dgm:cxn modelId="{D6B7DCC7-6AAC-4BE8-AFEF-E5B7B07C4810}" type="presParOf" srcId="{511079E6-7C9D-7942-AE38-BAD7AF12DC0E}" destId="{95B6A593-557A-425C-8223-597AB9C8A9C1}" srcOrd="9" destOrd="0" presId="urn:microsoft.com/office/officeart/2005/8/layout/vList2"/>
    <dgm:cxn modelId="{D6159B3A-7CDE-41A2-A414-2621335099A7}" type="presParOf" srcId="{511079E6-7C9D-7942-AE38-BAD7AF12DC0E}" destId="{D3CA62A1-47D9-4F3E-9418-C03ADE0DD85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F88D26-67D9-7640-B0CB-E67A72970761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GB"/>
        </a:p>
      </dgm:t>
    </dgm:pt>
    <dgm:pt modelId="{50FD6DF3-0CD5-EE4A-9B7F-56FCC23459E3}">
      <dgm:prSet/>
      <dgm:spPr/>
      <dgm:t>
        <a:bodyPr/>
        <a:lstStyle/>
        <a:p>
          <a:r>
            <a:rPr lang="en-US" b="0" i="0"/>
            <a:t>Decompose the problem</a:t>
          </a:r>
          <a:endParaRPr lang="en-IN"/>
        </a:p>
      </dgm:t>
    </dgm:pt>
    <dgm:pt modelId="{1C5447C6-A43D-BD4E-96DA-D5D0F64B6447}" type="parTrans" cxnId="{3B0064F4-66CB-9C46-80D5-2DA4E950C075}">
      <dgm:prSet/>
      <dgm:spPr/>
      <dgm:t>
        <a:bodyPr/>
        <a:lstStyle/>
        <a:p>
          <a:endParaRPr lang="en-GB"/>
        </a:p>
      </dgm:t>
    </dgm:pt>
    <dgm:pt modelId="{090AC3C2-DA92-9E4A-AA97-A8CC9B187F54}" type="sibTrans" cxnId="{3B0064F4-66CB-9C46-80D5-2DA4E950C075}">
      <dgm:prSet/>
      <dgm:spPr/>
      <dgm:t>
        <a:bodyPr/>
        <a:lstStyle/>
        <a:p>
          <a:endParaRPr lang="en-GB"/>
        </a:p>
      </dgm:t>
    </dgm:pt>
    <dgm:pt modelId="{F7A56B5D-2EB4-0449-AFBD-045ED25DB40D}">
      <dgm:prSet/>
      <dgm:spPr/>
      <dgm:t>
        <a:bodyPr/>
        <a:lstStyle/>
        <a:p>
          <a:r>
            <a:rPr lang="en-US" b="0" i="0"/>
            <a:t>Decompose the solution</a:t>
          </a:r>
          <a:endParaRPr lang="en-IN"/>
        </a:p>
      </dgm:t>
    </dgm:pt>
    <dgm:pt modelId="{2A519770-247E-4649-9E3F-5319C509926F}" type="parTrans" cxnId="{88FE6193-0FC3-3F41-9010-B7695B18E4E8}">
      <dgm:prSet/>
      <dgm:spPr/>
      <dgm:t>
        <a:bodyPr/>
        <a:lstStyle/>
        <a:p>
          <a:endParaRPr lang="en-GB"/>
        </a:p>
      </dgm:t>
    </dgm:pt>
    <dgm:pt modelId="{6E25AB64-587E-A94C-B65A-4EA25A12C8F3}" type="sibTrans" cxnId="{88FE6193-0FC3-3F41-9010-B7695B18E4E8}">
      <dgm:prSet/>
      <dgm:spPr/>
      <dgm:t>
        <a:bodyPr/>
        <a:lstStyle/>
        <a:p>
          <a:endParaRPr lang="en-GB"/>
        </a:p>
      </dgm:t>
    </dgm:pt>
    <dgm:pt modelId="{08ADC42F-E991-564C-B329-121089582EE6}">
      <dgm:prSet/>
      <dgm:spPr/>
      <dgm:t>
        <a:bodyPr/>
        <a:lstStyle/>
        <a:p>
          <a:r>
            <a:rPr lang="en-US" b="0" i="0"/>
            <a:t>Model at multiple levels of abstraction</a:t>
          </a:r>
          <a:endParaRPr lang="en-IN"/>
        </a:p>
      </dgm:t>
    </dgm:pt>
    <dgm:pt modelId="{F8F4AF79-7F05-7D4B-A8DA-02DA71938F9A}" type="parTrans" cxnId="{6C9434F5-4198-0E44-8EFD-1F3A683ACB32}">
      <dgm:prSet/>
      <dgm:spPr/>
      <dgm:t>
        <a:bodyPr/>
        <a:lstStyle/>
        <a:p>
          <a:endParaRPr lang="en-GB"/>
        </a:p>
      </dgm:t>
    </dgm:pt>
    <dgm:pt modelId="{9F082B3F-3204-B44F-A427-6EF606C297D3}" type="sibTrans" cxnId="{6C9434F5-4198-0E44-8EFD-1F3A683ACB32}">
      <dgm:prSet/>
      <dgm:spPr/>
      <dgm:t>
        <a:bodyPr/>
        <a:lstStyle/>
        <a:p>
          <a:endParaRPr lang="en-GB"/>
        </a:p>
      </dgm:t>
    </dgm:pt>
    <dgm:pt modelId="{FC9035D9-4724-F546-9B1C-686D305B6597}" type="pres">
      <dgm:prSet presAssocID="{FEF88D26-67D9-7640-B0CB-E67A72970761}" presName="linear" presStyleCnt="0">
        <dgm:presLayoutVars>
          <dgm:animLvl val="lvl"/>
          <dgm:resizeHandles val="exact"/>
        </dgm:presLayoutVars>
      </dgm:prSet>
      <dgm:spPr/>
    </dgm:pt>
    <dgm:pt modelId="{BBF39749-8DC0-B94B-9CCC-840EBBB2A399}" type="pres">
      <dgm:prSet presAssocID="{50FD6DF3-0CD5-EE4A-9B7F-56FCC23459E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4B1F113-5497-5E4F-938E-CC33E099F934}" type="pres">
      <dgm:prSet presAssocID="{090AC3C2-DA92-9E4A-AA97-A8CC9B187F54}" presName="spacer" presStyleCnt="0"/>
      <dgm:spPr/>
    </dgm:pt>
    <dgm:pt modelId="{FC39C101-F47F-A94A-AFCF-74CDEA495420}" type="pres">
      <dgm:prSet presAssocID="{F7A56B5D-2EB4-0449-AFBD-045ED25DB40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218C00D-F31B-224D-942D-C6A8C38C6BC5}" type="pres">
      <dgm:prSet presAssocID="{6E25AB64-587E-A94C-B65A-4EA25A12C8F3}" presName="spacer" presStyleCnt="0"/>
      <dgm:spPr/>
    </dgm:pt>
    <dgm:pt modelId="{0219A990-7D49-E74F-9809-27A404CB9A95}" type="pres">
      <dgm:prSet presAssocID="{08ADC42F-E991-564C-B329-121089582EE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6256E0A-864A-4547-A7F4-ED0A5E64799D}" type="presOf" srcId="{F7A56B5D-2EB4-0449-AFBD-045ED25DB40D}" destId="{FC39C101-F47F-A94A-AFCF-74CDEA495420}" srcOrd="0" destOrd="0" presId="urn:microsoft.com/office/officeart/2005/8/layout/vList2"/>
    <dgm:cxn modelId="{A7349C68-4A3E-D344-A24A-1209422F7999}" type="presOf" srcId="{50FD6DF3-0CD5-EE4A-9B7F-56FCC23459E3}" destId="{BBF39749-8DC0-B94B-9CCC-840EBBB2A399}" srcOrd="0" destOrd="0" presId="urn:microsoft.com/office/officeart/2005/8/layout/vList2"/>
    <dgm:cxn modelId="{88FE6193-0FC3-3F41-9010-B7695B18E4E8}" srcId="{FEF88D26-67D9-7640-B0CB-E67A72970761}" destId="{F7A56B5D-2EB4-0449-AFBD-045ED25DB40D}" srcOrd="1" destOrd="0" parTransId="{2A519770-247E-4649-9E3F-5319C509926F}" sibTransId="{6E25AB64-587E-A94C-B65A-4EA25A12C8F3}"/>
    <dgm:cxn modelId="{DD92DE94-18CB-0746-8C0F-D025376B04A9}" type="presOf" srcId="{FEF88D26-67D9-7640-B0CB-E67A72970761}" destId="{FC9035D9-4724-F546-9B1C-686D305B6597}" srcOrd="0" destOrd="0" presId="urn:microsoft.com/office/officeart/2005/8/layout/vList2"/>
    <dgm:cxn modelId="{63C837E6-1F76-1B42-9FF4-D08EFF961C51}" type="presOf" srcId="{08ADC42F-E991-564C-B329-121089582EE6}" destId="{0219A990-7D49-E74F-9809-27A404CB9A95}" srcOrd="0" destOrd="0" presId="urn:microsoft.com/office/officeart/2005/8/layout/vList2"/>
    <dgm:cxn modelId="{3B0064F4-66CB-9C46-80D5-2DA4E950C075}" srcId="{FEF88D26-67D9-7640-B0CB-E67A72970761}" destId="{50FD6DF3-0CD5-EE4A-9B7F-56FCC23459E3}" srcOrd="0" destOrd="0" parTransId="{1C5447C6-A43D-BD4E-96DA-D5D0F64B6447}" sibTransId="{090AC3C2-DA92-9E4A-AA97-A8CC9B187F54}"/>
    <dgm:cxn modelId="{6C9434F5-4198-0E44-8EFD-1F3A683ACB32}" srcId="{FEF88D26-67D9-7640-B0CB-E67A72970761}" destId="{08ADC42F-E991-564C-B329-121089582EE6}" srcOrd="2" destOrd="0" parTransId="{F8F4AF79-7F05-7D4B-A8DA-02DA71938F9A}" sibTransId="{9F082B3F-3204-B44F-A427-6EF606C297D3}"/>
    <dgm:cxn modelId="{CA5019D3-0A03-7E4D-82E7-4A1D01AE0046}" type="presParOf" srcId="{FC9035D9-4724-F546-9B1C-686D305B6597}" destId="{BBF39749-8DC0-B94B-9CCC-840EBBB2A399}" srcOrd="0" destOrd="0" presId="urn:microsoft.com/office/officeart/2005/8/layout/vList2"/>
    <dgm:cxn modelId="{9D3DF574-A0C0-4345-B015-FF9204701C4A}" type="presParOf" srcId="{FC9035D9-4724-F546-9B1C-686D305B6597}" destId="{D4B1F113-5497-5E4F-938E-CC33E099F934}" srcOrd="1" destOrd="0" presId="urn:microsoft.com/office/officeart/2005/8/layout/vList2"/>
    <dgm:cxn modelId="{C31E5B0A-B5A1-F344-B1E4-7B24ED50FBFA}" type="presParOf" srcId="{FC9035D9-4724-F546-9B1C-686D305B6597}" destId="{FC39C101-F47F-A94A-AFCF-74CDEA495420}" srcOrd="2" destOrd="0" presId="urn:microsoft.com/office/officeart/2005/8/layout/vList2"/>
    <dgm:cxn modelId="{E40DF7DE-5F84-4348-B59F-1F654CF316B3}" type="presParOf" srcId="{FC9035D9-4724-F546-9B1C-686D305B6597}" destId="{6218C00D-F31B-224D-942D-C6A8C38C6BC5}" srcOrd="3" destOrd="0" presId="urn:microsoft.com/office/officeart/2005/8/layout/vList2"/>
    <dgm:cxn modelId="{CDEA191D-6751-E64A-A1B0-7BF3A3540838}" type="presParOf" srcId="{FC9035D9-4724-F546-9B1C-686D305B6597}" destId="{0219A990-7D49-E74F-9809-27A404CB9A9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BD0F96-113D-B84F-B720-B68AB5521EEC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GB"/>
        </a:p>
      </dgm:t>
    </dgm:pt>
    <dgm:pt modelId="{A4D364C9-6FA4-ED42-A09A-2FD0939F8650}">
      <dgm:prSet/>
      <dgm:spPr/>
      <dgm:t>
        <a:bodyPr/>
        <a:lstStyle/>
        <a:p>
          <a:r>
            <a:rPr lang="en-US" b="0" i="0"/>
            <a:t>System model of software</a:t>
          </a:r>
          <a:endParaRPr lang="en-IN"/>
        </a:p>
      </dgm:t>
    </dgm:pt>
    <dgm:pt modelId="{8B1095D9-716B-704A-B047-501D14E91BE2}" type="parTrans" cxnId="{4DBAE83D-6D0D-A84D-9C06-F504BB1CCA43}">
      <dgm:prSet/>
      <dgm:spPr/>
      <dgm:t>
        <a:bodyPr/>
        <a:lstStyle/>
        <a:p>
          <a:endParaRPr lang="en-GB"/>
        </a:p>
      </dgm:t>
    </dgm:pt>
    <dgm:pt modelId="{D4B4A1E7-95EA-A346-BCA4-C47F44C3EBC2}" type="sibTrans" cxnId="{4DBAE83D-6D0D-A84D-9C06-F504BB1CCA43}">
      <dgm:prSet/>
      <dgm:spPr/>
      <dgm:t>
        <a:bodyPr/>
        <a:lstStyle/>
        <a:p>
          <a:endParaRPr lang="en-GB"/>
        </a:p>
      </dgm:t>
    </dgm:pt>
    <dgm:pt modelId="{6A454D90-8C78-A64F-8448-B8B6551A47D0}">
      <dgm:prSet/>
      <dgm:spPr/>
      <dgm:t>
        <a:bodyPr/>
        <a:lstStyle/>
        <a:p>
          <a:r>
            <a:rPr lang="en-US" b="0" i="0"/>
            <a:t>A set of components</a:t>
          </a:r>
          <a:endParaRPr lang="en-IN"/>
        </a:p>
      </dgm:t>
    </dgm:pt>
    <dgm:pt modelId="{75E0DE2A-4ED5-1845-A525-7C4114C4C3E6}" type="parTrans" cxnId="{58FBDC57-12FF-6F41-979E-4891D1DCFC89}">
      <dgm:prSet/>
      <dgm:spPr/>
      <dgm:t>
        <a:bodyPr/>
        <a:lstStyle/>
        <a:p>
          <a:endParaRPr lang="en-GB"/>
        </a:p>
      </dgm:t>
    </dgm:pt>
    <dgm:pt modelId="{009E67F7-907F-6F40-8AF6-B5351B02128D}" type="sibTrans" cxnId="{58FBDC57-12FF-6F41-979E-4891D1DCFC89}">
      <dgm:prSet/>
      <dgm:spPr/>
      <dgm:t>
        <a:bodyPr/>
        <a:lstStyle/>
        <a:p>
          <a:endParaRPr lang="en-GB"/>
        </a:p>
      </dgm:t>
    </dgm:pt>
    <dgm:pt modelId="{8E665560-65B5-E640-856B-A36878EAE1C9}">
      <dgm:prSet/>
      <dgm:spPr/>
      <dgm:t>
        <a:bodyPr/>
        <a:lstStyle/>
        <a:p>
          <a:r>
            <a:rPr lang="en-US" b="0" i="0"/>
            <a:t>Behavior of each component</a:t>
          </a:r>
          <a:endParaRPr lang="en-IN"/>
        </a:p>
      </dgm:t>
    </dgm:pt>
    <dgm:pt modelId="{72D2BF2A-CC9D-1A45-BE71-CCFEB424D439}" type="parTrans" cxnId="{70C855AC-3529-874B-ACD4-0466F9F4F8DE}">
      <dgm:prSet/>
      <dgm:spPr/>
      <dgm:t>
        <a:bodyPr/>
        <a:lstStyle/>
        <a:p>
          <a:endParaRPr lang="en-GB"/>
        </a:p>
      </dgm:t>
    </dgm:pt>
    <dgm:pt modelId="{B71D2889-407D-5D41-912C-BE729B3F7187}" type="sibTrans" cxnId="{70C855AC-3529-874B-ACD4-0466F9F4F8DE}">
      <dgm:prSet/>
      <dgm:spPr/>
      <dgm:t>
        <a:bodyPr/>
        <a:lstStyle/>
        <a:p>
          <a:endParaRPr lang="en-GB"/>
        </a:p>
      </dgm:t>
    </dgm:pt>
    <dgm:pt modelId="{BCD9BB42-7D80-7C49-8CB5-80F856AD3725}">
      <dgm:prSet/>
      <dgm:spPr/>
      <dgm:t>
        <a:bodyPr/>
        <a:lstStyle/>
        <a:p>
          <a:r>
            <a:rPr lang="en-US" b="0" i="0"/>
            <a:t>Interactions between components</a:t>
          </a:r>
          <a:endParaRPr lang="en-IN"/>
        </a:p>
      </dgm:t>
    </dgm:pt>
    <dgm:pt modelId="{12BE557B-4908-A74A-9BE1-4967FA590141}" type="parTrans" cxnId="{BF9F8D1C-7534-0441-BA4D-1D5E5B0DF630}">
      <dgm:prSet/>
      <dgm:spPr/>
      <dgm:t>
        <a:bodyPr/>
        <a:lstStyle/>
        <a:p>
          <a:endParaRPr lang="en-GB"/>
        </a:p>
      </dgm:t>
    </dgm:pt>
    <dgm:pt modelId="{8F79F13F-F371-4F4A-A770-5E71C74A0FC4}" type="sibTrans" cxnId="{BF9F8D1C-7534-0441-BA4D-1D5E5B0DF630}">
      <dgm:prSet/>
      <dgm:spPr/>
      <dgm:t>
        <a:bodyPr/>
        <a:lstStyle/>
        <a:p>
          <a:endParaRPr lang="en-GB"/>
        </a:p>
      </dgm:t>
    </dgm:pt>
    <dgm:pt modelId="{80EC2447-6C94-C842-A47B-0D9BFC12FAF2}">
      <dgm:prSet/>
      <dgm:spPr/>
      <dgm:t>
        <a:bodyPr/>
        <a:lstStyle/>
        <a:p>
          <a:r>
            <a:rPr lang="en-US" b="0" i="0"/>
            <a:t>Overall behavior in terms of component interactions</a:t>
          </a:r>
          <a:endParaRPr lang="en-IN"/>
        </a:p>
      </dgm:t>
    </dgm:pt>
    <dgm:pt modelId="{5E5CF340-3DE3-5841-A829-E68B8194DA75}" type="parTrans" cxnId="{66FD8A7D-21D7-EB43-86FF-2CC26EE59C29}">
      <dgm:prSet/>
      <dgm:spPr/>
      <dgm:t>
        <a:bodyPr/>
        <a:lstStyle/>
        <a:p>
          <a:endParaRPr lang="en-GB"/>
        </a:p>
      </dgm:t>
    </dgm:pt>
    <dgm:pt modelId="{37A1194F-2B07-7F43-92A1-DC7D7D0A5F5B}" type="sibTrans" cxnId="{66FD8A7D-21D7-EB43-86FF-2CC26EE59C29}">
      <dgm:prSet/>
      <dgm:spPr/>
      <dgm:t>
        <a:bodyPr/>
        <a:lstStyle/>
        <a:p>
          <a:endParaRPr lang="en-GB"/>
        </a:p>
      </dgm:t>
    </dgm:pt>
    <dgm:pt modelId="{AF0C4414-FB71-6E4B-9919-A84FE516042C}" type="pres">
      <dgm:prSet presAssocID="{AABD0F96-113D-B84F-B720-B68AB5521EEC}" presName="Name0" presStyleCnt="0">
        <dgm:presLayoutVars>
          <dgm:dir/>
          <dgm:animLvl val="lvl"/>
          <dgm:resizeHandles val="exact"/>
        </dgm:presLayoutVars>
      </dgm:prSet>
      <dgm:spPr/>
    </dgm:pt>
    <dgm:pt modelId="{630D704A-2A0D-E54F-BEE0-7526142AF6AE}" type="pres">
      <dgm:prSet presAssocID="{A4D364C9-6FA4-ED42-A09A-2FD0939F8650}" presName="composite" presStyleCnt="0"/>
      <dgm:spPr/>
    </dgm:pt>
    <dgm:pt modelId="{F6C3242B-B6A7-5341-9ED4-0BCD7D109E39}" type="pres">
      <dgm:prSet presAssocID="{A4D364C9-6FA4-ED42-A09A-2FD0939F8650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9790350-0467-6D4F-BA4B-9E625E98E48A}" type="pres">
      <dgm:prSet presAssocID="{A4D364C9-6FA4-ED42-A09A-2FD0939F8650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BF9F8D1C-7534-0441-BA4D-1D5E5B0DF630}" srcId="{A4D364C9-6FA4-ED42-A09A-2FD0939F8650}" destId="{BCD9BB42-7D80-7C49-8CB5-80F856AD3725}" srcOrd="2" destOrd="0" parTransId="{12BE557B-4908-A74A-9BE1-4967FA590141}" sibTransId="{8F79F13F-F371-4F4A-A770-5E71C74A0FC4}"/>
    <dgm:cxn modelId="{43ED6D2D-1591-634E-9A47-1B31C371B46B}" type="presOf" srcId="{6A454D90-8C78-A64F-8448-B8B6551A47D0}" destId="{E9790350-0467-6D4F-BA4B-9E625E98E48A}" srcOrd="0" destOrd="0" presId="urn:microsoft.com/office/officeart/2005/8/layout/hList1"/>
    <dgm:cxn modelId="{1CA5E936-0297-6541-80B4-2C830F89E4C4}" type="presOf" srcId="{AABD0F96-113D-B84F-B720-B68AB5521EEC}" destId="{AF0C4414-FB71-6E4B-9919-A84FE516042C}" srcOrd="0" destOrd="0" presId="urn:microsoft.com/office/officeart/2005/8/layout/hList1"/>
    <dgm:cxn modelId="{4DBAE83D-6D0D-A84D-9C06-F504BB1CCA43}" srcId="{AABD0F96-113D-B84F-B720-B68AB5521EEC}" destId="{A4D364C9-6FA4-ED42-A09A-2FD0939F8650}" srcOrd="0" destOrd="0" parTransId="{8B1095D9-716B-704A-B047-501D14E91BE2}" sibTransId="{D4B4A1E7-95EA-A346-BCA4-C47F44C3EBC2}"/>
    <dgm:cxn modelId="{58FBDC57-12FF-6F41-979E-4891D1DCFC89}" srcId="{A4D364C9-6FA4-ED42-A09A-2FD0939F8650}" destId="{6A454D90-8C78-A64F-8448-B8B6551A47D0}" srcOrd="0" destOrd="0" parTransId="{75E0DE2A-4ED5-1845-A525-7C4114C4C3E6}" sibTransId="{009E67F7-907F-6F40-8AF6-B5351B02128D}"/>
    <dgm:cxn modelId="{2B737A5A-E476-F94E-95C8-3CB9CAAE32D8}" type="presOf" srcId="{80EC2447-6C94-C842-A47B-0D9BFC12FAF2}" destId="{E9790350-0467-6D4F-BA4B-9E625E98E48A}" srcOrd="0" destOrd="3" presId="urn:microsoft.com/office/officeart/2005/8/layout/hList1"/>
    <dgm:cxn modelId="{66FD8A7D-21D7-EB43-86FF-2CC26EE59C29}" srcId="{A4D364C9-6FA4-ED42-A09A-2FD0939F8650}" destId="{80EC2447-6C94-C842-A47B-0D9BFC12FAF2}" srcOrd="3" destOrd="0" parTransId="{5E5CF340-3DE3-5841-A829-E68B8194DA75}" sibTransId="{37A1194F-2B07-7F43-92A1-DC7D7D0A5F5B}"/>
    <dgm:cxn modelId="{70C855AC-3529-874B-ACD4-0466F9F4F8DE}" srcId="{A4D364C9-6FA4-ED42-A09A-2FD0939F8650}" destId="{8E665560-65B5-E640-856B-A36878EAE1C9}" srcOrd="1" destOrd="0" parTransId="{72D2BF2A-CC9D-1A45-BE71-CCFEB424D439}" sibTransId="{B71D2889-407D-5D41-912C-BE729B3F7187}"/>
    <dgm:cxn modelId="{9B1E1FCA-5398-2A41-81EA-06A8BCF9A902}" type="presOf" srcId="{8E665560-65B5-E640-856B-A36878EAE1C9}" destId="{E9790350-0467-6D4F-BA4B-9E625E98E48A}" srcOrd="0" destOrd="1" presId="urn:microsoft.com/office/officeart/2005/8/layout/hList1"/>
    <dgm:cxn modelId="{1CDE3DE3-367C-D640-8292-B5B13509FD6D}" type="presOf" srcId="{A4D364C9-6FA4-ED42-A09A-2FD0939F8650}" destId="{F6C3242B-B6A7-5341-9ED4-0BCD7D109E39}" srcOrd="0" destOrd="0" presId="urn:microsoft.com/office/officeart/2005/8/layout/hList1"/>
    <dgm:cxn modelId="{29C67CEB-DBB2-5C44-8697-C5186E41F1BB}" type="presOf" srcId="{BCD9BB42-7D80-7C49-8CB5-80F856AD3725}" destId="{E9790350-0467-6D4F-BA4B-9E625E98E48A}" srcOrd="0" destOrd="2" presId="urn:microsoft.com/office/officeart/2005/8/layout/hList1"/>
    <dgm:cxn modelId="{05215393-1936-964B-B2C2-D11BC8981F01}" type="presParOf" srcId="{AF0C4414-FB71-6E4B-9919-A84FE516042C}" destId="{630D704A-2A0D-E54F-BEE0-7526142AF6AE}" srcOrd="0" destOrd="0" presId="urn:microsoft.com/office/officeart/2005/8/layout/hList1"/>
    <dgm:cxn modelId="{B816ECBC-ABD5-6E4B-B464-10DF5A2585BA}" type="presParOf" srcId="{630D704A-2A0D-E54F-BEE0-7526142AF6AE}" destId="{F6C3242B-B6A7-5341-9ED4-0BCD7D109E39}" srcOrd="0" destOrd="0" presId="urn:microsoft.com/office/officeart/2005/8/layout/hList1"/>
    <dgm:cxn modelId="{206DF8FE-8BC5-7B42-98CB-C46F3BAC5757}" type="presParOf" srcId="{630D704A-2A0D-E54F-BEE0-7526142AF6AE}" destId="{E9790350-0467-6D4F-BA4B-9E625E98E48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E1260A-8888-4349-A850-67ED16F1EE63}" type="doc">
      <dgm:prSet loTypeId="urn:microsoft.com/office/officeart/2009/layout/CirclePictureHierarchy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036247C-B9E2-8046-9CF6-D2518AC191C5}">
      <dgm:prSet phldrT="[Text]"/>
      <dgm:spPr/>
      <dgm:t>
        <a:bodyPr/>
        <a:lstStyle/>
        <a:p>
          <a:r>
            <a:rPr lang="en-GB" dirty="0"/>
            <a:t>Point of Sales</a:t>
          </a:r>
        </a:p>
      </dgm:t>
    </dgm:pt>
    <dgm:pt modelId="{159E0A1D-828E-6844-A294-43739382158D}" type="parTrans" cxnId="{8ABA6002-4580-1A44-B019-8F251E5E71BE}">
      <dgm:prSet/>
      <dgm:spPr/>
      <dgm:t>
        <a:bodyPr/>
        <a:lstStyle/>
        <a:p>
          <a:endParaRPr lang="en-GB"/>
        </a:p>
      </dgm:t>
    </dgm:pt>
    <dgm:pt modelId="{03AA4AEB-DE54-8443-B23E-EDA32BD15A8E}" type="sibTrans" cxnId="{8ABA6002-4580-1A44-B019-8F251E5E71BE}">
      <dgm:prSet/>
      <dgm:spPr/>
      <dgm:t>
        <a:bodyPr/>
        <a:lstStyle/>
        <a:p>
          <a:endParaRPr lang="en-GB"/>
        </a:p>
      </dgm:t>
    </dgm:pt>
    <dgm:pt modelId="{A00067FC-A069-E54C-A6F5-A0540D704F7B}">
      <dgm:prSet phldrT="[Text]"/>
      <dgm:spPr/>
      <dgm:t>
        <a:bodyPr/>
        <a:lstStyle/>
        <a:p>
          <a:r>
            <a:rPr lang="en-GB" dirty="0"/>
            <a:t>Invoice</a:t>
          </a:r>
        </a:p>
      </dgm:t>
    </dgm:pt>
    <dgm:pt modelId="{0939B6CE-0949-C643-A58C-9281CE395314}" type="parTrans" cxnId="{A60F1BF6-33C1-7D4E-BE99-329791E635F2}">
      <dgm:prSet/>
      <dgm:spPr/>
      <dgm:t>
        <a:bodyPr/>
        <a:lstStyle/>
        <a:p>
          <a:endParaRPr lang="en-GB"/>
        </a:p>
      </dgm:t>
    </dgm:pt>
    <dgm:pt modelId="{AC953005-1888-8A49-9BB6-17FFBC2C3A8F}" type="sibTrans" cxnId="{A60F1BF6-33C1-7D4E-BE99-329791E635F2}">
      <dgm:prSet/>
      <dgm:spPr/>
      <dgm:t>
        <a:bodyPr/>
        <a:lstStyle/>
        <a:p>
          <a:endParaRPr lang="en-GB"/>
        </a:p>
      </dgm:t>
    </dgm:pt>
    <dgm:pt modelId="{9950F760-49AE-6343-BA37-D2B79455F73C}">
      <dgm:prSet phldrT="[Text]"/>
      <dgm:spPr/>
      <dgm:t>
        <a:bodyPr/>
        <a:lstStyle/>
        <a:p>
          <a:r>
            <a:rPr lang="en-GB" dirty="0"/>
            <a:t>Product invoice</a:t>
          </a:r>
        </a:p>
      </dgm:t>
    </dgm:pt>
    <dgm:pt modelId="{613C7899-B4A9-584C-A51C-A09ECBA49A6D}" type="parTrans" cxnId="{6F4C82EF-9649-5D45-93BA-1B0AA44C821B}">
      <dgm:prSet/>
      <dgm:spPr/>
      <dgm:t>
        <a:bodyPr/>
        <a:lstStyle/>
        <a:p>
          <a:endParaRPr lang="en-GB"/>
        </a:p>
      </dgm:t>
    </dgm:pt>
    <dgm:pt modelId="{D4060EEC-5250-404C-9A35-C00073D9B258}" type="sibTrans" cxnId="{6F4C82EF-9649-5D45-93BA-1B0AA44C821B}">
      <dgm:prSet/>
      <dgm:spPr/>
      <dgm:t>
        <a:bodyPr/>
        <a:lstStyle/>
        <a:p>
          <a:endParaRPr lang="en-GB"/>
        </a:p>
      </dgm:t>
    </dgm:pt>
    <dgm:pt modelId="{C5312123-929C-8D44-B491-4CD715C19943}">
      <dgm:prSet phldrT="[Text]"/>
      <dgm:spPr/>
      <dgm:t>
        <a:bodyPr/>
        <a:lstStyle/>
        <a:p>
          <a:r>
            <a:rPr lang="en-GB" dirty="0"/>
            <a:t>Service invoice</a:t>
          </a:r>
        </a:p>
      </dgm:t>
    </dgm:pt>
    <dgm:pt modelId="{C34BE28C-11D5-DC41-8127-90930A121780}" type="parTrans" cxnId="{E4AD6C11-0127-DE49-8F1A-E7BCA566BCF7}">
      <dgm:prSet/>
      <dgm:spPr/>
      <dgm:t>
        <a:bodyPr/>
        <a:lstStyle/>
        <a:p>
          <a:endParaRPr lang="en-GB"/>
        </a:p>
      </dgm:t>
    </dgm:pt>
    <dgm:pt modelId="{38DAD29D-8114-BA49-A0A9-2D3A1A626410}" type="sibTrans" cxnId="{E4AD6C11-0127-DE49-8F1A-E7BCA566BCF7}">
      <dgm:prSet/>
      <dgm:spPr/>
      <dgm:t>
        <a:bodyPr/>
        <a:lstStyle/>
        <a:p>
          <a:endParaRPr lang="en-GB"/>
        </a:p>
      </dgm:t>
    </dgm:pt>
    <dgm:pt modelId="{E7182B6D-CC46-8A46-AD18-FAC00E9E5803}">
      <dgm:prSet phldrT="[Text]"/>
      <dgm:spPr/>
      <dgm:t>
        <a:bodyPr/>
        <a:lstStyle/>
        <a:p>
          <a:r>
            <a:rPr lang="en-GB" dirty="0"/>
            <a:t>Payments</a:t>
          </a:r>
        </a:p>
      </dgm:t>
    </dgm:pt>
    <dgm:pt modelId="{B634BBF4-5982-A942-829E-AC627E090760}" type="parTrans" cxnId="{FC4520E9-5621-284D-8654-BF90D4BD0CE9}">
      <dgm:prSet/>
      <dgm:spPr/>
      <dgm:t>
        <a:bodyPr/>
        <a:lstStyle/>
        <a:p>
          <a:endParaRPr lang="en-GB"/>
        </a:p>
      </dgm:t>
    </dgm:pt>
    <dgm:pt modelId="{52581336-F369-4E47-A163-E92D4BE9557F}" type="sibTrans" cxnId="{FC4520E9-5621-284D-8654-BF90D4BD0CE9}">
      <dgm:prSet/>
      <dgm:spPr/>
      <dgm:t>
        <a:bodyPr/>
        <a:lstStyle/>
        <a:p>
          <a:endParaRPr lang="en-GB"/>
        </a:p>
      </dgm:t>
    </dgm:pt>
    <dgm:pt modelId="{D9F1E94F-3936-7E40-8204-161311C13A5F}">
      <dgm:prSet phldrT="[Text]"/>
      <dgm:spPr/>
      <dgm:t>
        <a:bodyPr/>
        <a:lstStyle/>
        <a:p>
          <a:r>
            <a:rPr lang="en-GB" dirty="0"/>
            <a:t>Card payments</a:t>
          </a:r>
        </a:p>
      </dgm:t>
    </dgm:pt>
    <dgm:pt modelId="{ACA1979E-42CB-6147-A66E-0D2A175FC1EA}" type="parTrans" cxnId="{FDC9577E-7E37-5245-BDC8-5874CC4FCFE3}">
      <dgm:prSet/>
      <dgm:spPr/>
      <dgm:t>
        <a:bodyPr/>
        <a:lstStyle/>
        <a:p>
          <a:endParaRPr lang="en-GB"/>
        </a:p>
      </dgm:t>
    </dgm:pt>
    <dgm:pt modelId="{8C36C813-3657-ED4B-9F33-FA14605D0F87}" type="sibTrans" cxnId="{FDC9577E-7E37-5245-BDC8-5874CC4FCFE3}">
      <dgm:prSet/>
      <dgm:spPr/>
      <dgm:t>
        <a:bodyPr/>
        <a:lstStyle/>
        <a:p>
          <a:endParaRPr lang="en-GB"/>
        </a:p>
      </dgm:t>
    </dgm:pt>
    <dgm:pt modelId="{01C0756B-2169-9F4F-86DC-AA92555D8092}" type="pres">
      <dgm:prSet presAssocID="{7BE1260A-8888-4349-A850-67ED16F1EE6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BFA0D05-3376-514A-983B-58AEE6FF5497}" type="pres">
      <dgm:prSet presAssocID="{6036247C-B9E2-8046-9CF6-D2518AC191C5}" presName="hierRoot1" presStyleCnt="0"/>
      <dgm:spPr/>
    </dgm:pt>
    <dgm:pt modelId="{5F5A13B1-1DBA-8943-B115-278173ABDCF7}" type="pres">
      <dgm:prSet presAssocID="{6036247C-B9E2-8046-9CF6-D2518AC191C5}" presName="composite" presStyleCnt="0"/>
      <dgm:spPr/>
    </dgm:pt>
    <dgm:pt modelId="{83BDD3E3-28C7-3748-AC68-F00DB872E5AC}" type="pres">
      <dgm:prSet presAssocID="{6036247C-B9E2-8046-9CF6-D2518AC191C5}" presName="image" presStyleLbl="node0" presStyleIdx="0" presStyleCnt="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 with solid fill"/>
        </a:ext>
      </dgm:extLst>
    </dgm:pt>
    <dgm:pt modelId="{E766A9C8-9401-AC4E-A241-A19099311C67}" type="pres">
      <dgm:prSet presAssocID="{6036247C-B9E2-8046-9CF6-D2518AC191C5}" presName="text" presStyleLbl="revTx" presStyleIdx="0" presStyleCnt="6">
        <dgm:presLayoutVars>
          <dgm:chPref val="3"/>
        </dgm:presLayoutVars>
      </dgm:prSet>
      <dgm:spPr/>
    </dgm:pt>
    <dgm:pt modelId="{0BEB76BF-01A5-EC47-B3CD-9F52DB8EBF10}" type="pres">
      <dgm:prSet presAssocID="{6036247C-B9E2-8046-9CF6-D2518AC191C5}" presName="hierChild2" presStyleCnt="0"/>
      <dgm:spPr/>
    </dgm:pt>
    <dgm:pt modelId="{F92D215C-BE13-FA4A-9B20-AF6B4E3C67AA}" type="pres">
      <dgm:prSet presAssocID="{0939B6CE-0949-C643-A58C-9281CE395314}" presName="Name10" presStyleLbl="parChTrans1D2" presStyleIdx="0" presStyleCnt="2"/>
      <dgm:spPr/>
    </dgm:pt>
    <dgm:pt modelId="{D730CDF3-816F-C142-A2CF-AD417CD74F3A}" type="pres">
      <dgm:prSet presAssocID="{A00067FC-A069-E54C-A6F5-A0540D704F7B}" presName="hierRoot2" presStyleCnt="0"/>
      <dgm:spPr/>
    </dgm:pt>
    <dgm:pt modelId="{8D0107B6-6477-F342-8148-B9D7B5D9AFDF}" type="pres">
      <dgm:prSet presAssocID="{A00067FC-A069-E54C-A6F5-A0540D704F7B}" presName="composite2" presStyleCnt="0"/>
      <dgm:spPr/>
    </dgm:pt>
    <dgm:pt modelId="{974FF892-DF40-5643-A755-0AE9779BC7C7}" type="pres">
      <dgm:prSet presAssocID="{A00067FC-A069-E54C-A6F5-A0540D704F7B}" presName="image2" presStyleLbl="node2" presStyleIdx="0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ypewriter outline"/>
        </a:ext>
      </dgm:extLst>
    </dgm:pt>
    <dgm:pt modelId="{F8F3189F-4CA4-E147-8827-624F5F91F565}" type="pres">
      <dgm:prSet presAssocID="{A00067FC-A069-E54C-A6F5-A0540D704F7B}" presName="text2" presStyleLbl="revTx" presStyleIdx="1" presStyleCnt="6">
        <dgm:presLayoutVars>
          <dgm:chPref val="3"/>
        </dgm:presLayoutVars>
      </dgm:prSet>
      <dgm:spPr/>
    </dgm:pt>
    <dgm:pt modelId="{F897A339-C9CE-E24A-B876-22A19694A6F2}" type="pres">
      <dgm:prSet presAssocID="{A00067FC-A069-E54C-A6F5-A0540D704F7B}" presName="hierChild3" presStyleCnt="0"/>
      <dgm:spPr/>
    </dgm:pt>
    <dgm:pt modelId="{9474B662-9215-B848-BDE5-D6F997573A6B}" type="pres">
      <dgm:prSet presAssocID="{613C7899-B4A9-584C-A51C-A09ECBA49A6D}" presName="Name17" presStyleLbl="parChTrans1D3" presStyleIdx="0" presStyleCnt="3"/>
      <dgm:spPr/>
    </dgm:pt>
    <dgm:pt modelId="{6DE20199-C55A-A144-BAF5-139F09A9CA3F}" type="pres">
      <dgm:prSet presAssocID="{9950F760-49AE-6343-BA37-D2B79455F73C}" presName="hierRoot3" presStyleCnt="0"/>
      <dgm:spPr/>
    </dgm:pt>
    <dgm:pt modelId="{95164E8E-D6AC-9D4C-9B96-50D325BA0C3A}" type="pres">
      <dgm:prSet presAssocID="{9950F760-49AE-6343-BA37-D2B79455F73C}" presName="composite3" presStyleCnt="0"/>
      <dgm:spPr/>
    </dgm:pt>
    <dgm:pt modelId="{2DD79062-13A7-C14A-AB78-5736C616F7F6}" type="pres">
      <dgm:prSet presAssocID="{9950F760-49AE-6343-BA37-D2B79455F73C}" presName="image3" presStyleLbl="node3" presStyleIdx="0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ventory outline"/>
        </a:ext>
      </dgm:extLst>
    </dgm:pt>
    <dgm:pt modelId="{C5F07D0F-1817-484B-A93F-58268A740C5E}" type="pres">
      <dgm:prSet presAssocID="{9950F760-49AE-6343-BA37-D2B79455F73C}" presName="text3" presStyleLbl="revTx" presStyleIdx="2" presStyleCnt="6">
        <dgm:presLayoutVars>
          <dgm:chPref val="3"/>
        </dgm:presLayoutVars>
      </dgm:prSet>
      <dgm:spPr/>
    </dgm:pt>
    <dgm:pt modelId="{CBA6CEAF-1880-3149-8EB9-A06E88A1B85B}" type="pres">
      <dgm:prSet presAssocID="{9950F760-49AE-6343-BA37-D2B79455F73C}" presName="hierChild4" presStyleCnt="0"/>
      <dgm:spPr/>
    </dgm:pt>
    <dgm:pt modelId="{0859541B-BBFF-634A-9735-73CD18ACC525}" type="pres">
      <dgm:prSet presAssocID="{C34BE28C-11D5-DC41-8127-90930A121780}" presName="Name17" presStyleLbl="parChTrans1D3" presStyleIdx="1" presStyleCnt="3"/>
      <dgm:spPr/>
    </dgm:pt>
    <dgm:pt modelId="{8897E600-297D-AA4F-B861-F7A1497DD174}" type="pres">
      <dgm:prSet presAssocID="{C5312123-929C-8D44-B491-4CD715C19943}" presName="hierRoot3" presStyleCnt="0"/>
      <dgm:spPr/>
    </dgm:pt>
    <dgm:pt modelId="{AD8FFDE2-518C-4540-92BB-4EDAE26A7D9A}" type="pres">
      <dgm:prSet presAssocID="{C5312123-929C-8D44-B491-4CD715C19943}" presName="composite3" presStyleCnt="0"/>
      <dgm:spPr/>
    </dgm:pt>
    <dgm:pt modelId="{89734E03-67D2-E246-85C8-E53A8CC9DDC5}" type="pres">
      <dgm:prSet presAssocID="{C5312123-929C-8D44-B491-4CD715C19943}" presName="image3" presStyleLbl="node3" presStyleIdx="1" presStyleCnt="3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lon outline"/>
        </a:ext>
      </dgm:extLst>
    </dgm:pt>
    <dgm:pt modelId="{DDEF71DB-964A-DB40-B635-DD183530BD98}" type="pres">
      <dgm:prSet presAssocID="{C5312123-929C-8D44-B491-4CD715C19943}" presName="text3" presStyleLbl="revTx" presStyleIdx="3" presStyleCnt="6">
        <dgm:presLayoutVars>
          <dgm:chPref val="3"/>
        </dgm:presLayoutVars>
      </dgm:prSet>
      <dgm:spPr/>
    </dgm:pt>
    <dgm:pt modelId="{7E7885D9-3D73-7344-AADE-2F0CF2985117}" type="pres">
      <dgm:prSet presAssocID="{C5312123-929C-8D44-B491-4CD715C19943}" presName="hierChild4" presStyleCnt="0"/>
      <dgm:spPr/>
    </dgm:pt>
    <dgm:pt modelId="{86876011-FCC0-6641-9587-C87558B9DEE4}" type="pres">
      <dgm:prSet presAssocID="{B634BBF4-5982-A942-829E-AC627E090760}" presName="Name10" presStyleLbl="parChTrans1D2" presStyleIdx="1" presStyleCnt="2"/>
      <dgm:spPr/>
    </dgm:pt>
    <dgm:pt modelId="{87B196F4-F92A-C042-842B-7E171624E166}" type="pres">
      <dgm:prSet presAssocID="{E7182B6D-CC46-8A46-AD18-FAC00E9E5803}" presName="hierRoot2" presStyleCnt="0"/>
      <dgm:spPr/>
    </dgm:pt>
    <dgm:pt modelId="{7CB334A4-D75C-E44A-9273-322A793563C4}" type="pres">
      <dgm:prSet presAssocID="{E7182B6D-CC46-8A46-AD18-FAC00E9E5803}" presName="composite2" presStyleCnt="0"/>
      <dgm:spPr/>
    </dgm:pt>
    <dgm:pt modelId="{8BC7A6C2-97C1-2345-B722-41B08D27B33F}" type="pres">
      <dgm:prSet presAssocID="{E7182B6D-CC46-8A46-AD18-FAC00E9E5803}" presName="image2" presStyleLbl="node2" presStyleIdx="1" presStyleCnt="2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1 outline"/>
        </a:ext>
      </dgm:extLst>
    </dgm:pt>
    <dgm:pt modelId="{29F43716-88E7-BD4C-A88A-F9B6CE329A95}" type="pres">
      <dgm:prSet presAssocID="{E7182B6D-CC46-8A46-AD18-FAC00E9E5803}" presName="text2" presStyleLbl="revTx" presStyleIdx="4" presStyleCnt="6">
        <dgm:presLayoutVars>
          <dgm:chPref val="3"/>
        </dgm:presLayoutVars>
      </dgm:prSet>
      <dgm:spPr/>
    </dgm:pt>
    <dgm:pt modelId="{ECFA47D0-9B77-C94B-9444-29268A1E7F98}" type="pres">
      <dgm:prSet presAssocID="{E7182B6D-CC46-8A46-AD18-FAC00E9E5803}" presName="hierChild3" presStyleCnt="0"/>
      <dgm:spPr/>
    </dgm:pt>
    <dgm:pt modelId="{B2E74F32-4528-024B-8B87-C94DE549D3D9}" type="pres">
      <dgm:prSet presAssocID="{ACA1979E-42CB-6147-A66E-0D2A175FC1EA}" presName="Name17" presStyleLbl="parChTrans1D3" presStyleIdx="2" presStyleCnt="3"/>
      <dgm:spPr/>
    </dgm:pt>
    <dgm:pt modelId="{D1F76D31-81B0-014C-85FA-9F0CAD6EA6C9}" type="pres">
      <dgm:prSet presAssocID="{D9F1E94F-3936-7E40-8204-161311C13A5F}" presName="hierRoot3" presStyleCnt="0"/>
      <dgm:spPr/>
    </dgm:pt>
    <dgm:pt modelId="{10E32123-1DA8-D144-84BA-3262F9EEA9C4}" type="pres">
      <dgm:prSet presAssocID="{D9F1E94F-3936-7E40-8204-161311C13A5F}" presName="composite3" presStyleCnt="0"/>
      <dgm:spPr/>
    </dgm:pt>
    <dgm:pt modelId="{F5F0115C-4D9E-F845-81D8-0EF4F97C5125}" type="pres">
      <dgm:prSet presAssocID="{D9F1E94F-3936-7E40-8204-161311C13A5F}" presName="image3" presStyleLbl="node3" presStyleIdx="2" presStyleCnt="3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 outline"/>
        </a:ext>
      </dgm:extLst>
    </dgm:pt>
    <dgm:pt modelId="{00BEA75A-713A-8944-9035-CF8AADB8CE1C}" type="pres">
      <dgm:prSet presAssocID="{D9F1E94F-3936-7E40-8204-161311C13A5F}" presName="text3" presStyleLbl="revTx" presStyleIdx="5" presStyleCnt="6">
        <dgm:presLayoutVars>
          <dgm:chPref val="3"/>
        </dgm:presLayoutVars>
      </dgm:prSet>
      <dgm:spPr/>
    </dgm:pt>
    <dgm:pt modelId="{E04FFAA6-EDCF-314B-88BC-335CB8B06F2B}" type="pres">
      <dgm:prSet presAssocID="{D9F1E94F-3936-7E40-8204-161311C13A5F}" presName="hierChild4" presStyleCnt="0"/>
      <dgm:spPr/>
    </dgm:pt>
  </dgm:ptLst>
  <dgm:cxnLst>
    <dgm:cxn modelId="{8ABA6002-4580-1A44-B019-8F251E5E71BE}" srcId="{7BE1260A-8888-4349-A850-67ED16F1EE63}" destId="{6036247C-B9E2-8046-9CF6-D2518AC191C5}" srcOrd="0" destOrd="0" parTransId="{159E0A1D-828E-6844-A294-43739382158D}" sibTransId="{03AA4AEB-DE54-8443-B23E-EDA32BD15A8E}"/>
    <dgm:cxn modelId="{E4AD6C11-0127-DE49-8F1A-E7BCA566BCF7}" srcId="{A00067FC-A069-E54C-A6F5-A0540D704F7B}" destId="{C5312123-929C-8D44-B491-4CD715C19943}" srcOrd="1" destOrd="0" parTransId="{C34BE28C-11D5-DC41-8127-90930A121780}" sibTransId="{38DAD29D-8114-BA49-A0A9-2D3A1A626410}"/>
    <dgm:cxn modelId="{36910420-0B01-F344-B7F6-9F9335DD6F3F}" type="presOf" srcId="{A00067FC-A069-E54C-A6F5-A0540D704F7B}" destId="{F8F3189F-4CA4-E147-8827-624F5F91F565}" srcOrd="0" destOrd="0" presId="urn:microsoft.com/office/officeart/2009/layout/CirclePictureHierarchy"/>
    <dgm:cxn modelId="{72F0822B-B8B9-0B49-B790-52C18358E0B4}" type="presOf" srcId="{D9F1E94F-3936-7E40-8204-161311C13A5F}" destId="{00BEA75A-713A-8944-9035-CF8AADB8CE1C}" srcOrd="0" destOrd="0" presId="urn:microsoft.com/office/officeart/2009/layout/CirclePictureHierarchy"/>
    <dgm:cxn modelId="{30E8253B-14E4-A842-95A0-D7A3FABC0011}" type="presOf" srcId="{ACA1979E-42CB-6147-A66E-0D2A175FC1EA}" destId="{B2E74F32-4528-024B-8B87-C94DE549D3D9}" srcOrd="0" destOrd="0" presId="urn:microsoft.com/office/officeart/2009/layout/CirclePictureHierarchy"/>
    <dgm:cxn modelId="{30C7893E-D51E-4644-B717-B9B2143D5C18}" type="presOf" srcId="{C5312123-929C-8D44-B491-4CD715C19943}" destId="{DDEF71DB-964A-DB40-B635-DD183530BD98}" srcOrd="0" destOrd="0" presId="urn:microsoft.com/office/officeart/2009/layout/CirclePictureHierarchy"/>
    <dgm:cxn modelId="{911C0E5B-D723-3544-9FC1-5CE387897DF7}" type="presOf" srcId="{6036247C-B9E2-8046-9CF6-D2518AC191C5}" destId="{E766A9C8-9401-AC4E-A241-A19099311C67}" srcOrd="0" destOrd="0" presId="urn:microsoft.com/office/officeart/2009/layout/CirclePictureHierarchy"/>
    <dgm:cxn modelId="{F081AF6A-E97D-8948-9060-08C905FAB35D}" type="presOf" srcId="{E7182B6D-CC46-8A46-AD18-FAC00E9E5803}" destId="{29F43716-88E7-BD4C-A88A-F9B6CE329A95}" srcOrd="0" destOrd="0" presId="urn:microsoft.com/office/officeart/2009/layout/CirclePictureHierarchy"/>
    <dgm:cxn modelId="{841D9D6C-4893-074F-9CCF-2A14D0327067}" type="presOf" srcId="{0939B6CE-0949-C643-A58C-9281CE395314}" destId="{F92D215C-BE13-FA4A-9B20-AF6B4E3C67AA}" srcOrd="0" destOrd="0" presId="urn:microsoft.com/office/officeart/2009/layout/CirclePictureHierarchy"/>
    <dgm:cxn modelId="{321B254D-AC4C-AE4D-9BB1-EF22BC04AC3A}" type="presOf" srcId="{9950F760-49AE-6343-BA37-D2B79455F73C}" destId="{C5F07D0F-1817-484B-A93F-58268A740C5E}" srcOrd="0" destOrd="0" presId="urn:microsoft.com/office/officeart/2009/layout/CirclePictureHierarchy"/>
    <dgm:cxn modelId="{58B9AE72-0A61-BF45-B2AF-50792855512C}" type="presOf" srcId="{613C7899-B4A9-584C-A51C-A09ECBA49A6D}" destId="{9474B662-9215-B848-BDE5-D6F997573A6B}" srcOrd="0" destOrd="0" presId="urn:microsoft.com/office/officeart/2009/layout/CirclePictureHierarchy"/>
    <dgm:cxn modelId="{8A9D3555-76AF-DE4F-934E-773FF8B2999B}" type="presOf" srcId="{C34BE28C-11D5-DC41-8127-90930A121780}" destId="{0859541B-BBFF-634A-9735-73CD18ACC525}" srcOrd="0" destOrd="0" presId="urn:microsoft.com/office/officeart/2009/layout/CirclePictureHierarchy"/>
    <dgm:cxn modelId="{FDC9577E-7E37-5245-BDC8-5874CC4FCFE3}" srcId="{E7182B6D-CC46-8A46-AD18-FAC00E9E5803}" destId="{D9F1E94F-3936-7E40-8204-161311C13A5F}" srcOrd="0" destOrd="0" parTransId="{ACA1979E-42CB-6147-A66E-0D2A175FC1EA}" sibTransId="{8C36C813-3657-ED4B-9F33-FA14605D0F87}"/>
    <dgm:cxn modelId="{2A4154D4-06FD-214A-991C-3C524C769158}" type="presOf" srcId="{B634BBF4-5982-A942-829E-AC627E090760}" destId="{86876011-FCC0-6641-9587-C87558B9DEE4}" srcOrd="0" destOrd="0" presId="urn:microsoft.com/office/officeart/2009/layout/CirclePictureHierarchy"/>
    <dgm:cxn modelId="{FC4520E9-5621-284D-8654-BF90D4BD0CE9}" srcId="{6036247C-B9E2-8046-9CF6-D2518AC191C5}" destId="{E7182B6D-CC46-8A46-AD18-FAC00E9E5803}" srcOrd="1" destOrd="0" parTransId="{B634BBF4-5982-A942-829E-AC627E090760}" sibTransId="{52581336-F369-4E47-A163-E92D4BE9557F}"/>
    <dgm:cxn modelId="{6F4C82EF-9649-5D45-93BA-1B0AA44C821B}" srcId="{A00067FC-A069-E54C-A6F5-A0540D704F7B}" destId="{9950F760-49AE-6343-BA37-D2B79455F73C}" srcOrd="0" destOrd="0" parTransId="{613C7899-B4A9-584C-A51C-A09ECBA49A6D}" sibTransId="{D4060EEC-5250-404C-9A35-C00073D9B258}"/>
    <dgm:cxn modelId="{A60F1BF6-33C1-7D4E-BE99-329791E635F2}" srcId="{6036247C-B9E2-8046-9CF6-D2518AC191C5}" destId="{A00067FC-A069-E54C-A6F5-A0540D704F7B}" srcOrd="0" destOrd="0" parTransId="{0939B6CE-0949-C643-A58C-9281CE395314}" sibTransId="{AC953005-1888-8A49-9BB6-17FFBC2C3A8F}"/>
    <dgm:cxn modelId="{75B54AFA-E387-F44A-8D84-6C729FF5BB6A}" type="presOf" srcId="{7BE1260A-8888-4349-A850-67ED16F1EE63}" destId="{01C0756B-2169-9F4F-86DC-AA92555D8092}" srcOrd="0" destOrd="0" presId="urn:microsoft.com/office/officeart/2009/layout/CirclePictureHierarchy"/>
    <dgm:cxn modelId="{22F08090-EF03-1141-B834-D20D49DA6D18}" type="presParOf" srcId="{01C0756B-2169-9F4F-86DC-AA92555D8092}" destId="{2BFA0D05-3376-514A-983B-58AEE6FF5497}" srcOrd="0" destOrd="0" presId="urn:microsoft.com/office/officeart/2009/layout/CirclePictureHierarchy"/>
    <dgm:cxn modelId="{D71D8E6D-2190-2844-8E29-D08E5F9E0643}" type="presParOf" srcId="{2BFA0D05-3376-514A-983B-58AEE6FF5497}" destId="{5F5A13B1-1DBA-8943-B115-278173ABDCF7}" srcOrd="0" destOrd="0" presId="urn:microsoft.com/office/officeart/2009/layout/CirclePictureHierarchy"/>
    <dgm:cxn modelId="{0D8D259F-170D-0A41-A4CC-29103306D390}" type="presParOf" srcId="{5F5A13B1-1DBA-8943-B115-278173ABDCF7}" destId="{83BDD3E3-28C7-3748-AC68-F00DB872E5AC}" srcOrd="0" destOrd="0" presId="urn:microsoft.com/office/officeart/2009/layout/CirclePictureHierarchy"/>
    <dgm:cxn modelId="{029E4EDB-0527-DE4E-A74F-7199EB5FC4E3}" type="presParOf" srcId="{5F5A13B1-1DBA-8943-B115-278173ABDCF7}" destId="{E766A9C8-9401-AC4E-A241-A19099311C67}" srcOrd="1" destOrd="0" presId="urn:microsoft.com/office/officeart/2009/layout/CirclePictureHierarchy"/>
    <dgm:cxn modelId="{8A05E153-FFD1-384C-B94C-EEEBE8E68DFA}" type="presParOf" srcId="{2BFA0D05-3376-514A-983B-58AEE6FF5497}" destId="{0BEB76BF-01A5-EC47-B3CD-9F52DB8EBF10}" srcOrd="1" destOrd="0" presId="urn:microsoft.com/office/officeart/2009/layout/CirclePictureHierarchy"/>
    <dgm:cxn modelId="{C6001A04-A217-BC4A-BEB3-24FFB76C9950}" type="presParOf" srcId="{0BEB76BF-01A5-EC47-B3CD-9F52DB8EBF10}" destId="{F92D215C-BE13-FA4A-9B20-AF6B4E3C67AA}" srcOrd="0" destOrd="0" presId="urn:microsoft.com/office/officeart/2009/layout/CirclePictureHierarchy"/>
    <dgm:cxn modelId="{04F1A258-6348-614D-9573-B36FEBCCE488}" type="presParOf" srcId="{0BEB76BF-01A5-EC47-B3CD-9F52DB8EBF10}" destId="{D730CDF3-816F-C142-A2CF-AD417CD74F3A}" srcOrd="1" destOrd="0" presId="urn:microsoft.com/office/officeart/2009/layout/CirclePictureHierarchy"/>
    <dgm:cxn modelId="{FDB25C49-F547-0140-89BF-DB167D67E489}" type="presParOf" srcId="{D730CDF3-816F-C142-A2CF-AD417CD74F3A}" destId="{8D0107B6-6477-F342-8148-B9D7B5D9AFDF}" srcOrd="0" destOrd="0" presId="urn:microsoft.com/office/officeart/2009/layout/CirclePictureHierarchy"/>
    <dgm:cxn modelId="{D4469B8D-C49D-4646-BF06-05DF7E6C3913}" type="presParOf" srcId="{8D0107B6-6477-F342-8148-B9D7B5D9AFDF}" destId="{974FF892-DF40-5643-A755-0AE9779BC7C7}" srcOrd="0" destOrd="0" presId="urn:microsoft.com/office/officeart/2009/layout/CirclePictureHierarchy"/>
    <dgm:cxn modelId="{9117EB9F-8BD6-6B44-841B-8B53EABD4DA3}" type="presParOf" srcId="{8D0107B6-6477-F342-8148-B9D7B5D9AFDF}" destId="{F8F3189F-4CA4-E147-8827-624F5F91F565}" srcOrd="1" destOrd="0" presId="urn:microsoft.com/office/officeart/2009/layout/CirclePictureHierarchy"/>
    <dgm:cxn modelId="{6610DCF0-86B9-F44E-B626-E53FE1BD3965}" type="presParOf" srcId="{D730CDF3-816F-C142-A2CF-AD417CD74F3A}" destId="{F897A339-C9CE-E24A-B876-22A19694A6F2}" srcOrd="1" destOrd="0" presId="urn:microsoft.com/office/officeart/2009/layout/CirclePictureHierarchy"/>
    <dgm:cxn modelId="{A878EF80-41F2-304C-8530-1AD09E9C1894}" type="presParOf" srcId="{F897A339-C9CE-E24A-B876-22A19694A6F2}" destId="{9474B662-9215-B848-BDE5-D6F997573A6B}" srcOrd="0" destOrd="0" presId="urn:microsoft.com/office/officeart/2009/layout/CirclePictureHierarchy"/>
    <dgm:cxn modelId="{61F459D3-E8F7-D14A-8C85-59301C91CE32}" type="presParOf" srcId="{F897A339-C9CE-E24A-B876-22A19694A6F2}" destId="{6DE20199-C55A-A144-BAF5-139F09A9CA3F}" srcOrd="1" destOrd="0" presId="urn:microsoft.com/office/officeart/2009/layout/CirclePictureHierarchy"/>
    <dgm:cxn modelId="{189F77E8-FDAE-A541-8CBA-820FB8D2E034}" type="presParOf" srcId="{6DE20199-C55A-A144-BAF5-139F09A9CA3F}" destId="{95164E8E-D6AC-9D4C-9B96-50D325BA0C3A}" srcOrd="0" destOrd="0" presId="urn:microsoft.com/office/officeart/2009/layout/CirclePictureHierarchy"/>
    <dgm:cxn modelId="{01612B53-5150-0B48-8C91-DEA1BAF313F6}" type="presParOf" srcId="{95164E8E-D6AC-9D4C-9B96-50D325BA0C3A}" destId="{2DD79062-13A7-C14A-AB78-5736C616F7F6}" srcOrd="0" destOrd="0" presId="urn:microsoft.com/office/officeart/2009/layout/CirclePictureHierarchy"/>
    <dgm:cxn modelId="{68957E8A-6958-DF41-BB58-ABC854F11B6A}" type="presParOf" srcId="{95164E8E-D6AC-9D4C-9B96-50D325BA0C3A}" destId="{C5F07D0F-1817-484B-A93F-58268A740C5E}" srcOrd="1" destOrd="0" presId="urn:microsoft.com/office/officeart/2009/layout/CirclePictureHierarchy"/>
    <dgm:cxn modelId="{7BE50FEC-1226-CB40-A223-9E919AF04829}" type="presParOf" srcId="{6DE20199-C55A-A144-BAF5-139F09A9CA3F}" destId="{CBA6CEAF-1880-3149-8EB9-A06E88A1B85B}" srcOrd="1" destOrd="0" presId="urn:microsoft.com/office/officeart/2009/layout/CirclePictureHierarchy"/>
    <dgm:cxn modelId="{85BABFC2-03F9-DC4F-9FEA-BE2DDD066021}" type="presParOf" srcId="{F897A339-C9CE-E24A-B876-22A19694A6F2}" destId="{0859541B-BBFF-634A-9735-73CD18ACC525}" srcOrd="2" destOrd="0" presId="urn:microsoft.com/office/officeart/2009/layout/CirclePictureHierarchy"/>
    <dgm:cxn modelId="{B557BF93-76B3-AC48-84E0-127EB5FADF92}" type="presParOf" srcId="{F897A339-C9CE-E24A-B876-22A19694A6F2}" destId="{8897E600-297D-AA4F-B861-F7A1497DD174}" srcOrd="3" destOrd="0" presId="urn:microsoft.com/office/officeart/2009/layout/CirclePictureHierarchy"/>
    <dgm:cxn modelId="{92D391DB-51A4-5742-85A5-F5968D023DDA}" type="presParOf" srcId="{8897E600-297D-AA4F-B861-F7A1497DD174}" destId="{AD8FFDE2-518C-4540-92BB-4EDAE26A7D9A}" srcOrd="0" destOrd="0" presId="urn:microsoft.com/office/officeart/2009/layout/CirclePictureHierarchy"/>
    <dgm:cxn modelId="{7E62F037-ECE4-4143-A53B-B953A87F67CC}" type="presParOf" srcId="{AD8FFDE2-518C-4540-92BB-4EDAE26A7D9A}" destId="{89734E03-67D2-E246-85C8-E53A8CC9DDC5}" srcOrd="0" destOrd="0" presId="urn:microsoft.com/office/officeart/2009/layout/CirclePictureHierarchy"/>
    <dgm:cxn modelId="{1A7F03EB-60A7-634E-9F4B-1F99E2D68314}" type="presParOf" srcId="{AD8FFDE2-518C-4540-92BB-4EDAE26A7D9A}" destId="{DDEF71DB-964A-DB40-B635-DD183530BD98}" srcOrd="1" destOrd="0" presId="urn:microsoft.com/office/officeart/2009/layout/CirclePictureHierarchy"/>
    <dgm:cxn modelId="{53812B18-5E5B-E245-85E7-5364A3D3DE16}" type="presParOf" srcId="{8897E600-297D-AA4F-B861-F7A1497DD174}" destId="{7E7885D9-3D73-7344-AADE-2F0CF2985117}" srcOrd="1" destOrd="0" presId="urn:microsoft.com/office/officeart/2009/layout/CirclePictureHierarchy"/>
    <dgm:cxn modelId="{92225918-87B7-E348-8C3F-19DE9859A4AB}" type="presParOf" srcId="{0BEB76BF-01A5-EC47-B3CD-9F52DB8EBF10}" destId="{86876011-FCC0-6641-9587-C87558B9DEE4}" srcOrd="2" destOrd="0" presId="urn:microsoft.com/office/officeart/2009/layout/CirclePictureHierarchy"/>
    <dgm:cxn modelId="{FD2CAEF3-66BD-D24F-890A-D545E5538411}" type="presParOf" srcId="{0BEB76BF-01A5-EC47-B3CD-9F52DB8EBF10}" destId="{87B196F4-F92A-C042-842B-7E171624E166}" srcOrd="3" destOrd="0" presId="urn:microsoft.com/office/officeart/2009/layout/CirclePictureHierarchy"/>
    <dgm:cxn modelId="{78FC9C3B-8D9D-654D-A0F9-78C28BA5DC2A}" type="presParOf" srcId="{87B196F4-F92A-C042-842B-7E171624E166}" destId="{7CB334A4-D75C-E44A-9273-322A793563C4}" srcOrd="0" destOrd="0" presId="urn:microsoft.com/office/officeart/2009/layout/CirclePictureHierarchy"/>
    <dgm:cxn modelId="{C81E2D95-3C1F-2645-8509-BEBA5EBCC6D5}" type="presParOf" srcId="{7CB334A4-D75C-E44A-9273-322A793563C4}" destId="{8BC7A6C2-97C1-2345-B722-41B08D27B33F}" srcOrd="0" destOrd="0" presId="urn:microsoft.com/office/officeart/2009/layout/CirclePictureHierarchy"/>
    <dgm:cxn modelId="{72C4A1C9-CEDB-3D49-93C5-0E59FDC5E4F3}" type="presParOf" srcId="{7CB334A4-D75C-E44A-9273-322A793563C4}" destId="{29F43716-88E7-BD4C-A88A-F9B6CE329A95}" srcOrd="1" destOrd="0" presId="urn:microsoft.com/office/officeart/2009/layout/CirclePictureHierarchy"/>
    <dgm:cxn modelId="{A252E8D1-6434-0F49-90A5-0164170DE5F7}" type="presParOf" srcId="{87B196F4-F92A-C042-842B-7E171624E166}" destId="{ECFA47D0-9B77-C94B-9444-29268A1E7F98}" srcOrd="1" destOrd="0" presId="urn:microsoft.com/office/officeart/2009/layout/CirclePictureHierarchy"/>
    <dgm:cxn modelId="{EFF51F34-D639-0949-BEBF-2B1C00E56F10}" type="presParOf" srcId="{ECFA47D0-9B77-C94B-9444-29268A1E7F98}" destId="{B2E74F32-4528-024B-8B87-C94DE549D3D9}" srcOrd="0" destOrd="0" presId="urn:microsoft.com/office/officeart/2009/layout/CirclePictureHierarchy"/>
    <dgm:cxn modelId="{048A2EB2-9368-864E-8DC5-C076A7B58BA3}" type="presParOf" srcId="{ECFA47D0-9B77-C94B-9444-29268A1E7F98}" destId="{D1F76D31-81B0-014C-85FA-9F0CAD6EA6C9}" srcOrd="1" destOrd="0" presId="urn:microsoft.com/office/officeart/2009/layout/CirclePictureHierarchy"/>
    <dgm:cxn modelId="{DBD92C8B-59B8-6840-AB98-E5A5F8C76DF8}" type="presParOf" srcId="{D1F76D31-81B0-014C-85FA-9F0CAD6EA6C9}" destId="{10E32123-1DA8-D144-84BA-3262F9EEA9C4}" srcOrd="0" destOrd="0" presId="urn:microsoft.com/office/officeart/2009/layout/CirclePictureHierarchy"/>
    <dgm:cxn modelId="{E6A337F7-4CEB-3F44-8B10-CA0C28EEE4A5}" type="presParOf" srcId="{10E32123-1DA8-D144-84BA-3262F9EEA9C4}" destId="{F5F0115C-4D9E-F845-81D8-0EF4F97C5125}" srcOrd="0" destOrd="0" presId="urn:microsoft.com/office/officeart/2009/layout/CirclePictureHierarchy"/>
    <dgm:cxn modelId="{1BEB2FAB-DEE5-9E44-8D5F-B045C7C6F98E}" type="presParOf" srcId="{10E32123-1DA8-D144-84BA-3262F9EEA9C4}" destId="{00BEA75A-713A-8944-9035-CF8AADB8CE1C}" srcOrd="1" destOrd="0" presId="urn:microsoft.com/office/officeart/2009/layout/CirclePictureHierarchy"/>
    <dgm:cxn modelId="{CC82472D-01B9-5B49-AE9B-4B2ECF4BD7AE}" type="presParOf" srcId="{D1F76D31-81B0-014C-85FA-9F0CAD6EA6C9}" destId="{E04FFAA6-EDCF-314B-88BC-335CB8B06F2B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24A683-EB3E-3F46-AD99-BCB05E802F4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56C672A3-9C96-DE48-A0A6-189F909A3644}">
      <dgm:prSet/>
      <dgm:spPr/>
      <dgm:t>
        <a:bodyPr/>
        <a:lstStyle/>
        <a:p>
          <a:r>
            <a:rPr lang="en-US" b="0" i="0" dirty="0"/>
            <a:t>Some methods focus on development practices: Extreme Programming (XP)</a:t>
          </a:r>
          <a:endParaRPr lang="en-IN" dirty="0"/>
        </a:p>
      </dgm:t>
    </dgm:pt>
    <dgm:pt modelId="{071F31DD-1B25-804E-81EE-CA06D629CD23}" type="parTrans" cxnId="{07CD5C59-8D48-994E-8DC3-62025798067B}">
      <dgm:prSet/>
      <dgm:spPr/>
      <dgm:t>
        <a:bodyPr/>
        <a:lstStyle/>
        <a:p>
          <a:endParaRPr lang="en-GB"/>
        </a:p>
      </dgm:t>
    </dgm:pt>
    <dgm:pt modelId="{D0F0CA7B-5B98-DB43-948C-1AA5D79CFC0A}" type="sibTrans" cxnId="{07CD5C59-8D48-994E-8DC3-62025798067B}">
      <dgm:prSet/>
      <dgm:spPr/>
      <dgm:t>
        <a:bodyPr/>
        <a:lstStyle/>
        <a:p>
          <a:endParaRPr lang="en-GB"/>
        </a:p>
      </dgm:t>
    </dgm:pt>
    <dgm:pt modelId="{7DE0BA7A-3B32-EB40-80B2-967563C9559E}">
      <dgm:prSet/>
      <dgm:spPr/>
      <dgm:t>
        <a:bodyPr/>
        <a:lstStyle/>
        <a:p>
          <a:r>
            <a:rPr lang="en-US" b="0" i="0"/>
            <a:t>Other methods focus on the process side: Lean/Kanban, Scrum</a:t>
          </a:r>
          <a:endParaRPr lang="en-IN"/>
        </a:p>
      </dgm:t>
    </dgm:pt>
    <dgm:pt modelId="{58FEF737-3896-9943-BA63-53BA68D894E2}" type="parTrans" cxnId="{6874AD9B-80C1-094C-B6B9-0BB6DC1171F5}">
      <dgm:prSet/>
      <dgm:spPr/>
      <dgm:t>
        <a:bodyPr/>
        <a:lstStyle/>
        <a:p>
          <a:endParaRPr lang="en-GB"/>
        </a:p>
      </dgm:t>
    </dgm:pt>
    <dgm:pt modelId="{E6E0C733-B2B5-2E4F-A57F-CCA3712E6FC7}" type="sibTrans" cxnId="{6874AD9B-80C1-094C-B6B9-0BB6DC1171F5}">
      <dgm:prSet/>
      <dgm:spPr/>
      <dgm:t>
        <a:bodyPr/>
        <a:lstStyle/>
        <a:p>
          <a:endParaRPr lang="en-GB"/>
        </a:p>
      </dgm:t>
    </dgm:pt>
    <dgm:pt modelId="{79FF391C-964E-F94E-A2DA-7FD4C2382314}" type="pres">
      <dgm:prSet presAssocID="{EA24A683-EB3E-3F46-AD99-BCB05E802F4A}" presName="vert0" presStyleCnt="0">
        <dgm:presLayoutVars>
          <dgm:dir/>
          <dgm:animOne val="branch"/>
          <dgm:animLvl val="lvl"/>
        </dgm:presLayoutVars>
      </dgm:prSet>
      <dgm:spPr/>
    </dgm:pt>
    <dgm:pt modelId="{1F68308C-4A7C-9944-93BB-2057D3D1FD75}" type="pres">
      <dgm:prSet presAssocID="{56C672A3-9C96-DE48-A0A6-189F909A3644}" presName="thickLine" presStyleLbl="alignNode1" presStyleIdx="0" presStyleCnt="2"/>
      <dgm:spPr/>
    </dgm:pt>
    <dgm:pt modelId="{6D1C1677-D648-664E-9E07-0CB862BA62CB}" type="pres">
      <dgm:prSet presAssocID="{56C672A3-9C96-DE48-A0A6-189F909A3644}" presName="horz1" presStyleCnt="0"/>
      <dgm:spPr/>
    </dgm:pt>
    <dgm:pt modelId="{9FF504FA-B897-484C-9BB0-0CC4CFC81086}" type="pres">
      <dgm:prSet presAssocID="{56C672A3-9C96-DE48-A0A6-189F909A3644}" presName="tx1" presStyleLbl="revTx" presStyleIdx="0" presStyleCnt="2"/>
      <dgm:spPr/>
    </dgm:pt>
    <dgm:pt modelId="{9E90344C-D935-9048-96FE-D41D91E87ADB}" type="pres">
      <dgm:prSet presAssocID="{56C672A3-9C96-DE48-A0A6-189F909A3644}" presName="vert1" presStyleCnt="0"/>
      <dgm:spPr/>
    </dgm:pt>
    <dgm:pt modelId="{D6A8CC73-C007-FB46-9298-64441D76FDBB}" type="pres">
      <dgm:prSet presAssocID="{7DE0BA7A-3B32-EB40-80B2-967563C9559E}" presName="thickLine" presStyleLbl="alignNode1" presStyleIdx="1" presStyleCnt="2"/>
      <dgm:spPr/>
    </dgm:pt>
    <dgm:pt modelId="{A0EC6F4A-16AE-304E-BB61-0C349C0220E3}" type="pres">
      <dgm:prSet presAssocID="{7DE0BA7A-3B32-EB40-80B2-967563C9559E}" presName="horz1" presStyleCnt="0"/>
      <dgm:spPr/>
    </dgm:pt>
    <dgm:pt modelId="{74390FA6-74B4-7644-94FB-D9CEAF43566E}" type="pres">
      <dgm:prSet presAssocID="{7DE0BA7A-3B32-EB40-80B2-967563C9559E}" presName="tx1" presStyleLbl="revTx" presStyleIdx="1" presStyleCnt="2"/>
      <dgm:spPr/>
    </dgm:pt>
    <dgm:pt modelId="{E6D50FE0-A3C6-8E45-838C-4BF05CE7A543}" type="pres">
      <dgm:prSet presAssocID="{7DE0BA7A-3B32-EB40-80B2-967563C9559E}" presName="vert1" presStyleCnt="0"/>
      <dgm:spPr/>
    </dgm:pt>
  </dgm:ptLst>
  <dgm:cxnLst>
    <dgm:cxn modelId="{0D915472-65A7-8D45-842B-20CB5430AEAF}" type="presOf" srcId="{56C672A3-9C96-DE48-A0A6-189F909A3644}" destId="{9FF504FA-B897-484C-9BB0-0CC4CFC81086}" srcOrd="0" destOrd="0" presId="urn:microsoft.com/office/officeart/2008/layout/LinedList"/>
    <dgm:cxn modelId="{07CD5C59-8D48-994E-8DC3-62025798067B}" srcId="{EA24A683-EB3E-3F46-AD99-BCB05E802F4A}" destId="{56C672A3-9C96-DE48-A0A6-189F909A3644}" srcOrd="0" destOrd="0" parTransId="{071F31DD-1B25-804E-81EE-CA06D629CD23}" sibTransId="{D0F0CA7B-5B98-DB43-948C-1AA5D79CFC0A}"/>
    <dgm:cxn modelId="{6874AD9B-80C1-094C-B6B9-0BB6DC1171F5}" srcId="{EA24A683-EB3E-3F46-AD99-BCB05E802F4A}" destId="{7DE0BA7A-3B32-EB40-80B2-967563C9559E}" srcOrd="1" destOrd="0" parTransId="{58FEF737-3896-9943-BA63-53BA68D894E2}" sibTransId="{E6E0C733-B2B5-2E4F-A57F-CCA3712E6FC7}"/>
    <dgm:cxn modelId="{61ED2DD8-4596-624C-9149-1ECC6EA38446}" type="presOf" srcId="{EA24A683-EB3E-3F46-AD99-BCB05E802F4A}" destId="{79FF391C-964E-F94E-A2DA-7FD4C2382314}" srcOrd="0" destOrd="0" presId="urn:microsoft.com/office/officeart/2008/layout/LinedList"/>
    <dgm:cxn modelId="{0827E2F1-1FC7-D94A-A0B4-41D36EC5EE9D}" type="presOf" srcId="{7DE0BA7A-3B32-EB40-80B2-967563C9559E}" destId="{74390FA6-74B4-7644-94FB-D9CEAF43566E}" srcOrd="0" destOrd="0" presId="urn:microsoft.com/office/officeart/2008/layout/LinedList"/>
    <dgm:cxn modelId="{11F71396-BA84-2544-BC7C-1A7547BCCF24}" type="presParOf" srcId="{79FF391C-964E-F94E-A2DA-7FD4C2382314}" destId="{1F68308C-4A7C-9944-93BB-2057D3D1FD75}" srcOrd="0" destOrd="0" presId="urn:microsoft.com/office/officeart/2008/layout/LinedList"/>
    <dgm:cxn modelId="{CCED2439-84EB-7947-AB92-94371827CC16}" type="presParOf" srcId="{79FF391C-964E-F94E-A2DA-7FD4C2382314}" destId="{6D1C1677-D648-664E-9E07-0CB862BA62CB}" srcOrd="1" destOrd="0" presId="urn:microsoft.com/office/officeart/2008/layout/LinedList"/>
    <dgm:cxn modelId="{F55211C7-4AEE-CE4C-8658-9E425EC8D6A6}" type="presParOf" srcId="{6D1C1677-D648-664E-9E07-0CB862BA62CB}" destId="{9FF504FA-B897-484C-9BB0-0CC4CFC81086}" srcOrd="0" destOrd="0" presId="urn:microsoft.com/office/officeart/2008/layout/LinedList"/>
    <dgm:cxn modelId="{B5700B1E-39E1-D24A-BAF2-0B792FA7ED9B}" type="presParOf" srcId="{6D1C1677-D648-664E-9E07-0CB862BA62CB}" destId="{9E90344C-D935-9048-96FE-D41D91E87ADB}" srcOrd="1" destOrd="0" presId="urn:microsoft.com/office/officeart/2008/layout/LinedList"/>
    <dgm:cxn modelId="{45E7A755-EAAE-8746-B0D4-FA26A02D7724}" type="presParOf" srcId="{79FF391C-964E-F94E-A2DA-7FD4C2382314}" destId="{D6A8CC73-C007-FB46-9298-64441D76FDBB}" srcOrd="2" destOrd="0" presId="urn:microsoft.com/office/officeart/2008/layout/LinedList"/>
    <dgm:cxn modelId="{7D682502-1212-D54C-BCA5-9E4D81D63DA5}" type="presParOf" srcId="{79FF391C-964E-F94E-A2DA-7FD4C2382314}" destId="{A0EC6F4A-16AE-304E-BB61-0C349C0220E3}" srcOrd="3" destOrd="0" presId="urn:microsoft.com/office/officeart/2008/layout/LinedList"/>
    <dgm:cxn modelId="{29D105CA-220E-0B4B-993B-6D43D5FF2C3E}" type="presParOf" srcId="{A0EC6F4A-16AE-304E-BB61-0C349C0220E3}" destId="{74390FA6-74B4-7644-94FB-D9CEAF43566E}" srcOrd="0" destOrd="0" presId="urn:microsoft.com/office/officeart/2008/layout/LinedList"/>
    <dgm:cxn modelId="{84E547B6-AAB9-BA4F-965C-43C828CCC16E}" type="presParOf" srcId="{A0EC6F4A-16AE-304E-BB61-0C349C0220E3}" destId="{E6D50FE0-A3C6-8E45-838C-4BF05CE7A5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C2BDDC6-EBA3-0D49-9F01-73F7CE8D6F1E}" type="doc">
      <dgm:prSet loTypeId="urn:microsoft.com/office/officeart/2018/5/layout/IconCircleLabel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331F2ABD-9426-2846-9F24-F487A373782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More code reviews produce better code</a:t>
          </a:r>
          <a:endParaRPr lang="en-IN" dirty="0"/>
        </a:p>
      </dgm:t>
    </dgm:pt>
    <dgm:pt modelId="{05966D88-ED53-2C41-892A-CE765B62820A}" type="parTrans" cxnId="{8079D4CB-8A61-B947-B51D-B02FFEF8EAAF}">
      <dgm:prSet/>
      <dgm:spPr/>
      <dgm:t>
        <a:bodyPr/>
        <a:lstStyle/>
        <a:p>
          <a:endParaRPr lang="en-GB"/>
        </a:p>
      </dgm:t>
    </dgm:pt>
    <dgm:pt modelId="{E7DC5A97-ADEC-4F4F-8CF3-347321C1EA82}" type="sibTrans" cxnId="{8079D4CB-8A61-B947-B51D-B02FFEF8EAAF}">
      <dgm:prSet/>
      <dgm:spPr/>
      <dgm:t>
        <a:bodyPr/>
        <a:lstStyle/>
        <a:p>
          <a:endParaRPr lang="en-GB"/>
        </a:p>
      </dgm:t>
    </dgm:pt>
    <dgm:pt modelId="{BA155558-C903-134C-8652-E68A831DAB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More testing produces better software</a:t>
          </a:r>
          <a:endParaRPr lang="en-IN"/>
        </a:p>
      </dgm:t>
    </dgm:pt>
    <dgm:pt modelId="{D917CFDF-C1E9-AE4D-9772-E3FECFCBA29E}" type="parTrans" cxnId="{68C0D28D-7E7E-D740-9D0A-09A29E0D7B2F}">
      <dgm:prSet/>
      <dgm:spPr/>
      <dgm:t>
        <a:bodyPr/>
        <a:lstStyle/>
        <a:p>
          <a:endParaRPr lang="en-GB"/>
        </a:p>
      </dgm:t>
    </dgm:pt>
    <dgm:pt modelId="{ADE91C65-7925-C547-B570-41022783CDA9}" type="sibTrans" cxnId="{68C0D28D-7E7E-D740-9D0A-09A29E0D7B2F}">
      <dgm:prSet/>
      <dgm:spPr/>
      <dgm:t>
        <a:bodyPr/>
        <a:lstStyle/>
        <a:p>
          <a:endParaRPr lang="en-GB"/>
        </a:p>
      </dgm:t>
    </dgm:pt>
    <dgm:pt modelId="{FCEC38DD-13FA-E44D-BDFA-5AC1FE131FD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Quick customer feedback keeps the software high-value</a:t>
          </a:r>
          <a:endParaRPr lang="en-IN"/>
        </a:p>
      </dgm:t>
    </dgm:pt>
    <dgm:pt modelId="{FF5A7116-B55B-8149-A3EE-17DC2BD7D008}" type="parTrans" cxnId="{ACF84278-3FBA-3541-A87C-D1AD2DCC1BB9}">
      <dgm:prSet/>
      <dgm:spPr/>
      <dgm:t>
        <a:bodyPr/>
        <a:lstStyle/>
        <a:p>
          <a:endParaRPr lang="en-GB"/>
        </a:p>
      </dgm:t>
    </dgm:pt>
    <dgm:pt modelId="{39D6059A-22F8-374C-AD26-F8AB5F414AAD}" type="sibTrans" cxnId="{ACF84278-3FBA-3541-A87C-D1AD2DCC1BB9}">
      <dgm:prSet/>
      <dgm:spPr/>
      <dgm:t>
        <a:bodyPr/>
        <a:lstStyle/>
        <a:p>
          <a:endParaRPr lang="en-GB"/>
        </a:p>
      </dgm:t>
    </dgm:pt>
    <dgm:pt modelId="{D2094334-4473-1F4A-B1DF-6B614A9C8D3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Incremental changes produce better results</a:t>
          </a:r>
          <a:endParaRPr lang="en-IN"/>
        </a:p>
      </dgm:t>
    </dgm:pt>
    <dgm:pt modelId="{218447AC-4E3F-C447-AF54-B9036AAA09B1}" type="parTrans" cxnId="{CDB57C5F-74A4-E74B-A756-5B4A22B2828A}">
      <dgm:prSet/>
      <dgm:spPr/>
      <dgm:t>
        <a:bodyPr/>
        <a:lstStyle/>
        <a:p>
          <a:endParaRPr lang="en-GB"/>
        </a:p>
      </dgm:t>
    </dgm:pt>
    <dgm:pt modelId="{72C564E0-1E66-7F41-A443-08AD7C13DD81}" type="sibTrans" cxnId="{CDB57C5F-74A4-E74B-A756-5B4A22B2828A}">
      <dgm:prSet/>
      <dgm:spPr/>
      <dgm:t>
        <a:bodyPr/>
        <a:lstStyle/>
        <a:p>
          <a:endParaRPr lang="en-GB"/>
        </a:p>
      </dgm:t>
    </dgm:pt>
    <dgm:pt modelId="{26C02F16-EBDE-49A2-A99E-BF1FADCA54C3}" type="pres">
      <dgm:prSet presAssocID="{4C2BDDC6-EBA3-0D49-9F01-73F7CE8D6F1E}" presName="root" presStyleCnt="0">
        <dgm:presLayoutVars>
          <dgm:dir/>
          <dgm:resizeHandles val="exact"/>
        </dgm:presLayoutVars>
      </dgm:prSet>
      <dgm:spPr/>
    </dgm:pt>
    <dgm:pt modelId="{4AF96FA9-AAC9-4929-9022-04DC0D8C5CD5}" type="pres">
      <dgm:prSet presAssocID="{331F2ABD-9426-2846-9F24-F487A373782B}" presName="compNode" presStyleCnt="0"/>
      <dgm:spPr/>
    </dgm:pt>
    <dgm:pt modelId="{A40521CC-B7C6-4D93-BC55-2504CB590478}" type="pres">
      <dgm:prSet presAssocID="{331F2ABD-9426-2846-9F24-F487A373782B}" presName="iconBgRect" presStyleLbl="bgShp" presStyleIdx="0" presStyleCnt="4"/>
      <dgm:spPr/>
    </dgm:pt>
    <dgm:pt modelId="{A83EC392-3B2D-48AE-9D28-11A6DA8E2F76}" type="pres">
      <dgm:prSet presAssocID="{331F2ABD-9426-2846-9F24-F487A37378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6E4C4B6-F082-457F-9850-9E9ACCA86892}" type="pres">
      <dgm:prSet presAssocID="{331F2ABD-9426-2846-9F24-F487A373782B}" presName="spaceRect" presStyleCnt="0"/>
      <dgm:spPr/>
    </dgm:pt>
    <dgm:pt modelId="{EBFE27D1-B2EF-408C-A15B-49555A2EF1C0}" type="pres">
      <dgm:prSet presAssocID="{331F2ABD-9426-2846-9F24-F487A373782B}" presName="textRect" presStyleLbl="revTx" presStyleIdx="0" presStyleCnt="4">
        <dgm:presLayoutVars>
          <dgm:chMax val="1"/>
          <dgm:chPref val="1"/>
        </dgm:presLayoutVars>
      </dgm:prSet>
      <dgm:spPr/>
    </dgm:pt>
    <dgm:pt modelId="{E7AC0526-48EA-4C12-B7F9-5D37F3DBAA50}" type="pres">
      <dgm:prSet presAssocID="{E7DC5A97-ADEC-4F4F-8CF3-347321C1EA82}" presName="sibTrans" presStyleCnt="0"/>
      <dgm:spPr/>
    </dgm:pt>
    <dgm:pt modelId="{FD8132BA-EEDF-4C82-AFBD-07DA3C977281}" type="pres">
      <dgm:prSet presAssocID="{BA155558-C903-134C-8652-E68A831DAB3C}" presName="compNode" presStyleCnt="0"/>
      <dgm:spPr/>
    </dgm:pt>
    <dgm:pt modelId="{C5D87915-D63F-4173-A20D-38DCA2BE86D1}" type="pres">
      <dgm:prSet presAssocID="{BA155558-C903-134C-8652-E68A831DAB3C}" presName="iconBgRect" presStyleLbl="bgShp" presStyleIdx="1" presStyleCnt="4"/>
      <dgm:spPr/>
    </dgm:pt>
    <dgm:pt modelId="{538F0618-E756-4474-9D17-57F53315706F}" type="pres">
      <dgm:prSet presAssocID="{BA155558-C903-134C-8652-E68A831DAB3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9560D131-71C3-4EFE-A791-3EA6EE7FD9BA}" type="pres">
      <dgm:prSet presAssocID="{BA155558-C903-134C-8652-E68A831DAB3C}" presName="spaceRect" presStyleCnt="0"/>
      <dgm:spPr/>
    </dgm:pt>
    <dgm:pt modelId="{D2847340-724D-405E-AAD6-AD16ECEA147D}" type="pres">
      <dgm:prSet presAssocID="{BA155558-C903-134C-8652-E68A831DAB3C}" presName="textRect" presStyleLbl="revTx" presStyleIdx="1" presStyleCnt="4">
        <dgm:presLayoutVars>
          <dgm:chMax val="1"/>
          <dgm:chPref val="1"/>
        </dgm:presLayoutVars>
      </dgm:prSet>
      <dgm:spPr/>
    </dgm:pt>
    <dgm:pt modelId="{9793B930-648E-47A4-83E5-F07A6AD14DAF}" type="pres">
      <dgm:prSet presAssocID="{ADE91C65-7925-C547-B570-41022783CDA9}" presName="sibTrans" presStyleCnt="0"/>
      <dgm:spPr/>
    </dgm:pt>
    <dgm:pt modelId="{FD027783-6BBC-445C-A8D4-9F7C247865E1}" type="pres">
      <dgm:prSet presAssocID="{FCEC38DD-13FA-E44D-BDFA-5AC1FE131FDB}" presName="compNode" presStyleCnt="0"/>
      <dgm:spPr/>
    </dgm:pt>
    <dgm:pt modelId="{0FEA2394-C8E0-4513-BBF0-51C5C77B0D12}" type="pres">
      <dgm:prSet presAssocID="{FCEC38DD-13FA-E44D-BDFA-5AC1FE131FDB}" presName="iconBgRect" presStyleLbl="bgShp" presStyleIdx="2" presStyleCnt="4"/>
      <dgm:spPr/>
    </dgm:pt>
    <dgm:pt modelId="{2DD661FF-1AD6-4AE1-A29E-70DF8B0A762A}" type="pres">
      <dgm:prSet presAssocID="{FCEC38DD-13FA-E44D-BDFA-5AC1FE131F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29F169B-AF9A-4E3C-BCF8-3091E452D2BE}" type="pres">
      <dgm:prSet presAssocID="{FCEC38DD-13FA-E44D-BDFA-5AC1FE131FDB}" presName="spaceRect" presStyleCnt="0"/>
      <dgm:spPr/>
    </dgm:pt>
    <dgm:pt modelId="{9E1B04C1-1364-49B7-B2D4-1E42172C79CF}" type="pres">
      <dgm:prSet presAssocID="{FCEC38DD-13FA-E44D-BDFA-5AC1FE131FDB}" presName="textRect" presStyleLbl="revTx" presStyleIdx="2" presStyleCnt="4">
        <dgm:presLayoutVars>
          <dgm:chMax val="1"/>
          <dgm:chPref val="1"/>
        </dgm:presLayoutVars>
      </dgm:prSet>
      <dgm:spPr/>
    </dgm:pt>
    <dgm:pt modelId="{DF4C4852-0506-407B-AAC6-26E8AA94CA64}" type="pres">
      <dgm:prSet presAssocID="{39D6059A-22F8-374C-AD26-F8AB5F414AAD}" presName="sibTrans" presStyleCnt="0"/>
      <dgm:spPr/>
    </dgm:pt>
    <dgm:pt modelId="{D64BAFE8-C121-4B4E-8242-351148B2F504}" type="pres">
      <dgm:prSet presAssocID="{D2094334-4473-1F4A-B1DF-6B614A9C8D30}" presName="compNode" presStyleCnt="0"/>
      <dgm:spPr/>
    </dgm:pt>
    <dgm:pt modelId="{927F0AF7-BA78-4CC9-A55C-9F85FD7A0E6A}" type="pres">
      <dgm:prSet presAssocID="{D2094334-4473-1F4A-B1DF-6B614A9C8D30}" presName="iconBgRect" presStyleLbl="bgShp" presStyleIdx="3" presStyleCnt="4"/>
      <dgm:spPr/>
    </dgm:pt>
    <dgm:pt modelId="{7CFD230D-0593-4DE4-ABF0-E3294211CF04}" type="pres">
      <dgm:prSet presAssocID="{D2094334-4473-1F4A-B1DF-6B614A9C8D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3F095D2-D8E7-4C5B-9B22-C9F9969D7989}" type="pres">
      <dgm:prSet presAssocID="{D2094334-4473-1F4A-B1DF-6B614A9C8D30}" presName="spaceRect" presStyleCnt="0"/>
      <dgm:spPr/>
    </dgm:pt>
    <dgm:pt modelId="{97FAEFD8-79C1-4167-9AFD-FE3AB3054B3D}" type="pres">
      <dgm:prSet presAssocID="{D2094334-4473-1F4A-B1DF-6B614A9C8D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241404-9337-401B-B333-36DFE74D4E0F}" type="presOf" srcId="{4C2BDDC6-EBA3-0D49-9F01-73F7CE8D6F1E}" destId="{26C02F16-EBDE-49A2-A99E-BF1FADCA54C3}" srcOrd="0" destOrd="0" presId="urn:microsoft.com/office/officeart/2018/5/layout/IconCircleLabelList"/>
    <dgm:cxn modelId="{FA1CF504-4B7E-4C9E-89CA-61720BE5D366}" type="presOf" srcId="{BA155558-C903-134C-8652-E68A831DAB3C}" destId="{D2847340-724D-405E-AAD6-AD16ECEA147D}" srcOrd="0" destOrd="0" presId="urn:microsoft.com/office/officeart/2018/5/layout/IconCircleLabelList"/>
    <dgm:cxn modelId="{CDB57C5F-74A4-E74B-A756-5B4A22B2828A}" srcId="{4C2BDDC6-EBA3-0D49-9F01-73F7CE8D6F1E}" destId="{D2094334-4473-1F4A-B1DF-6B614A9C8D30}" srcOrd="3" destOrd="0" parTransId="{218447AC-4E3F-C447-AF54-B9036AAA09B1}" sibTransId="{72C564E0-1E66-7F41-A443-08AD7C13DD81}"/>
    <dgm:cxn modelId="{ACF84278-3FBA-3541-A87C-D1AD2DCC1BB9}" srcId="{4C2BDDC6-EBA3-0D49-9F01-73F7CE8D6F1E}" destId="{FCEC38DD-13FA-E44D-BDFA-5AC1FE131FDB}" srcOrd="2" destOrd="0" parTransId="{FF5A7116-B55B-8149-A3EE-17DC2BD7D008}" sibTransId="{39D6059A-22F8-374C-AD26-F8AB5F414AAD}"/>
    <dgm:cxn modelId="{68C0D28D-7E7E-D740-9D0A-09A29E0D7B2F}" srcId="{4C2BDDC6-EBA3-0D49-9F01-73F7CE8D6F1E}" destId="{BA155558-C903-134C-8652-E68A831DAB3C}" srcOrd="1" destOrd="0" parTransId="{D917CFDF-C1E9-AE4D-9772-E3FECFCBA29E}" sibTransId="{ADE91C65-7925-C547-B570-41022783CDA9}"/>
    <dgm:cxn modelId="{3532728F-111E-447B-B048-2C8B985382AF}" type="presOf" srcId="{D2094334-4473-1F4A-B1DF-6B614A9C8D30}" destId="{97FAEFD8-79C1-4167-9AFD-FE3AB3054B3D}" srcOrd="0" destOrd="0" presId="urn:microsoft.com/office/officeart/2018/5/layout/IconCircleLabelList"/>
    <dgm:cxn modelId="{8CC6BDB5-D1B9-46AB-9731-021729422211}" type="presOf" srcId="{FCEC38DD-13FA-E44D-BDFA-5AC1FE131FDB}" destId="{9E1B04C1-1364-49B7-B2D4-1E42172C79CF}" srcOrd="0" destOrd="0" presId="urn:microsoft.com/office/officeart/2018/5/layout/IconCircleLabelList"/>
    <dgm:cxn modelId="{4ADF9FBC-7E4A-4411-B9D4-8761FFAFC2EF}" type="presOf" srcId="{331F2ABD-9426-2846-9F24-F487A373782B}" destId="{EBFE27D1-B2EF-408C-A15B-49555A2EF1C0}" srcOrd="0" destOrd="0" presId="urn:microsoft.com/office/officeart/2018/5/layout/IconCircleLabelList"/>
    <dgm:cxn modelId="{8079D4CB-8A61-B947-B51D-B02FFEF8EAAF}" srcId="{4C2BDDC6-EBA3-0D49-9F01-73F7CE8D6F1E}" destId="{331F2ABD-9426-2846-9F24-F487A373782B}" srcOrd="0" destOrd="0" parTransId="{05966D88-ED53-2C41-892A-CE765B62820A}" sibTransId="{E7DC5A97-ADEC-4F4F-8CF3-347321C1EA82}"/>
    <dgm:cxn modelId="{E4FF01C6-7699-47D1-BB1C-20220300B46B}" type="presParOf" srcId="{26C02F16-EBDE-49A2-A99E-BF1FADCA54C3}" destId="{4AF96FA9-AAC9-4929-9022-04DC0D8C5CD5}" srcOrd="0" destOrd="0" presId="urn:microsoft.com/office/officeart/2018/5/layout/IconCircleLabelList"/>
    <dgm:cxn modelId="{51B6B057-F934-4B53-95EC-238443DE1165}" type="presParOf" srcId="{4AF96FA9-AAC9-4929-9022-04DC0D8C5CD5}" destId="{A40521CC-B7C6-4D93-BC55-2504CB590478}" srcOrd="0" destOrd="0" presId="urn:microsoft.com/office/officeart/2018/5/layout/IconCircleLabelList"/>
    <dgm:cxn modelId="{AB0AA070-9A5B-45DA-BB91-60F307859BD3}" type="presParOf" srcId="{4AF96FA9-AAC9-4929-9022-04DC0D8C5CD5}" destId="{A83EC392-3B2D-48AE-9D28-11A6DA8E2F76}" srcOrd="1" destOrd="0" presId="urn:microsoft.com/office/officeart/2018/5/layout/IconCircleLabelList"/>
    <dgm:cxn modelId="{17123CF8-D2AE-4E58-A1A9-4A266EEE6F54}" type="presParOf" srcId="{4AF96FA9-AAC9-4929-9022-04DC0D8C5CD5}" destId="{B6E4C4B6-F082-457F-9850-9E9ACCA86892}" srcOrd="2" destOrd="0" presId="urn:microsoft.com/office/officeart/2018/5/layout/IconCircleLabelList"/>
    <dgm:cxn modelId="{8C3E91FD-DDC1-4EA4-A65E-9872B32EC30A}" type="presParOf" srcId="{4AF96FA9-AAC9-4929-9022-04DC0D8C5CD5}" destId="{EBFE27D1-B2EF-408C-A15B-49555A2EF1C0}" srcOrd="3" destOrd="0" presId="urn:microsoft.com/office/officeart/2018/5/layout/IconCircleLabelList"/>
    <dgm:cxn modelId="{E9742A0E-8187-4379-B443-5C1514F80E56}" type="presParOf" srcId="{26C02F16-EBDE-49A2-A99E-BF1FADCA54C3}" destId="{E7AC0526-48EA-4C12-B7F9-5D37F3DBAA50}" srcOrd="1" destOrd="0" presId="urn:microsoft.com/office/officeart/2018/5/layout/IconCircleLabelList"/>
    <dgm:cxn modelId="{CFD6FEB8-7122-4A23-9EB3-CD0F3790CB62}" type="presParOf" srcId="{26C02F16-EBDE-49A2-A99E-BF1FADCA54C3}" destId="{FD8132BA-EEDF-4C82-AFBD-07DA3C977281}" srcOrd="2" destOrd="0" presId="urn:microsoft.com/office/officeart/2018/5/layout/IconCircleLabelList"/>
    <dgm:cxn modelId="{602A479F-A9AE-4DC3-8216-24DFBAF8229A}" type="presParOf" srcId="{FD8132BA-EEDF-4C82-AFBD-07DA3C977281}" destId="{C5D87915-D63F-4173-A20D-38DCA2BE86D1}" srcOrd="0" destOrd="0" presId="urn:microsoft.com/office/officeart/2018/5/layout/IconCircleLabelList"/>
    <dgm:cxn modelId="{0F8445AD-4A84-49CA-B151-63C8C1F368F7}" type="presParOf" srcId="{FD8132BA-EEDF-4C82-AFBD-07DA3C977281}" destId="{538F0618-E756-4474-9D17-57F53315706F}" srcOrd="1" destOrd="0" presId="urn:microsoft.com/office/officeart/2018/5/layout/IconCircleLabelList"/>
    <dgm:cxn modelId="{2704F3A5-6410-4E4A-B188-4A0757499FAC}" type="presParOf" srcId="{FD8132BA-EEDF-4C82-AFBD-07DA3C977281}" destId="{9560D131-71C3-4EFE-A791-3EA6EE7FD9BA}" srcOrd="2" destOrd="0" presId="urn:microsoft.com/office/officeart/2018/5/layout/IconCircleLabelList"/>
    <dgm:cxn modelId="{06374F01-68AA-42FB-972D-40A426E5643E}" type="presParOf" srcId="{FD8132BA-EEDF-4C82-AFBD-07DA3C977281}" destId="{D2847340-724D-405E-AAD6-AD16ECEA147D}" srcOrd="3" destOrd="0" presId="urn:microsoft.com/office/officeart/2018/5/layout/IconCircleLabelList"/>
    <dgm:cxn modelId="{B3734068-9E4E-4F37-9C53-540FA49FDE2F}" type="presParOf" srcId="{26C02F16-EBDE-49A2-A99E-BF1FADCA54C3}" destId="{9793B930-648E-47A4-83E5-F07A6AD14DAF}" srcOrd="3" destOrd="0" presId="urn:microsoft.com/office/officeart/2018/5/layout/IconCircleLabelList"/>
    <dgm:cxn modelId="{01AC2D41-AFCF-41B5-99BF-7C01D37F924B}" type="presParOf" srcId="{26C02F16-EBDE-49A2-A99E-BF1FADCA54C3}" destId="{FD027783-6BBC-445C-A8D4-9F7C247865E1}" srcOrd="4" destOrd="0" presId="urn:microsoft.com/office/officeart/2018/5/layout/IconCircleLabelList"/>
    <dgm:cxn modelId="{93179A27-592C-4C10-B3C3-8AA5D403B3EB}" type="presParOf" srcId="{FD027783-6BBC-445C-A8D4-9F7C247865E1}" destId="{0FEA2394-C8E0-4513-BBF0-51C5C77B0D12}" srcOrd="0" destOrd="0" presId="urn:microsoft.com/office/officeart/2018/5/layout/IconCircleLabelList"/>
    <dgm:cxn modelId="{5022026F-5A38-4272-A14A-13FEBE94AA28}" type="presParOf" srcId="{FD027783-6BBC-445C-A8D4-9F7C247865E1}" destId="{2DD661FF-1AD6-4AE1-A29E-70DF8B0A762A}" srcOrd="1" destOrd="0" presId="urn:microsoft.com/office/officeart/2018/5/layout/IconCircleLabelList"/>
    <dgm:cxn modelId="{12734152-2570-4822-B1C3-834F3F2145B0}" type="presParOf" srcId="{FD027783-6BBC-445C-A8D4-9F7C247865E1}" destId="{929F169B-AF9A-4E3C-BCF8-3091E452D2BE}" srcOrd="2" destOrd="0" presId="urn:microsoft.com/office/officeart/2018/5/layout/IconCircleLabelList"/>
    <dgm:cxn modelId="{BCCD6A46-8B90-47FF-9E30-898BE90B9E03}" type="presParOf" srcId="{FD027783-6BBC-445C-A8D4-9F7C247865E1}" destId="{9E1B04C1-1364-49B7-B2D4-1E42172C79CF}" srcOrd="3" destOrd="0" presId="urn:microsoft.com/office/officeart/2018/5/layout/IconCircleLabelList"/>
    <dgm:cxn modelId="{14AE8F37-A11A-40BF-A2E8-E71DC4E6BA72}" type="presParOf" srcId="{26C02F16-EBDE-49A2-A99E-BF1FADCA54C3}" destId="{DF4C4852-0506-407B-AAC6-26E8AA94CA64}" srcOrd="5" destOrd="0" presId="urn:microsoft.com/office/officeart/2018/5/layout/IconCircleLabelList"/>
    <dgm:cxn modelId="{9EF10568-EDA8-42F4-A41B-8DD39FBE44EF}" type="presParOf" srcId="{26C02F16-EBDE-49A2-A99E-BF1FADCA54C3}" destId="{D64BAFE8-C121-4B4E-8242-351148B2F504}" srcOrd="6" destOrd="0" presId="urn:microsoft.com/office/officeart/2018/5/layout/IconCircleLabelList"/>
    <dgm:cxn modelId="{B646FDB6-1393-4805-B638-473A83DBFB15}" type="presParOf" srcId="{D64BAFE8-C121-4B4E-8242-351148B2F504}" destId="{927F0AF7-BA78-4CC9-A55C-9F85FD7A0E6A}" srcOrd="0" destOrd="0" presId="urn:microsoft.com/office/officeart/2018/5/layout/IconCircleLabelList"/>
    <dgm:cxn modelId="{F9842FE6-E361-4B59-99EF-C86A48A630FB}" type="presParOf" srcId="{D64BAFE8-C121-4B4E-8242-351148B2F504}" destId="{7CFD230D-0593-4DE4-ABF0-E3294211CF04}" srcOrd="1" destOrd="0" presId="urn:microsoft.com/office/officeart/2018/5/layout/IconCircleLabelList"/>
    <dgm:cxn modelId="{56A0353C-B137-4593-8A40-8E5966FBE456}" type="presParOf" srcId="{D64BAFE8-C121-4B4E-8242-351148B2F504}" destId="{73F095D2-D8E7-4C5B-9B22-C9F9969D7989}" srcOrd="2" destOrd="0" presId="urn:microsoft.com/office/officeart/2018/5/layout/IconCircleLabelList"/>
    <dgm:cxn modelId="{1D621EBF-996D-4CF7-854D-95C53BDB31D7}" type="presParOf" srcId="{D64BAFE8-C121-4B4E-8242-351148B2F504}" destId="{97FAEFD8-79C1-4167-9AFD-FE3AB3054B3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B527D8D-91CA-2943-86FB-82EE6DE16153}" type="doc">
      <dgm:prSet loTypeId="urn:microsoft.com/office/officeart/2005/8/layout/vList5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9FBF56A4-CB61-A042-B695-D4FEA7CB0DAE}">
      <dgm:prSet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b="0" i="0"/>
            <a:t>Test-driven development (TDD)</a:t>
          </a:r>
          <a:endParaRPr lang="en-IN"/>
        </a:p>
      </dgm:t>
    </dgm:pt>
    <dgm:pt modelId="{7F09A8E5-13F2-AB45-AF8F-B3CF091CB3B0}" type="parTrans" cxnId="{BD700E68-FB08-6C47-B16E-47FA77ACA74E}">
      <dgm:prSet/>
      <dgm:spPr/>
      <dgm:t>
        <a:bodyPr/>
        <a:lstStyle/>
        <a:p>
          <a:endParaRPr lang="en-GB"/>
        </a:p>
      </dgm:t>
    </dgm:pt>
    <dgm:pt modelId="{A7C4FF96-4F1C-654B-BA37-C12D888D01F7}" type="sibTrans" cxnId="{BD700E68-FB08-6C47-B16E-47FA77ACA74E}">
      <dgm:prSet/>
      <dgm:spPr/>
      <dgm:t>
        <a:bodyPr/>
        <a:lstStyle/>
        <a:p>
          <a:endParaRPr lang="en-GB"/>
        </a:p>
      </dgm:t>
    </dgm:pt>
    <dgm:pt modelId="{784240E6-DA18-3746-89AF-FDF1FCD5EEF2}">
      <dgm:prSet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b="0" i="0"/>
            <a:t>Specification and design clarity, fewer bugs, faster feedback</a:t>
          </a:r>
          <a:endParaRPr lang="en-IN"/>
        </a:p>
      </dgm:t>
    </dgm:pt>
    <dgm:pt modelId="{1DA53C08-75C0-ED49-A4D8-F3E3888D6F63}" type="parTrans" cxnId="{BCC28420-CD50-A043-A93E-7A0EAAF04AD0}">
      <dgm:prSet/>
      <dgm:spPr/>
      <dgm:t>
        <a:bodyPr/>
        <a:lstStyle/>
        <a:p>
          <a:endParaRPr lang="en-GB"/>
        </a:p>
      </dgm:t>
    </dgm:pt>
    <dgm:pt modelId="{03A8FE22-2EF1-5B41-837C-C6AD5873A6FC}" type="sibTrans" cxnId="{BCC28420-CD50-A043-A93E-7A0EAAF04AD0}">
      <dgm:prSet/>
      <dgm:spPr/>
      <dgm:t>
        <a:bodyPr/>
        <a:lstStyle/>
        <a:p>
          <a:endParaRPr lang="en-GB"/>
        </a:p>
      </dgm:t>
    </dgm:pt>
    <dgm:pt modelId="{38CD5C78-26E2-9940-86BC-D1D2A995CEB1}">
      <dgm:prSet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b="0" i="0"/>
            <a:t>Pair programming</a:t>
          </a:r>
          <a:endParaRPr lang="en-IN"/>
        </a:p>
      </dgm:t>
    </dgm:pt>
    <dgm:pt modelId="{01E4BB45-2E66-A74D-9A02-17DFAEA8E400}" type="parTrans" cxnId="{2AE7DCEE-22F5-FE47-80F6-D36846217046}">
      <dgm:prSet/>
      <dgm:spPr/>
      <dgm:t>
        <a:bodyPr/>
        <a:lstStyle/>
        <a:p>
          <a:endParaRPr lang="en-GB"/>
        </a:p>
      </dgm:t>
    </dgm:pt>
    <dgm:pt modelId="{703E6062-20F0-E043-86A5-B7B608017A7B}" type="sibTrans" cxnId="{2AE7DCEE-22F5-FE47-80F6-D36846217046}">
      <dgm:prSet/>
      <dgm:spPr/>
      <dgm:t>
        <a:bodyPr/>
        <a:lstStyle/>
        <a:p>
          <a:endParaRPr lang="en-GB"/>
        </a:p>
      </dgm:t>
    </dgm:pt>
    <dgm:pt modelId="{52A51429-9382-1946-A12E-3053D21D134C}">
      <dgm:prSet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b="0" i="0"/>
            <a:t>Real-time code review, knowledge sharing, better design, team cohesion</a:t>
          </a:r>
          <a:endParaRPr lang="en-IN"/>
        </a:p>
      </dgm:t>
    </dgm:pt>
    <dgm:pt modelId="{9527CE5A-0B75-5647-8FD0-52194B1E3C97}" type="parTrans" cxnId="{8797A5B4-3673-874F-A064-96DEB49452C2}">
      <dgm:prSet/>
      <dgm:spPr/>
      <dgm:t>
        <a:bodyPr/>
        <a:lstStyle/>
        <a:p>
          <a:endParaRPr lang="en-GB"/>
        </a:p>
      </dgm:t>
    </dgm:pt>
    <dgm:pt modelId="{9DD38A37-DD69-E741-B7ED-BDC288ED46C4}" type="sibTrans" cxnId="{8797A5B4-3673-874F-A064-96DEB49452C2}">
      <dgm:prSet/>
      <dgm:spPr/>
      <dgm:t>
        <a:bodyPr/>
        <a:lstStyle/>
        <a:p>
          <a:endParaRPr lang="en-GB"/>
        </a:p>
      </dgm:t>
    </dgm:pt>
    <dgm:pt modelId="{5B6D413C-CAD4-9E45-8250-249800B55BAE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b="0" i="0"/>
            <a:t>Continuous Integration</a:t>
          </a:r>
          <a:endParaRPr lang="en-IN"/>
        </a:p>
      </dgm:t>
    </dgm:pt>
    <dgm:pt modelId="{5583910A-4DC9-4347-8F75-39FB5768EF53}" type="parTrans" cxnId="{5404B2DE-0950-F84F-B408-F998C4E3C654}">
      <dgm:prSet/>
      <dgm:spPr/>
      <dgm:t>
        <a:bodyPr/>
        <a:lstStyle/>
        <a:p>
          <a:endParaRPr lang="en-GB"/>
        </a:p>
      </dgm:t>
    </dgm:pt>
    <dgm:pt modelId="{8154FD70-09CA-7F48-AF24-6CF85ED0D983}" type="sibTrans" cxnId="{5404B2DE-0950-F84F-B408-F998C4E3C654}">
      <dgm:prSet/>
      <dgm:spPr/>
      <dgm:t>
        <a:bodyPr/>
        <a:lstStyle/>
        <a:p>
          <a:endParaRPr lang="en-GB"/>
        </a:p>
      </dgm:t>
    </dgm:pt>
    <dgm:pt modelId="{9D2F931D-064B-7E42-B192-D2E207EF5D8C}">
      <dgm:prSet/>
      <dgm:spPr>
        <a:solidFill>
          <a:schemeClr val="accent1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b="0" i="0" dirty="0"/>
            <a:t>Faster delivery, lower integration time, higher code quality. </a:t>
          </a:r>
          <a:endParaRPr lang="en-IN" dirty="0"/>
        </a:p>
      </dgm:t>
    </dgm:pt>
    <dgm:pt modelId="{53B5321B-8082-FF4A-B66A-441A95EB558C}" type="parTrans" cxnId="{0EDA0D4B-6935-554A-ACBF-0628E85B85C2}">
      <dgm:prSet/>
      <dgm:spPr/>
      <dgm:t>
        <a:bodyPr/>
        <a:lstStyle/>
        <a:p>
          <a:endParaRPr lang="en-GB"/>
        </a:p>
      </dgm:t>
    </dgm:pt>
    <dgm:pt modelId="{84A04222-FA34-364D-819B-91EFF07CD405}" type="sibTrans" cxnId="{0EDA0D4B-6935-554A-ACBF-0628E85B85C2}">
      <dgm:prSet/>
      <dgm:spPr/>
      <dgm:t>
        <a:bodyPr/>
        <a:lstStyle/>
        <a:p>
          <a:endParaRPr lang="en-GB"/>
        </a:p>
      </dgm:t>
    </dgm:pt>
    <dgm:pt modelId="{43AC4FF8-09E7-0E46-83D7-A15029030C79}" type="pres">
      <dgm:prSet presAssocID="{4B527D8D-91CA-2943-86FB-82EE6DE16153}" presName="Name0" presStyleCnt="0">
        <dgm:presLayoutVars>
          <dgm:dir/>
          <dgm:animLvl val="lvl"/>
          <dgm:resizeHandles val="exact"/>
        </dgm:presLayoutVars>
      </dgm:prSet>
      <dgm:spPr/>
    </dgm:pt>
    <dgm:pt modelId="{CD21D072-A2CE-DE48-91A8-41541F52BFFB}" type="pres">
      <dgm:prSet presAssocID="{9FBF56A4-CB61-A042-B695-D4FEA7CB0DAE}" presName="linNode" presStyleCnt="0"/>
      <dgm:spPr/>
    </dgm:pt>
    <dgm:pt modelId="{03F38E99-5B24-6548-A2E7-D46E34006D43}" type="pres">
      <dgm:prSet presAssocID="{9FBF56A4-CB61-A042-B695-D4FEA7CB0DA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4A12327-A84B-B846-9E54-F53154EB8E0F}" type="pres">
      <dgm:prSet presAssocID="{9FBF56A4-CB61-A042-B695-D4FEA7CB0DAE}" presName="descendantText" presStyleLbl="alignAccFollowNode1" presStyleIdx="0" presStyleCnt="3">
        <dgm:presLayoutVars>
          <dgm:bulletEnabled val="1"/>
        </dgm:presLayoutVars>
      </dgm:prSet>
      <dgm:spPr/>
    </dgm:pt>
    <dgm:pt modelId="{4CDE823C-4EA5-9D4F-AEE8-F80527DC86AD}" type="pres">
      <dgm:prSet presAssocID="{A7C4FF96-4F1C-654B-BA37-C12D888D01F7}" presName="sp" presStyleCnt="0"/>
      <dgm:spPr/>
    </dgm:pt>
    <dgm:pt modelId="{43C91BE4-4BD6-6247-807A-C79995BF6294}" type="pres">
      <dgm:prSet presAssocID="{38CD5C78-26E2-9940-86BC-D1D2A995CEB1}" presName="linNode" presStyleCnt="0"/>
      <dgm:spPr/>
    </dgm:pt>
    <dgm:pt modelId="{DC96F8C2-4605-5840-AA6C-2BE764C0FF54}" type="pres">
      <dgm:prSet presAssocID="{38CD5C78-26E2-9940-86BC-D1D2A995CEB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9021B79-EA52-5744-9F6C-354BF82EBB1F}" type="pres">
      <dgm:prSet presAssocID="{38CD5C78-26E2-9940-86BC-D1D2A995CEB1}" presName="descendantText" presStyleLbl="alignAccFollowNode1" presStyleIdx="1" presStyleCnt="3">
        <dgm:presLayoutVars>
          <dgm:bulletEnabled val="1"/>
        </dgm:presLayoutVars>
      </dgm:prSet>
      <dgm:spPr/>
    </dgm:pt>
    <dgm:pt modelId="{F005D787-F487-FB4F-8A9B-F43C8C494CD7}" type="pres">
      <dgm:prSet presAssocID="{703E6062-20F0-E043-86A5-B7B608017A7B}" presName="sp" presStyleCnt="0"/>
      <dgm:spPr/>
    </dgm:pt>
    <dgm:pt modelId="{A5CB5CCE-C922-7B42-92DB-ECC0F2283212}" type="pres">
      <dgm:prSet presAssocID="{5B6D413C-CAD4-9E45-8250-249800B55BAE}" presName="linNode" presStyleCnt="0"/>
      <dgm:spPr/>
    </dgm:pt>
    <dgm:pt modelId="{180A0646-B119-4C4B-A679-E5A3293874FC}" type="pres">
      <dgm:prSet presAssocID="{5B6D413C-CAD4-9E45-8250-249800B55BA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40B7DC19-20EA-A240-BAB0-0AE1400373FA}" type="pres">
      <dgm:prSet presAssocID="{5B6D413C-CAD4-9E45-8250-249800B55BA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F697C20-8B32-C045-AB38-587F167F85C4}" type="presOf" srcId="{38CD5C78-26E2-9940-86BC-D1D2A995CEB1}" destId="{DC96F8C2-4605-5840-AA6C-2BE764C0FF54}" srcOrd="0" destOrd="0" presId="urn:microsoft.com/office/officeart/2005/8/layout/vList5"/>
    <dgm:cxn modelId="{BCC28420-CD50-A043-A93E-7A0EAAF04AD0}" srcId="{9FBF56A4-CB61-A042-B695-D4FEA7CB0DAE}" destId="{784240E6-DA18-3746-89AF-FDF1FCD5EEF2}" srcOrd="0" destOrd="0" parTransId="{1DA53C08-75C0-ED49-A4D8-F3E3888D6F63}" sibTransId="{03A8FE22-2EF1-5B41-837C-C6AD5873A6FC}"/>
    <dgm:cxn modelId="{512F7A31-DFA6-3C4A-ACE0-C007EB6C485E}" type="presOf" srcId="{9FBF56A4-CB61-A042-B695-D4FEA7CB0DAE}" destId="{03F38E99-5B24-6548-A2E7-D46E34006D43}" srcOrd="0" destOrd="0" presId="urn:microsoft.com/office/officeart/2005/8/layout/vList5"/>
    <dgm:cxn modelId="{2A406635-2C3B-AC47-92E5-FCB98C1C6D25}" type="presOf" srcId="{4B527D8D-91CA-2943-86FB-82EE6DE16153}" destId="{43AC4FF8-09E7-0E46-83D7-A15029030C79}" srcOrd="0" destOrd="0" presId="urn:microsoft.com/office/officeart/2005/8/layout/vList5"/>
    <dgm:cxn modelId="{BD700E68-FB08-6C47-B16E-47FA77ACA74E}" srcId="{4B527D8D-91CA-2943-86FB-82EE6DE16153}" destId="{9FBF56A4-CB61-A042-B695-D4FEA7CB0DAE}" srcOrd="0" destOrd="0" parTransId="{7F09A8E5-13F2-AB45-AF8F-B3CF091CB3B0}" sibTransId="{A7C4FF96-4F1C-654B-BA37-C12D888D01F7}"/>
    <dgm:cxn modelId="{0EDA0D4B-6935-554A-ACBF-0628E85B85C2}" srcId="{5B6D413C-CAD4-9E45-8250-249800B55BAE}" destId="{9D2F931D-064B-7E42-B192-D2E207EF5D8C}" srcOrd="0" destOrd="0" parTransId="{53B5321B-8082-FF4A-B66A-441A95EB558C}" sibTransId="{84A04222-FA34-364D-819B-91EFF07CD405}"/>
    <dgm:cxn modelId="{F62BA875-2C14-4D47-AC91-80AB357C9766}" type="presOf" srcId="{784240E6-DA18-3746-89AF-FDF1FCD5EEF2}" destId="{44A12327-A84B-B846-9E54-F53154EB8E0F}" srcOrd="0" destOrd="0" presId="urn:microsoft.com/office/officeart/2005/8/layout/vList5"/>
    <dgm:cxn modelId="{1E28CA57-88D6-D04B-BDAE-6D066702E5CD}" type="presOf" srcId="{5B6D413C-CAD4-9E45-8250-249800B55BAE}" destId="{180A0646-B119-4C4B-A679-E5A3293874FC}" srcOrd="0" destOrd="0" presId="urn:microsoft.com/office/officeart/2005/8/layout/vList5"/>
    <dgm:cxn modelId="{A7746BAF-172C-F04E-AA68-1C63BDDD4667}" type="presOf" srcId="{9D2F931D-064B-7E42-B192-D2E207EF5D8C}" destId="{40B7DC19-20EA-A240-BAB0-0AE1400373FA}" srcOrd="0" destOrd="0" presId="urn:microsoft.com/office/officeart/2005/8/layout/vList5"/>
    <dgm:cxn modelId="{8797A5B4-3673-874F-A064-96DEB49452C2}" srcId="{38CD5C78-26E2-9940-86BC-D1D2A995CEB1}" destId="{52A51429-9382-1946-A12E-3053D21D134C}" srcOrd="0" destOrd="0" parTransId="{9527CE5A-0B75-5647-8FD0-52194B1E3C97}" sibTransId="{9DD38A37-DD69-E741-B7ED-BDC288ED46C4}"/>
    <dgm:cxn modelId="{5404B2DE-0950-F84F-B408-F998C4E3C654}" srcId="{4B527D8D-91CA-2943-86FB-82EE6DE16153}" destId="{5B6D413C-CAD4-9E45-8250-249800B55BAE}" srcOrd="2" destOrd="0" parTransId="{5583910A-4DC9-4347-8F75-39FB5768EF53}" sibTransId="{8154FD70-09CA-7F48-AF24-6CF85ED0D983}"/>
    <dgm:cxn modelId="{2AE7DCEE-22F5-FE47-80F6-D36846217046}" srcId="{4B527D8D-91CA-2943-86FB-82EE6DE16153}" destId="{38CD5C78-26E2-9940-86BC-D1D2A995CEB1}" srcOrd="1" destOrd="0" parTransId="{01E4BB45-2E66-A74D-9A02-17DFAEA8E400}" sibTransId="{703E6062-20F0-E043-86A5-B7B608017A7B}"/>
    <dgm:cxn modelId="{797754F7-D50F-5445-A666-490B0EBDB222}" type="presOf" srcId="{52A51429-9382-1946-A12E-3053D21D134C}" destId="{59021B79-EA52-5744-9F6C-354BF82EBB1F}" srcOrd="0" destOrd="0" presId="urn:microsoft.com/office/officeart/2005/8/layout/vList5"/>
    <dgm:cxn modelId="{6A686CE3-C828-8349-A86A-B0766559F9BA}" type="presParOf" srcId="{43AC4FF8-09E7-0E46-83D7-A15029030C79}" destId="{CD21D072-A2CE-DE48-91A8-41541F52BFFB}" srcOrd="0" destOrd="0" presId="urn:microsoft.com/office/officeart/2005/8/layout/vList5"/>
    <dgm:cxn modelId="{8576A9E5-2E40-5543-BA5F-53017E45D5EF}" type="presParOf" srcId="{CD21D072-A2CE-DE48-91A8-41541F52BFFB}" destId="{03F38E99-5B24-6548-A2E7-D46E34006D43}" srcOrd="0" destOrd="0" presId="urn:microsoft.com/office/officeart/2005/8/layout/vList5"/>
    <dgm:cxn modelId="{AE4DAD64-4377-7E45-A474-C58FB017D700}" type="presParOf" srcId="{CD21D072-A2CE-DE48-91A8-41541F52BFFB}" destId="{44A12327-A84B-B846-9E54-F53154EB8E0F}" srcOrd="1" destOrd="0" presId="urn:microsoft.com/office/officeart/2005/8/layout/vList5"/>
    <dgm:cxn modelId="{482BA51D-C7B0-CF42-85FB-7DB9B8180969}" type="presParOf" srcId="{43AC4FF8-09E7-0E46-83D7-A15029030C79}" destId="{4CDE823C-4EA5-9D4F-AEE8-F80527DC86AD}" srcOrd="1" destOrd="0" presId="urn:microsoft.com/office/officeart/2005/8/layout/vList5"/>
    <dgm:cxn modelId="{B469662A-E7CC-DC45-9D9A-5DB0B02E8156}" type="presParOf" srcId="{43AC4FF8-09E7-0E46-83D7-A15029030C79}" destId="{43C91BE4-4BD6-6247-807A-C79995BF6294}" srcOrd="2" destOrd="0" presId="urn:microsoft.com/office/officeart/2005/8/layout/vList5"/>
    <dgm:cxn modelId="{DF9BA93D-6ACB-B84F-88C0-A897D6C77672}" type="presParOf" srcId="{43C91BE4-4BD6-6247-807A-C79995BF6294}" destId="{DC96F8C2-4605-5840-AA6C-2BE764C0FF54}" srcOrd="0" destOrd="0" presId="urn:microsoft.com/office/officeart/2005/8/layout/vList5"/>
    <dgm:cxn modelId="{B2F0C40A-01DC-F944-988A-776924458185}" type="presParOf" srcId="{43C91BE4-4BD6-6247-807A-C79995BF6294}" destId="{59021B79-EA52-5744-9F6C-354BF82EBB1F}" srcOrd="1" destOrd="0" presId="urn:microsoft.com/office/officeart/2005/8/layout/vList5"/>
    <dgm:cxn modelId="{C7382BD7-6D6B-4F4E-A55A-B4CDAFCD3513}" type="presParOf" srcId="{43AC4FF8-09E7-0E46-83D7-A15029030C79}" destId="{F005D787-F487-FB4F-8A9B-F43C8C494CD7}" srcOrd="3" destOrd="0" presId="urn:microsoft.com/office/officeart/2005/8/layout/vList5"/>
    <dgm:cxn modelId="{37303714-6BC2-034A-A2D8-C973C7B8B568}" type="presParOf" srcId="{43AC4FF8-09E7-0E46-83D7-A15029030C79}" destId="{A5CB5CCE-C922-7B42-92DB-ECC0F2283212}" srcOrd="4" destOrd="0" presId="urn:microsoft.com/office/officeart/2005/8/layout/vList5"/>
    <dgm:cxn modelId="{52352F52-2052-1B4D-A73E-2026C7DB6B80}" type="presParOf" srcId="{A5CB5CCE-C922-7B42-92DB-ECC0F2283212}" destId="{180A0646-B119-4C4B-A679-E5A3293874FC}" srcOrd="0" destOrd="0" presId="urn:microsoft.com/office/officeart/2005/8/layout/vList5"/>
    <dgm:cxn modelId="{502C0756-39A6-A64B-B8B4-DC7ED67B3BBA}" type="presParOf" srcId="{A5CB5CCE-C922-7B42-92DB-ECC0F2283212}" destId="{40B7DC19-20EA-A240-BAB0-0AE1400373F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67B9BC7-5137-6F42-95AC-EFC59F846B5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1583D564-8420-1A43-856F-29205709C8F1}">
      <dgm:prSet/>
      <dgm:spPr/>
      <dgm:t>
        <a:bodyPr/>
        <a:lstStyle/>
        <a:p>
          <a:r>
            <a:rPr lang="en-US" b="0" i="0"/>
            <a:t>Write tests before writing code.</a:t>
          </a:r>
          <a:endParaRPr lang="en-IN"/>
        </a:p>
      </dgm:t>
    </dgm:pt>
    <dgm:pt modelId="{6927A6AC-CF52-8E48-935D-27FD50DE6BD9}" type="parTrans" cxnId="{F9B092CC-C186-6749-9395-F70F746F125D}">
      <dgm:prSet/>
      <dgm:spPr/>
      <dgm:t>
        <a:bodyPr/>
        <a:lstStyle/>
        <a:p>
          <a:endParaRPr lang="en-GB"/>
        </a:p>
      </dgm:t>
    </dgm:pt>
    <dgm:pt modelId="{A3101523-D156-7A49-87F9-9827E2ED46BA}" type="sibTrans" cxnId="{F9B092CC-C186-6749-9395-F70F746F125D}">
      <dgm:prSet/>
      <dgm:spPr/>
      <dgm:t>
        <a:bodyPr/>
        <a:lstStyle/>
        <a:p>
          <a:endParaRPr lang="en-GB"/>
        </a:p>
      </dgm:t>
    </dgm:pt>
    <dgm:pt modelId="{1DE728EA-CBD5-EE4F-9667-FBBBEF4713A7}">
      <dgm:prSet/>
      <dgm:spPr/>
      <dgm:t>
        <a:bodyPr/>
        <a:lstStyle/>
        <a:p>
          <a:r>
            <a:rPr lang="en-US" b="0" i="0"/>
            <a:t>Each test defines a small, specific behavior the system should have.</a:t>
          </a:r>
          <a:endParaRPr lang="en-IN"/>
        </a:p>
      </dgm:t>
    </dgm:pt>
    <dgm:pt modelId="{07FB6DDE-B1C8-DB4E-82A1-5EBF6478147B}" type="parTrans" cxnId="{25704B37-EAF0-3247-A4B9-6D97644FB490}">
      <dgm:prSet/>
      <dgm:spPr/>
      <dgm:t>
        <a:bodyPr/>
        <a:lstStyle/>
        <a:p>
          <a:endParaRPr lang="en-GB"/>
        </a:p>
      </dgm:t>
    </dgm:pt>
    <dgm:pt modelId="{7A5051EB-F2C0-D642-90EA-277C98F9C884}" type="sibTrans" cxnId="{25704B37-EAF0-3247-A4B9-6D97644FB490}">
      <dgm:prSet/>
      <dgm:spPr/>
      <dgm:t>
        <a:bodyPr/>
        <a:lstStyle/>
        <a:p>
          <a:endParaRPr lang="en-GB"/>
        </a:p>
      </dgm:t>
    </dgm:pt>
    <dgm:pt modelId="{EBC704E0-E718-9040-8839-23A650FA857B}">
      <dgm:prSet/>
      <dgm:spPr/>
      <dgm:t>
        <a:bodyPr/>
        <a:lstStyle/>
        <a:p>
          <a:r>
            <a:rPr lang="en-US" b="0" i="0" dirty="0"/>
            <a:t>Follow the Red-Green-Refactor cycle</a:t>
          </a:r>
          <a:endParaRPr lang="en-IN" dirty="0"/>
        </a:p>
      </dgm:t>
    </dgm:pt>
    <dgm:pt modelId="{86D3D1A1-9DFC-D244-A1AF-83C19F6018E1}" type="parTrans" cxnId="{7F608D98-562A-E045-8C85-65CBC90932F3}">
      <dgm:prSet/>
      <dgm:spPr/>
      <dgm:t>
        <a:bodyPr/>
        <a:lstStyle/>
        <a:p>
          <a:endParaRPr lang="en-GB"/>
        </a:p>
      </dgm:t>
    </dgm:pt>
    <dgm:pt modelId="{E7260E18-A20F-E547-BD54-43524B5B8D69}" type="sibTrans" cxnId="{7F608D98-562A-E045-8C85-65CBC90932F3}">
      <dgm:prSet/>
      <dgm:spPr/>
      <dgm:t>
        <a:bodyPr/>
        <a:lstStyle/>
        <a:p>
          <a:endParaRPr lang="en-GB"/>
        </a:p>
      </dgm:t>
    </dgm:pt>
    <dgm:pt modelId="{3458BA98-6E21-6F49-B089-D9EEBC0E0B5B}">
      <dgm:prSet/>
      <dgm:spPr/>
      <dgm:t>
        <a:bodyPr/>
        <a:lstStyle/>
        <a:p>
          <a:r>
            <a:rPr lang="en-US" b="0" i="0"/>
            <a:t>Red: Write a failing test.</a:t>
          </a:r>
          <a:endParaRPr lang="en-IN"/>
        </a:p>
      </dgm:t>
    </dgm:pt>
    <dgm:pt modelId="{5210F3FB-B923-0348-91B9-27E8FDD8C20C}" type="parTrans" cxnId="{EC0F276E-21EA-734A-B9D4-793384D99478}">
      <dgm:prSet/>
      <dgm:spPr/>
      <dgm:t>
        <a:bodyPr/>
        <a:lstStyle/>
        <a:p>
          <a:endParaRPr lang="en-GB"/>
        </a:p>
      </dgm:t>
    </dgm:pt>
    <dgm:pt modelId="{2FE609BD-C08E-7348-B4F7-EEF8EAD22BEB}" type="sibTrans" cxnId="{EC0F276E-21EA-734A-B9D4-793384D99478}">
      <dgm:prSet/>
      <dgm:spPr/>
      <dgm:t>
        <a:bodyPr/>
        <a:lstStyle/>
        <a:p>
          <a:endParaRPr lang="en-GB"/>
        </a:p>
      </dgm:t>
    </dgm:pt>
    <dgm:pt modelId="{75E3E214-0AC7-5A45-865F-E636E7732A70}">
      <dgm:prSet/>
      <dgm:spPr/>
      <dgm:t>
        <a:bodyPr/>
        <a:lstStyle/>
        <a:p>
          <a:r>
            <a:rPr lang="en-US" b="0" i="0"/>
            <a:t>Green: Write just enough code to pass the test.</a:t>
          </a:r>
          <a:endParaRPr lang="en-IN"/>
        </a:p>
      </dgm:t>
    </dgm:pt>
    <dgm:pt modelId="{262FDCD2-3AE9-6444-9FDC-F6B65EF43531}" type="parTrans" cxnId="{8A870555-BDE9-AE4E-95D0-65F0D19B3C70}">
      <dgm:prSet/>
      <dgm:spPr/>
      <dgm:t>
        <a:bodyPr/>
        <a:lstStyle/>
        <a:p>
          <a:endParaRPr lang="en-GB"/>
        </a:p>
      </dgm:t>
    </dgm:pt>
    <dgm:pt modelId="{B32E54BA-3BD8-FA42-9E5B-C5C4E19F249F}" type="sibTrans" cxnId="{8A870555-BDE9-AE4E-95D0-65F0D19B3C70}">
      <dgm:prSet/>
      <dgm:spPr/>
      <dgm:t>
        <a:bodyPr/>
        <a:lstStyle/>
        <a:p>
          <a:endParaRPr lang="en-GB"/>
        </a:p>
      </dgm:t>
    </dgm:pt>
    <dgm:pt modelId="{A11BA551-D1B3-2B4A-9F3D-5E4CD487B55E}">
      <dgm:prSet/>
      <dgm:spPr/>
      <dgm:t>
        <a:bodyPr/>
        <a:lstStyle/>
        <a:p>
          <a:r>
            <a:rPr lang="en-US" b="0" i="0"/>
            <a:t>Refactor: Clean up code while keeping tests green.</a:t>
          </a:r>
          <a:endParaRPr lang="en-IN"/>
        </a:p>
      </dgm:t>
    </dgm:pt>
    <dgm:pt modelId="{022A8A52-89A5-E148-8966-C42B15611B59}" type="parTrans" cxnId="{0627326A-CCA2-FD41-829D-08AE8EE347BA}">
      <dgm:prSet/>
      <dgm:spPr/>
      <dgm:t>
        <a:bodyPr/>
        <a:lstStyle/>
        <a:p>
          <a:endParaRPr lang="en-GB"/>
        </a:p>
      </dgm:t>
    </dgm:pt>
    <dgm:pt modelId="{6F02BFE1-418C-964E-AE33-36C4EDD71307}" type="sibTrans" cxnId="{0627326A-CCA2-FD41-829D-08AE8EE347BA}">
      <dgm:prSet/>
      <dgm:spPr/>
      <dgm:t>
        <a:bodyPr/>
        <a:lstStyle/>
        <a:p>
          <a:endParaRPr lang="en-GB"/>
        </a:p>
      </dgm:t>
    </dgm:pt>
    <dgm:pt modelId="{C420B8AA-96E3-8A47-A3EB-589082804C4A}" type="pres">
      <dgm:prSet presAssocID="{867B9BC7-5137-6F42-95AC-EFC59F846B58}" presName="linear" presStyleCnt="0">
        <dgm:presLayoutVars>
          <dgm:animLvl val="lvl"/>
          <dgm:resizeHandles val="exact"/>
        </dgm:presLayoutVars>
      </dgm:prSet>
      <dgm:spPr/>
    </dgm:pt>
    <dgm:pt modelId="{356E4A2B-1072-4248-BFB0-331076002C59}" type="pres">
      <dgm:prSet presAssocID="{1583D564-8420-1A43-856F-29205709C8F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4C9D9ED-8003-CC43-AFA8-89DFD0F31176}" type="pres">
      <dgm:prSet presAssocID="{A3101523-D156-7A49-87F9-9827E2ED46BA}" presName="spacer" presStyleCnt="0"/>
      <dgm:spPr/>
    </dgm:pt>
    <dgm:pt modelId="{C4586328-222A-6049-8A45-897B01F25733}" type="pres">
      <dgm:prSet presAssocID="{1DE728EA-CBD5-EE4F-9667-FBBBEF4713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6554A4E-E4C0-7142-98CA-A75CE96F0B96}" type="pres">
      <dgm:prSet presAssocID="{7A5051EB-F2C0-D642-90EA-277C98F9C884}" presName="spacer" presStyleCnt="0"/>
      <dgm:spPr/>
    </dgm:pt>
    <dgm:pt modelId="{594D1742-CC0F-1647-964A-C1A13840FE1B}" type="pres">
      <dgm:prSet presAssocID="{EBC704E0-E718-9040-8839-23A650FA857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22860EB-FDF0-8D40-BB1A-9825B6BE2174}" type="pres">
      <dgm:prSet presAssocID="{EBC704E0-E718-9040-8839-23A650FA857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A9EA31F-3148-1048-BCF0-92F0A94EFEBC}" type="presOf" srcId="{A11BA551-D1B3-2B4A-9F3D-5E4CD487B55E}" destId="{B22860EB-FDF0-8D40-BB1A-9825B6BE2174}" srcOrd="0" destOrd="2" presId="urn:microsoft.com/office/officeart/2005/8/layout/vList2"/>
    <dgm:cxn modelId="{25704B37-EAF0-3247-A4B9-6D97644FB490}" srcId="{867B9BC7-5137-6F42-95AC-EFC59F846B58}" destId="{1DE728EA-CBD5-EE4F-9667-FBBBEF4713A7}" srcOrd="1" destOrd="0" parTransId="{07FB6DDE-B1C8-DB4E-82A1-5EBF6478147B}" sibTransId="{7A5051EB-F2C0-D642-90EA-277C98F9C884}"/>
    <dgm:cxn modelId="{DE9A733B-B138-494E-B707-292EE4CA9080}" type="presOf" srcId="{EBC704E0-E718-9040-8839-23A650FA857B}" destId="{594D1742-CC0F-1647-964A-C1A13840FE1B}" srcOrd="0" destOrd="0" presId="urn:microsoft.com/office/officeart/2005/8/layout/vList2"/>
    <dgm:cxn modelId="{0627326A-CCA2-FD41-829D-08AE8EE347BA}" srcId="{EBC704E0-E718-9040-8839-23A650FA857B}" destId="{A11BA551-D1B3-2B4A-9F3D-5E4CD487B55E}" srcOrd="2" destOrd="0" parTransId="{022A8A52-89A5-E148-8966-C42B15611B59}" sibTransId="{6F02BFE1-418C-964E-AE33-36C4EDD71307}"/>
    <dgm:cxn modelId="{EC0F276E-21EA-734A-B9D4-793384D99478}" srcId="{EBC704E0-E718-9040-8839-23A650FA857B}" destId="{3458BA98-6E21-6F49-B089-D9EEBC0E0B5B}" srcOrd="0" destOrd="0" parTransId="{5210F3FB-B923-0348-91B9-27E8FDD8C20C}" sibTransId="{2FE609BD-C08E-7348-B4F7-EEF8EAD22BEB}"/>
    <dgm:cxn modelId="{8A870555-BDE9-AE4E-95D0-65F0D19B3C70}" srcId="{EBC704E0-E718-9040-8839-23A650FA857B}" destId="{75E3E214-0AC7-5A45-865F-E636E7732A70}" srcOrd="1" destOrd="0" parTransId="{262FDCD2-3AE9-6444-9FDC-F6B65EF43531}" sibTransId="{B32E54BA-3BD8-FA42-9E5B-C5C4E19F249F}"/>
    <dgm:cxn modelId="{A60EFD87-B523-C740-9F5C-A6A5579A1214}" type="presOf" srcId="{1583D564-8420-1A43-856F-29205709C8F1}" destId="{356E4A2B-1072-4248-BFB0-331076002C59}" srcOrd="0" destOrd="0" presId="urn:microsoft.com/office/officeart/2005/8/layout/vList2"/>
    <dgm:cxn modelId="{4407488B-25DB-6047-916E-E51A9F70A97D}" type="presOf" srcId="{75E3E214-0AC7-5A45-865F-E636E7732A70}" destId="{B22860EB-FDF0-8D40-BB1A-9825B6BE2174}" srcOrd="0" destOrd="1" presId="urn:microsoft.com/office/officeart/2005/8/layout/vList2"/>
    <dgm:cxn modelId="{7F608D98-562A-E045-8C85-65CBC90932F3}" srcId="{867B9BC7-5137-6F42-95AC-EFC59F846B58}" destId="{EBC704E0-E718-9040-8839-23A650FA857B}" srcOrd="2" destOrd="0" parTransId="{86D3D1A1-9DFC-D244-A1AF-83C19F6018E1}" sibTransId="{E7260E18-A20F-E547-BD54-43524B5B8D69}"/>
    <dgm:cxn modelId="{F9B092CC-C186-6749-9395-F70F746F125D}" srcId="{867B9BC7-5137-6F42-95AC-EFC59F846B58}" destId="{1583D564-8420-1A43-856F-29205709C8F1}" srcOrd="0" destOrd="0" parTransId="{6927A6AC-CF52-8E48-935D-27FD50DE6BD9}" sibTransId="{A3101523-D156-7A49-87F9-9827E2ED46BA}"/>
    <dgm:cxn modelId="{AE0E86E0-632B-AC44-8BE4-15C175AF2683}" type="presOf" srcId="{3458BA98-6E21-6F49-B089-D9EEBC0E0B5B}" destId="{B22860EB-FDF0-8D40-BB1A-9825B6BE2174}" srcOrd="0" destOrd="0" presId="urn:microsoft.com/office/officeart/2005/8/layout/vList2"/>
    <dgm:cxn modelId="{A67CDFEA-CB43-7F43-A628-1020E80B9EDF}" type="presOf" srcId="{867B9BC7-5137-6F42-95AC-EFC59F846B58}" destId="{C420B8AA-96E3-8A47-A3EB-589082804C4A}" srcOrd="0" destOrd="0" presId="urn:microsoft.com/office/officeart/2005/8/layout/vList2"/>
    <dgm:cxn modelId="{DD72E4EC-C002-4E44-9283-0E905DB4D5BB}" type="presOf" srcId="{1DE728EA-CBD5-EE4F-9667-FBBBEF4713A7}" destId="{C4586328-222A-6049-8A45-897B01F25733}" srcOrd="0" destOrd="0" presId="urn:microsoft.com/office/officeart/2005/8/layout/vList2"/>
    <dgm:cxn modelId="{661EF736-5930-3C48-9397-4E86A6AE1067}" type="presParOf" srcId="{C420B8AA-96E3-8A47-A3EB-589082804C4A}" destId="{356E4A2B-1072-4248-BFB0-331076002C59}" srcOrd="0" destOrd="0" presId="urn:microsoft.com/office/officeart/2005/8/layout/vList2"/>
    <dgm:cxn modelId="{46C2F92F-94D7-384A-9436-ABEDE48EA87B}" type="presParOf" srcId="{C420B8AA-96E3-8A47-A3EB-589082804C4A}" destId="{F4C9D9ED-8003-CC43-AFA8-89DFD0F31176}" srcOrd="1" destOrd="0" presId="urn:microsoft.com/office/officeart/2005/8/layout/vList2"/>
    <dgm:cxn modelId="{78C5A1E3-7E05-4C42-9579-167706181B26}" type="presParOf" srcId="{C420B8AA-96E3-8A47-A3EB-589082804C4A}" destId="{C4586328-222A-6049-8A45-897B01F25733}" srcOrd="2" destOrd="0" presId="urn:microsoft.com/office/officeart/2005/8/layout/vList2"/>
    <dgm:cxn modelId="{C54A002F-80D8-3844-9FEE-A1D7E35FFB1E}" type="presParOf" srcId="{C420B8AA-96E3-8A47-A3EB-589082804C4A}" destId="{E6554A4E-E4C0-7142-98CA-A75CE96F0B96}" srcOrd="3" destOrd="0" presId="urn:microsoft.com/office/officeart/2005/8/layout/vList2"/>
    <dgm:cxn modelId="{E4E64935-C9CB-244E-9411-B85635A5D80F}" type="presParOf" srcId="{C420B8AA-96E3-8A47-A3EB-589082804C4A}" destId="{594D1742-CC0F-1647-964A-C1A13840FE1B}" srcOrd="4" destOrd="0" presId="urn:microsoft.com/office/officeart/2005/8/layout/vList2"/>
    <dgm:cxn modelId="{3D307BDE-70EA-5E40-BD33-D905FEB67C61}" type="presParOf" srcId="{C420B8AA-96E3-8A47-A3EB-589082804C4A}" destId="{B22860EB-FDF0-8D40-BB1A-9825B6BE217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3553E08-0CDE-7343-B41A-FD4155A598C5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F7E60B0C-E89F-9C4F-A363-233E3154B1A5}">
      <dgm:prSet/>
      <dgm:spPr/>
      <dgm:t>
        <a:bodyPr/>
        <a:lstStyle/>
        <a:p>
          <a:r>
            <a:rPr lang="en-US" b="0" i="0" dirty="0"/>
            <a:t>Two developers work together at one workstation.</a:t>
          </a:r>
          <a:endParaRPr lang="en-IN" dirty="0"/>
        </a:p>
      </dgm:t>
    </dgm:pt>
    <dgm:pt modelId="{BF0FFC11-D05F-D140-BB4C-81A82B143B55}" type="parTrans" cxnId="{677A94B7-B9E2-1448-9AF5-E10E3B88465B}">
      <dgm:prSet/>
      <dgm:spPr/>
      <dgm:t>
        <a:bodyPr/>
        <a:lstStyle/>
        <a:p>
          <a:endParaRPr lang="en-GB"/>
        </a:p>
      </dgm:t>
    </dgm:pt>
    <dgm:pt modelId="{11503549-4FE9-6846-8708-12E152B54432}" type="sibTrans" cxnId="{677A94B7-B9E2-1448-9AF5-E10E3B88465B}">
      <dgm:prSet/>
      <dgm:spPr/>
      <dgm:t>
        <a:bodyPr/>
        <a:lstStyle/>
        <a:p>
          <a:endParaRPr lang="en-GB"/>
        </a:p>
      </dgm:t>
    </dgm:pt>
    <dgm:pt modelId="{7D707BFF-FE2C-C64E-BA3C-088DF4D33BA7}">
      <dgm:prSet/>
      <dgm:spPr/>
      <dgm:t>
        <a:bodyPr/>
        <a:lstStyle/>
        <a:p>
          <a:r>
            <a:rPr lang="en-US" b="0" i="0" dirty="0"/>
            <a:t>Driver: Writes the code, solves the problem</a:t>
          </a:r>
          <a:endParaRPr lang="en-IN" dirty="0"/>
        </a:p>
      </dgm:t>
    </dgm:pt>
    <dgm:pt modelId="{A27D35EB-B236-D546-9C72-A1AD612BC428}" type="parTrans" cxnId="{1AF14BDC-3DE2-EF40-A91E-50F7DDA39924}">
      <dgm:prSet/>
      <dgm:spPr/>
      <dgm:t>
        <a:bodyPr/>
        <a:lstStyle/>
        <a:p>
          <a:endParaRPr lang="en-GB"/>
        </a:p>
      </dgm:t>
    </dgm:pt>
    <dgm:pt modelId="{33BC6AF9-0B58-114B-9DCC-A6C76019A54D}" type="sibTrans" cxnId="{1AF14BDC-3DE2-EF40-A91E-50F7DDA39924}">
      <dgm:prSet/>
      <dgm:spPr/>
      <dgm:t>
        <a:bodyPr/>
        <a:lstStyle/>
        <a:p>
          <a:endParaRPr lang="en-GB"/>
        </a:p>
      </dgm:t>
    </dgm:pt>
    <dgm:pt modelId="{06C9D666-0545-3245-A70D-D479773BC489}">
      <dgm:prSet/>
      <dgm:spPr/>
      <dgm:t>
        <a:bodyPr/>
        <a:lstStyle/>
        <a:p>
          <a:r>
            <a:rPr lang="en-US" b="0" i="0" dirty="0"/>
            <a:t>Navigator: Reviews code, does unit testing, thinks ahead, suggests improvements, guides the driver</a:t>
          </a:r>
          <a:endParaRPr lang="en-IN" dirty="0"/>
        </a:p>
      </dgm:t>
    </dgm:pt>
    <dgm:pt modelId="{ABE18D72-7250-9E42-A8A7-8B33263C04BF}" type="parTrans" cxnId="{82982B1C-E016-5D45-830E-ADF81E0ED85C}">
      <dgm:prSet/>
      <dgm:spPr/>
      <dgm:t>
        <a:bodyPr/>
        <a:lstStyle/>
        <a:p>
          <a:endParaRPr lang="en-GB"/>
        </a:p>
      </dgm:t>
    </dgm:pt>
    <dgm:pt modelId="{3A28B961-A5EA-724E-8F7E-A5EF9BBFF9C9}" type="sibTrans" cxnId="{82982B1C-E016-5D45-830E-ADF81E0ED85C}">
      <dgm:prSet/>
      <dgm:spPr/>
      <dgm:t>
        <a:bodyPr/>
        <a:lstStyle/>
        <a:p>
          <a:endParaRPr lang="en-GB"/>
        </a:p>
      </dgm:t>
    </dgm:pt>
    <dgm:pt modelId="{E76C501A-7105-F340-8E35-DE9AC38F3F7A}">
      <dgm:prSet/>
      <dgm:spPr/>
      <dgm:t>
        <a:bodyPr/>
        <a:lstStyle/>
        <a:p>
          <a:r>
            <a:rPr lang="en-US" b="0" i="0" dirty="0"/>
            <a:t>Roles switch frequently</a:t>
          </a:r>
          <a:endParaRPr lang="en-IN" dirty="0"/>
        </a:p>
      </dgm:t>
    </dgm:pt>
    <dgm:pt modelId="{ED763A48-EE1E-0E43-98C4-AA6CAAF9AC13}" type="parTrans" cxnId="{538C76DE-9530-5F4B-9651-11F436A01B2A}">
      <dgm:prSet/>
      <dgm:spPr/>
      <dgm:t>
        <a:bodyPr/>
        <a:lstStyle/>
        <a:p>
          <a:endParaRPr lang="en-GB"/>
        </a:p>
      </dgm:t>
    </dgm:pt>
    <dgm:pt modelId="{CD9C0B22-2F14-4846-B0AC-4B105CC569B2}" type="sibTrans" cxnId="{538C76DE-9530-5F4B-9651-11F436A01B2A}">
      <dgm:prSet/>
      <dgm:spPr/>
      <dgm:t>
        <a:bodyPr/>
        <a:lstStyle/>
        <a:p>
          <a:endParaRPr lang="en-GB"/>
        </a:p>
      </dgm:t>
    </dgm:pt>
    <dgm:pt modelId="{6469C73C-023F-8945-BA6D-E2B265A93FE1}" type="pres">
      <dgm:prSet presAssocID="{23553E08-0CDE-7343-B41A-FD4155A598C5}" presName="linear" presStyleCnt="0">
        <dgm:presLayoutVars>
          <dgm:animLvl val="lvl"/>
          <dgm:resizeHandles val="exact"/>
        </dgm:presLayoutVars>
      </dgm:prSet>
      <dgm:spPr/>
    </dgm:pt>
    <dgm:pt modelId="{8368BEF1-3F42-594D-B4DC-79DC09E6A74F}" type="pres">
      <dgm:prSet presAssocID="{F7E60B0C-E89F-9C4F-A363-233E3154B1A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03A9A0-7829-BC4A-8264-F7D8D97F4554}" type="pres">
      <dgm:prSet presAssocID="{F7E60B0C-E89F-9C4F-A363-233E3154B1A5}" presName="childText" presStyleLbl="revTx" presStyleIdx="0" presStyleCnt="1">
        <dgm:presLayoutVars>
          <dgm:bulletEnabled val="1"/>
        </dgm:presLayoutVars>
      </dgm:prSet>
      <dgm:spPr/>
    </dgm:pt>
    <dgm:pt modelId="{D5D766E1-6A63-ED41-B513-47E7EC2DA443}" type="pres">
      <dgm:prSet presAssocID="{E76C501A-7105-F340-8E35-DE9AC38F3F7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5E2D800-50F6-4045-A27D-CFF809A4C7EC}" type="presOf" srcId="{7D707BFF-FE2C-C64E-BA3C-088DF4D33BA7}" destId="{F903A9A0-7829-BC4A-8264-F7D8D97F4554}" srcOrd="0" destOrd="0" presId="urn:microsoft.com/office/officeart/2005/8/layout/vList2"/>
    <dgm:cxn modelId="{82982B1C-E016-5D45-830E-ADF81E0ED85C}" srcId="{F7E60B0C-E89F-9C4F-A363-233E3154B1A5}" destId="{06C9D666-0545-3245-A70D-D479773BC489}" srcOrd="1" destOrd="0" parTransId="{ABE18D72-7250-9E42-A8A7-8B33263C04BF}" sibTransId="{3A28B961-A5EA-724E-8F7E-A5EF9BBFF9C9}"/>
    <dgm:cxn modelId="{96963E40-5141-EE42-96F7-9AF291F85426}" type="presOf" srcId="{E76C501A-7105-F340-8E35-DE9AC38F3F7A}" destId="{D5D766E1-6A63-ED41-B513-47E7EC2DA443}" srcOrd="0" destOrd="0" presId="urn:microsoft.com/office/officeart/2005/8/layout/vList2"/>
    <dgm:cxn modelId="{C735175F-D85B-C845-BA36-840FA38390D8}" type="presOf" srcId="{23553E08-0CDE-7343-B41A-FD4155A598C5}" destId="{6469C73C-023F-8945-BA6D-E2B265A93FE1}" srcOrd="0" destOrd="0" presId="urn:microsoft.com/office/officeart/2005/8/layout/vList2"/>
    <dgm:cxn modelId="{14B81495-30C4-B74C-A9F6-91FAF599920F}" type="presOf" srcId="{06C9D666-0545-3245-A70D-D479773BC489}" destId="{F903A9A0-7829-BC4A-8264-F7D8D97F4554}" srcOrd="0" destOrd="1" presId="urn:microsoft.com/office/officeart/2005/8/layout/vList2"/>
    <dgm:cxn modelId="{677A94B7-B9E2-1448-9AF5-E10E3B88465B}" srcId="{23553E08-0CDE-7343-B41A-FD4155A598C5}" destId="{F7E60B0C-E89F-9C4F-A363-233E3154B1A5}" srcOrd="0" destOrd="0" parTransId="{BF0FFC11-D05F-D140-BB4C-81A82B143B55}" sibTransId="{11503549-4FE9-6846-8708-12E152B54432}"/>
    <dgm:cxn modelId="{1AF14BDC-3DE2-EF40-A91E-50F7DDA39924}" srcId="{F7E60B0C-E89F-9C4F-A363-233E3154B1A5}" destId="{7D707BFF-FE2C-C64E-BA3C-088DF4D33BA7}" srcOrd="0" destOrd="0" parTransId="{A27D35EB-B236-D546-9C72-A1AD612BC428}" sibTransId="{33BC6AF9-0B58-114B-9DCC-A6C76019A54D}"/>
    <dgm:cxn modelId="{538C76DE-9530-5F4B-9651-11F436A01B2A}" srcId="{23553E08-0CDE-7343-B41A-FD4155A598C5}" destId="{E76C501A-7105-F340-8E35-DE9AC38F3F7A}" srcOrd="1" destOrd="0" parTransId="{ED763A48-EE1E-0E43-98C4-AA6CAAF9AC13}" sibTransId="{CD9C0B22-2F14-4846-B0AC-4B105CC569B2}"/>
    <dgm:cxn modelId="{96FD66F4-D6F1-6146-A1CF-4D070E37A706}" type="presOf" srcId="{F7E60B0C-E89F-9C4F-A363-233E3154B1A5}" destId="{8368BEF1-3F42-594D-B4DC-79DC09E6A74F}" srcOrd="0" destOrd="0" presId="urn:microsoft.com/office/officeart/2005/8/layout/vList2"/>
    <dgm:cxn modelId="{3C8F59C8-46E1-704D-9DB6-07C6F2EDF370}" type="presParOf" srcId="{6469C73C-023F-8945-BA6D-E2B265A93FE1}" destId="{8368BEF1-3F42-594D-B4DC-79DC09E6A74F}" srcOrd="0" destOrd="0" presId="urn:microsoft.com/office/officeart/2005/8/layout/vList2"/>
    <dgm:cxn modelId="{A9BEBA9F-7BCE-EA40-9539-6A767D1FE574}" type="presParOf" srcId="{6469C73C-023F-8945-BA6D-E2B265A93FE1}" destId="{F903A9A0-7829-BC4A-8264-F7D8D97F4554}" srcOrd="1" destOrd="0" presId="urn:microsoft.com/office/officeart/2005/8/layout/vList2"/>
    <dgm:cxn modelId="{132DF2F1-B15D-1041-BCD8-CE37A81E7352}" type="presParOf" srcId="{6469C73C-023F-8945-BA6D-E2B265A93FE1}" destId="{D5D766E1-6A63-ED41-B513-47E7EC2DA44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FD98079-A27A-C543-B203-B7B1F060D592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GB"/>
        </a:p>
      </dgm:t>
    </dgm:pt>
    <dgm:pt modelId="{EA9571A7-5BA2-D44F-AB64-6B399F876A51}">
      <dgm:prSet/>
      <dgm:spPr/>
      <dgm:t>
        <a:bodyPr/>
        <a:lstStyle/>
        <a:p>
          <a:r>
            <a:rPr lang="en-US" b="0" i="0"/>
            <a:t>Developers integrate code frequently (often daily or multiple times a day).</a:t>
          </a:r>
          <a:endParaRPr lang="en-IN"/>
        </a:p>
      </dgm:t>
    </dgm:pt>
    <dgm:pt modelId="{025EAB2C-E607-174C-8D84-0D360B2519D6}" type="parTrans" cxnId="{5F510314-7CDD-E14B-8676-FFFF4E4AD03F}">
      <dgm:prSet/>
      <dgm:spPr/>
      <dgm:t>
        <a:bodyPr/>
        <a:lstStyle/>
        <a:p>
          <a:endParaRPr lang="en-GB"/>
        </a:p>
      </dgm:t>
    </dgm:pt>
    <dgm:pt modelId="{B1C354F2-8E9D-6541-9BF6-569B1747B3DE}" type="sibTrans" cxnId="{5F510314-7CDD-E14B-8676-FFFF4E4AD03F}">
      <dgm:prSet/>
      <dgm:spPr/>
      <dgm:t>
        <a:bodyPr/>
        <a:lstStyle/>
        <a:p>
          <a:endParaRPr lang="en-GB"/>
        </a:p>
      </dgm:t>
    </dgm:pt>
    <dgm:pt modelId="{0BB25332-AE08-FC42-8BDC-3A1185A7D669}">
      <dgm:prSet/>
      <dgm:spPr/>
      <dgm:t>
        <a:bodyPr/>
        <a:lstStyle/>
        <a:p>
          <a:r>
            <a:rPr lang="en-US" b="0" i="0"/>
            <a:t>Each integration is verified by an automated build and test suite.</a:t>
          </a:r>
          <a:endParaRPr lang="en-IN"/>
        </a:p>
      </dgm:t>
    </dgm:pt>
    <dgm:pt modelId="{E177863D-81C1-1D41-887D-4C2B8F7605FD}" type="parTrans" cxnId="{826EC4BE-8516-6C42-B4D5-AFB310BFB70D}">
      <dgm:prSet/>
      <dgm:spPr/>
      <dgm:t>
        <a:bodyPr/>
        <a:lstStyle/>
        <a:p>
          <a:endParaRPr lang="en-GB"/>
        </a:p>
      </dgm:t>
    </dgm:pt>
    <dgm:pt modelId="{26C02F72-4153-A24B-A833-A11A1AFE2938}" type="sibTrans" cxnId="{826EC4BE-8516-6C42-B4D5-AFB310BFB70D}">
      <dgm:prSet/>
      <dgm:spPr/>
      <dgm:t>
        <a:bodyPr/>
        <a:lstStyle/>
        <a:p>
          <a:endParaRPr lang="en-GB"/>
        </a:p>
      </dgm:t>
    </dgm:pt>
    <dgm:pt modelId="{C679C5E3-B548-AF49-89D5-95A9205C7012}">
      <dgm:prSet/>
      <dgm:spPr/>
      <dgm:t>
        <a:bodyPr/>
        <a:lstStyle/>
        <a:p>
          <a:r>
            <a:rPr lang="en-US" b="0" i="0" dirty="0"/>
            <a:t>Detects integration issues early, reducing debugging time.</a:t>
          </a:r>
          <a:endParaRPr lang="en-IN" dirty="0"/>
        </a:p>
      </dgm:t>
    </dgm:pt>
    <dgm:pt modelId="{573F2921-6159-2245-80B6-5B1F4E82C79C}" type="parTrans" cxnId="{EB91551A-A000-5849-88BA-B7E5908E47D3}">
      <dgm:prSet/>
      <dgm:spPr/>
      <dgm:t>
        <a:bodyPr/>
        <a:lstStyle/>
        <a:p>
          <a:endParaRPr lang="en-GB"/>
        </a:p>
      </dgm:t>
    </dgm:pt>
    <dgm:pt modelId="{12D3155C-44A8-E444-B4D2-615DE2B20BE4}" type="sibTrans" cxnId="{EB91551A-A000-5849-88BA-B7E5908E47D3}">
      <dgm:prSet/>
      <dgm:spPr/>
      <dgm:t>
        <a:bodyPr/>
        <a:lstStyle/>
        <a:p>
          <a:endParaRPr lang="en-GB"/>
        </a:p>
      </dgm:t>
    </dgm:pt>
    <dgm:pt modelId="{40CFD10B-1E3B-3445-B2B9-DD2C4C41B4F7}" type="pres">
      <dgm:prSet presAssocID="{7FD98079-A27A-C543-B203-B7B1F060D592}" presName="linear" presStyleCnt="0">
        <dgm:presLayoutVars>
          <dgm:animLvl val="lvl"/>
          <dgm:resizeHandles val="exact"/>
        </dgm:presLayoutVars>
      </dgm:prSet>
      <dgm:spPr/>
    </dgm:pt>
    <dgm:pt modelId="{B37911F3-E201-E847-A7B6-50CC2E515A26}" type="pres">
      <dgm:prSet presAssocID="{EA9571A7-5BA2-D44F-AB64-6B399F876A5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893FE3-FFF9-5A44-BDBC-EC764C5F821F}" type="pres">
      <dgm:prSet presAssocID="{B1C354F2-8E9D-6541-9BF6-569B1747B3DE}" presName="spacer" presStyleCnt="0"/>
      <dgm:spPr/>
    </dgm:pt>
    <dgm:pt modelId="{9C0B131E-29B5-1B42-8103-021FF4A0E9F7}" type="pres">
      <dgm:prSet presAssocID="{0BB25332-AE08-FC42-8BDC-3A1185A7D6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397AF7-1333-CA4A-A761-B8062A2517F3}" type="pres">
      <dgm:prSet presAssocID="{26C02F72-4153-A24B-A833-A11A1AFE2938}" presName="spacer" presStyleCnt="0"/>
      <dgm:spPr/>
    </dgm:pt>
    <dgm:pt modelId="{51FFEA49-2320-F548-B4EB-728FFE5216AA}" type="pres">
      <dgm:prSet presAssocID="{C679C5E3-B548-AF49-89D5-95A9205C701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F510314-7CDD-E14B-8676-FFFF4E4AD03F}" srcId="{7FD98079-A27A-C543-B203-B7B1F060D592}" destId="{EA9571A7-5BA2-D44F-AB64-6B399F876A51}" srcOrd="0" destOrd="0" parTransId="{025EAB2C-E607-174C-8D84-0D360B2519D6}" sibTransId="{B1C354F2-8E9D-6541-9BF6-569B1747B3DE}"/>
    <dgm:cxn modelId="{EB91551A-A000-5849-88BA-B7E5908E47D3}" srcId="{7FD98079-A27A-C543-B203-B7B1F060D592}" destId="{C679C5E3-B548-AF49-89D5-95A9205C7012}" srcOrd="2" destOrd="0" parTransId="{573F2921-6159-2245-80B6-5B1F4E82C79C}" sibTransId="{12D3155C-44A8-E444-B4D2-615DE2B20BE4}"/>
    <dgm:cxn modelId="{850CEC70-3282-7E45-8997-EA25F97B8B8D}" type="presOf" srcId="{EA9571A7-5BA2-D44F-AB64-6B399F876A51}" destId="{B37911F3-E201-E847-A7B6-50CC2E515A26}" srcOrd="0" destOrd="0" presId="urn:microsoft.com/office/officeart/2005/8/layout/vList2"/>
    <dgm:cxn modelId="{3392AD76-59CF-5A41-9524-2F351316C579}" type="presOf" srcId="{7FD98079-A27A-C543-B203-B7B1F060D592}" destId="{40CFD10B-1E3B-3445-B2B9-DD2C4C41B4F7}" srcOrd="0" destOrd="0" presId="urn:microsoft.com/office/officeart/2005/8/layout/vList2"/>
    <dgm:cxn modelId="{C1F045AF-B01D-724D-BE86-F0CD7E3B4CA5}" type="presOf" srcId="{0BB25332-AE08-FC42-8BDC-3A1185A7D669}" destId="{9C0B131E-29B5-1B42-8103-021FF4A0E9F7}" srcOrd="0" destOrd="0" presId="urn:microsoft.com/office/officeart/2005/8/layout/vList2"/>
    <dgm:cxn modelId="{826EC4BE-8516-6C42-B4D5-AFB310BFB70D}" srcId="{7FD98079-A27A-C543-B203-B7B1F060D592}" destId="{0BB25332-AE08-FC42-8BDC-3A1185A7D669}" srcOrd="1" destOrd="0" parTransId="{E177863D-81C1-1D41-887D-4C2B8F7605FD}" sibTransId="{26C02F72-4153-A24B-A833-A11A1AFE2938}"/>
    <dgm:cxn modelId="{D51F37D7-7EB3-EE4E-BA3D-A9DBEDEA417F}" type="presOf" srcId="{C679C5E3-B548-AF49-89D5-95A9205C7012}" destId="{51FFEA49-2320-F548-B4EB-728FFE5216AA}" srcOrd="0" destOrd="0" presId="urn:microsoft.com/office/officeart/2005/8/layout/vList2"/>
    <dgm:cxn modelId="{5BD88D3B-9865-1449-AE4C-018B68D63F3B}" type="presParOf" srcId="{40CFD10B-1E3B-3445-B2B9-DD2C4C41B4F7}" destId="{B37911F3-E201-E847-A7B6-50CC2E515A26}" srcOrd="0" destOrd="0" presId="urn:microsoft.com/office/officeart/2005/8/layout/vList2"/>
    <dgm:cxn modelId="{C6423539-73C7-0444-BAF1-80A9FE369DF8}" type="presParOf" srcId="{40CFD10B-1E3B-3445-B2B9-DD2C4C41B4F7}" destId="{BB893FE3-FFF9-5A44-BDBC-EC764C5F821F}" srcOrd="1" destOrd="0" presId="urn:microsoft.com/office/officeart/2005/8/layout/vList2"/>
    <dgm:cxn modelId="{3543A086-6E3A-FA44-B68F-639E4C4FA7FB}" type="presParOf" srcId="{40CFD10B-1E3B-3445-B2B9-DD2C4C41B4F7}" destId="{9C0B131E-29B5-1B42-8103-021FF4A0E9F7}" srcOrd="2" destOrd="0" presId="urn:microsoft.com/office/officeart/2005/8/layout/vList2"/>
    <dgm:cxn modelId="{D1DE56BD-8841-354C-87E7-1C2208AEA331}" type="presParOf" srcId="{40CFD10B-1E3B-3445-B2B9-DD2C4C41B4F7}" destId="{01397AF7-1333-CA4A-A761-B8062A2517F3}" srcOrd="3" destOrd="0" presId="urn:microsoft.com/office/officeart/2005/8/layout/vList2"/>
    <dgm:cxn modelId="{7AC9EDDA-2009-CA49-B314-CBE3056DCC2F}" type="presParOf" srcId="{40CFD10B-1E3B-3445-B2B9-DD2C4C41B4F7}" destId="{51FFEA49-2320-F548-B4EB-728FFE5216A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423F072-6D2A-DA41-95FA-5A8601777D90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A69B5F64-723E-6A41-8254-713E176BD646}">
      <dgm:prSet/>
      <dgm:spPr/>
      <dgm:t>
        <a:bodyPr/>
        <a:lstStyle/>
        <a:p>
          <a:r>
            <a:rPr lang="en-IN" b="0" i="0"/>
            <a:t>Visualize the work</a:t>
          </a:r>
          <a:endParaRPr lang="en-IN"/>
        </a:p>
      </dgm:t>
    </dgm:pt>
    <dgm:pt modelId="{5FC77482-52EE-1542-8AB6-F5047939C83A}" type="parTrans" cxnId="{C3602A86-3583-E84B-9607-1F908FDE82CA}">
      <dgm:prSet/>
      <dgm:spPr/>
      <dgm:t>
        <a:bodyPr/>
        <a:lstStyle/>
        <a:p>
          <a:endParaRPr lang="en-GB"/>
        </a:p>
      </dgm:t>
    </dgm:pt>
    <dgm:pt modelId="{A26D1E7E-4C2A-DA42-A9EC-AF266EA39CE5}" type="sibTrans" cxnId="{C3602A86-3583-E84B-9607-1F908FDE82CA}">
      <dgm:prSet/>
      <dgm:spPr/>
      <dgm:t>
        <a:bodyPr/>
        <a:lstStyle/>
        <a:p>
          <a:endParaRPr lang="en-GB"/>
        </a:p>
      </dgm:t>
    </dgm:pt>
    <dgm:pt modelId="{CE4BB6C3-E3D6-B64D-AD79-304C65AF0F5A}">
      <dgm:prSet/>
      <dgm:spPr/>
      <dgm:t>
        <a:bodyPr/>
        <a:lstStyle/>
        <a:p>
          <a:r>
            <a:rPr lang="en-IN" b="0" i="0" dirty="0"/>
            <a:t>Use Kanban boards to make all tasks and their status visible (like </a:t>
          </a:r>
          <a:r>
            <a:rPr lang="en-US" b="0" i="0" dirty="0"/>
            <a:t>“To Do,” “In Progress,” and “Done”).</a:t>
          </a:r>
          <a:endParaRPr lang="en-IN" dirty="0"/>
        </a:p>
      </dgm:t>
    </dgm:pt>
    <dgm:pt modelId="{0D39454F-38F9-3E45-9E4B-1F144E8448C8}" type="parTrans" cxnId="{C3221119-E120-3F4F-B98E-B48BD9D61C37}">
      <dgm:prSet/>
      <dgm:spPr/>
      <dgm:t>
        <a:bodyPr/>
        <a:lstStyle/>
        <a:p>
          <a:endParaRPr lang="en-GB"/>
        </a:p>
      </dgm:t>
    </dgm:pt>
    <dgm:pt modelId="{0387C3FD-C0C7-794E-A0AC-ECA277F4F930}" type="sibTrans" cxnId="{C3221119-E120-3F4F-B98E-B48BD9D61C37}">
      <dgm:prSet/>
      <dgm:spPr/>
      <dgm:t>
        <a:bodyPr/>
        <a:lstStyle/>
        <a:p>
          <a:endParaRPr lang="en-GB"/>
        </a:p>
      </dgm:t>
    </dgm:pt>
    <dgm:pt modelId="{0A537079-D2E8-244A-BC83-4D886DFA007A}">
      <dgm:prSet/>
      <dgm:spPr/>
      <dgm:t>
        <a:bodyPr/>
        <a:lstStyle/>
        <a:p>
          <a:r>
            <a:rPr lang="en-IN" dirty="0"/>
            <a:t>Eliminate Waste</a:t>
          </a:r>
        </a:p>
      </dgm:t>
    </dgm:pt>
    <dgm:pt modelId="{18BF499E-5828-F341-B0DB-1E01CCD5C7A2}" type="parTrans" cxnId="{DA6FBF80-E429-574D-937F-6E9BF1B796B0}">
      <dgm:prSet/>
      <dgm:spPr/>
      <dgm:t>
        <a:bodyPr/>
        <a:lstStyle/>
        <a:p>
          <a:endParaRPr lang="en-GB"/>
        </a:p>
      </dgm:t>
    </dgm:pt>
    <dgm:pt modelId="{C76E04F9-CD62-DA47-95DF-A77C4EC39D9B}" type="sibTrans" cxnId="{DA6FBF80-E429-574D-937F-6E9BF1B796B0}">
      <dgm:prSet/>
      <dgm:spPr/>
      <dgm:t>
        <a:bodyPr/>
        <a:lstStyle/>
        <a:p>
          <a:endParaRPr lang="en-GB"/>
        </a:p>
      </dgm:t>
    </dgm:pt>
    <dgm:pt modelId="{CDD22035-30D0-D545-977A-3A0C0F86A64D}">
      <dgm:prSet/>
      <dgm:spPr/>
      <dgm:t>
        <a:bodyPr/>
        <a:lstStyle/>
        <a:p>
          <a:r>
            <a:rPr lang="en-IN" b="0" i="0"/>
            <a:t>Set WIP limits to avoid overload and encourage focus</a:t>
          </a:r>
          <a:endParaRPr lang="en-IN"/>
        </a:p>
      </dgm:t>
    </dgm:pt>
    <dgm:pt modelId="{A194201C-A64F-9046-840E-BBEF24491931}" type="parTrans" cxnId="{FF87DC5E-5A55-C44D-96E2-16A3D419C070}">
      <dgm:prSet/>
      <dgm:spPr/>
      <dgm:t>
        <a:bodyPr/>
        <a:lstStyle/>
        <a:p>
          <a:endParaRPr lang="en-GB"/>
        </a:p>
      </dgm:t>
    </dgm:pt>
    <dgm:pt modelId="{C8279D4F-F2E1-3549-AC6F-48FD45AEB848}" type="sibTrans" cxnId="{FF87DC5E-5A55-C44D-96E2-16A3D419C070}">
      <dgm:prSet/>
      <dgm:spPr/>
      <dgm:t>
        <a:bodyPr/>
        <a:lstStyle/>
        <a:p>
          <a:endParaRPr lang="en-GB"/>
        </a:p>
      </dgm:t>
    </dgm:pt>
    <dgm:pt modelId="{9C79CF45-42C7-9E4E-829A-18935F114A4E}">
      <dgm:prSet/>
      <dgm:spPr/>
      <dgm:t>
        <a:bodyPr/>
        <a:lstStyle/>
        <a:p>
          <a:r>
            <a:rPr lang="en-IN" b="0" i="0"/>
            <a:t>Manage flow</a:t>
          </a:r>
          <a:endParaRPr lang="en-IN"/>
        </a:p>
      </dgm:t>
    </dgm:pt>
    <dgm:pt modelId="{595F53DF-FF5F-EA41-9862-7E82F445D0B1}" type="parTrans" cxnId="{4ED26E52-763A-2E41-9858-35D5A2B23D46}">
      <dgm:prSet/>
      <dgm:spPr/>
      <dgm:t>
        <a:bodyPr/>
        <a:lstStyle/>
        <a:p>
          <a:endParaRPr lang="en-GB"/>
        </a:p>
      </dgm:t>
    </dgm:pt>
    <dgm:pt modelId="{FEF0E245-BBCF-D843-85D6-AF0F56EBEF13}" type="sibTrans" cxnId="{4ED26E52-763A-2E41-9858-35D5A2B23D46}">
      <dgm:prSet/>
      <dgm:spPr/>
      <dgm:t>
        <a:bodyPr/>
        <a:lstStyle/>
        <a:p>
          <a:endParaRPr lang="en-GB"/>
        </a:p>
      </dgm:t>
    </dgm:pt>
    <dgm:pt modelId="{C3B08163-36B9-714A-AD58-CB5724E3C964}">
      <dgm:prSet/>
      <dgm:spPr/>
      <dgm:t>
        <a:bodyPr/>
        <a:lstStyle/>
        <a:p>
          <a:r>
            <a:rPr lang="en-IN" b="0" i="0" dirty="0"/>
            <a:t>Track and optimize the flow of work to ensure smooth delivery and identify bottlenecks</a:t>
          </a:r>
          <a:endParaRPr lang="en-IN" dirty="0"/>
        </a:p>
      </dgm:t>
    </dgm:pt>
    <dgm:pt modelId="{048A925A-E86A-8C43-81A8-B1E590FC5BD6}" type="parTrans" cxnId="{4062CDE4-2AA7-B747-9D42-31A545E334B5}">
      <dgm:prSet/>
      <dgm:spPr/>
      <dgm:t>
        <a:bodyPr/>
        <a:lstStyle/>
        <a:p>
          <a:endParaRPr lang="en-GB"/>
        </a:p>
      </dgm:t>
    </dgm:pt>
    <dgm:pt modelId="{8E5C85E1-77B7-F242-A01E-F04AE03395EE}" type="sibTrans" cxnId="{4062CDE4-2AA7-B747-9D42-31A545E334B5}">
      <dgm:prSet/>
      <dgm:spPr/>
      <dgm:t>
        <a:bodyPr/>
        <a:lstStyle/>
        <a:p>
          <a:endParaRPr lang="en-GB"/>
        </a:p>
      </dgm:t>
    </dgm:pt>
    <dgm:pt modelId="{7EF92359-B9EF-4630-9D84-DA4CCF50B508}">
      <dgm:prSet/>
      <dgm:spPr/>
      <dgm:t>
        <a:bodyPr/>
        <a:lstStyle/>
        <a:p>
          <a:r>
            <a:rPr lang="en-IN" dirty="0"/>
            <a:t>Implement Feedback Loops</a:t>
          </a:r>
        </a:p>
      </dgm:t>
    </dgm:pt>
    <dgm:pt modelId="{88C50A92-381F-407C-9BC1-CD9BB1038250}" type="parTrans" cxnId="{25FB4199-CDE5-4331-A931-A0BB283FD78B}">
      <dgm:prSet/>
      <dgm:spPr/>
      <dgm:t>
        <a:bodyPr/>
        <a:lstStyle/>
        <a:p>
          <a:endParaRPr lang="en-US"/>
        </a:p>
      </dgm:t>
    </dgm:pt>
    <dgm:pt modelId="{DAA8A4A7-ED21-435F-A192-22C9FD0F0D2D}" type="sibTrans" cxnId="{25FB4199-CDE5-4331-A931-A0BB283FD78B}">
      <dgm:prSet/>
      <dgm:spPr/>
      <dgm:t>
        <a:bodyPr/>
        <a:lstStyle/>
        <a:p>
          <a:endParaRPr lang="en-US"/>
        </a:p>
      </dgm:t>
    </dgm:pt>
    <dgm:pt modelId="{48F3B134-9BD7-4846-96ED-CCA99EDC56F1}">
      <dgm:prSet/>
      <dgm:spPr/>
      <dgm:t>
        <a:bodyPr/>
        <a:lstStyle/>
        <a:p>
          <a:r>
            <a:rPr lang="en-US" dirty="0"/>
            <a:t>Have regular reviews and retrospectives to assess performance and adjust processes</a:t>
          </a:r>
          <a:endParaRPr lang="en-IN" dirty="0"/>
        </a:p>
      </dgm:t>
    </dgm:pt>
    <dgm:pt modelId="{1DEB31DB-1B3F-466D-8263-96063024C298}" type="parTrans" cxnId="{5CFFA02C-E67C-4205-BB0E-EAD9F1324875}">
      <dgm:prSet/>
      <dgm:spPr/>
      <dgm:t>
        <a:bodyPr/>
        <a:lstStyle/>
        <a:p>
          <a:endParaRPr lang="en-US"/>
        </a:p>
      </dgm:t>
    </dgm:pt>
    <dgm:pt modelId="{579DAB36-33ED-4FB4-9158-12D1E035A564}" type="sibTrans" cxnId="{5CFFA02C-E67C-4205-BB0E-EAD9F1324875}">
      <dgm:prSet/>
      <dgm:spPr/>
      <dgm:t>
        <a:bodyPr/>
        <a:lstStyle/>
        <a:p>
          <a:endParaRPr lang="en-US"/>
        </a:p>
      </dgm:t>
    </dgm:pt>
    <dgm:pt modelId="{C47BA9F2-CDFD-435C-8612-A16016A60EF3}">
      <dgm:prSet/>
      <dgm:spPr/>
      <dgm:t>
        <a:bodyPr/>
        <a:lstStyle/>
        <a:p>
          <a:r>
            <a:rPr lang="en-IN" dirty="0"/>
            <a:t>Build Quality In</a:t>
          </a:r>
        </a:p>
      </dgm:t>
    </dgm:pt>
    <dgm:pt modelId="{D56EBD47-801E-4E3B-B791-D87208484310}" type="parTrans" cxnId="{6F7DB1BE-1921-405E-B674-A235110211BC}">
      <dgm:prSet/>
      <dgm:spPr/>
      <dgm:t>
        <a:bodyPr/>
        <a:lstStyle/>
        <a:p>
          <a:endParaRPr lang="en-US"/>
        </a:p>
      </dgm:t>
    </dgm:pt>
    <dgm:pt modelId="{15453BDF-65BF-48AA-95D5-B90BF273E16C}" type="sibTrans" cxnId="{6F7DB1BE-1921-405E-B674-A235110211BC}">
      <dgm:prSet/>
      <dgm:spPr/>
      <dgm:t>
        <a:bodyPr/>
        <a:lstStyle/>
        <a:p>
          <a:endParaRPr lang="en-US"/>
        </a:p>
      </dgm:t>
    </dgm:pt>
    <dgm:pt modelId="{5CE5E870-0379-4904-90FB-296A5F9E15EA}">
      <dgm:prSet/>
      <dgm:spPr/>
      <dgm:t>
        <a:bodyPr/>
        <a:lstStyle/>
        <a:p>
          <a:r>
            <a:rPr lang="en-US" dirty="0"/>
            <a:t>Remove non-value-adding activities like redundant code, delays, and unnecessary documentation</a:t>
          </a:r>
          <a:endParaRPr lang="en-IN" dirty="0"/>
        </a:p>
      </dgm:t>
    </dgm:pt>
    <dgm:pt modelId="{4C6D3F7F-F82C-4D9E-A4D8-D785615A021C}" type="parTrans" cxnId="{AFFC4745-1931-423E-AFF9-44B466CBC345}">
      <dgm:prSet/>
      <dgm:spPr/>
      <dgm:t>
        <a:bodyPr/>
        <a:lstStyle/>
        <a:p>
          <a:endParaRPr lang="en-US"/>
        </a:p>
      </dgm:t>
    </dgm:pt>
    <dgm:pt modelId="{BADF1F81-3AF3-4C05-9306-8499FCE79442}" type="sibTrans" cxnId="{AFFC4745-1931-423E-AFF9-44B466CBC345}">
      <dgm:prSet/>
      <dgm:spPr/>
      <dgm:t>
        <a:bodyPr/>
        <a:lstStyle/>
        <a:p>
          <a:endParaRPr lang="en-US"/>
        </a:p>
      </dgm:t>
    </dgm:pt>
    <dgm:pt modelId="{CE69967E-242F-4833-85C0-0FB7E1B24672}">
      <dgm:prSet/>
      <dgm:spPr/>
      <dgm:t>
        <a:bodyPr/>
        <a:lstStyle/>
        <a:p>
          <a:r>
            <a:rPr lang="en-IN" b="0" i="0"/>
            <a:t>Limit work in progress (WIP)</a:t>
          </a:r>
          <a:endParaRPr lang="en-IN" dirty="0"/>
        </a:p>
      </dgm:t>
    </dgm:pt>
    <dgm:pt modelId="{9F7AFF41-4133-4992-A38B-20283D37F5A2}" type="parTrans" cxnId="{9F533B69-707C-4BD2-8A95-00C9F30B0154}">
      <dgm:prSet/>
      <dgm:spPr/>
      <dgm:t>
        <a:bodyPr/>
        <a:lstStyle/>
        <a:p>
          <a:endParaRPr lang="en-US"/>
        </a:p>
      </dgm:t>
    </dgm:pt>
    <dgm:pt modelId="{E922BAE4-7715-459C-9C19-E6BC2F07FA85}" type="sibTrans" cxnId="{9F533B69-707C-4BD2-8A95-00C9F30B0154}">
      <dgm:prSet/>
      <dgm:spPr/>
      <dgm:t>
        <a:bodyPr/>
        <a:lstStyle/>
        <a:p>
          <a:endParaRPr lang="en-US"/>
        </a:p>
      </dgm:t>
    </dgm:pt>
    <dgm:pt modelId="{6AB709B4-CEC1-431D-924C-294E0A472810}">
      <dgm:prSet/>
      <dgm:spPr/>
      <dgm:t>
        <a:bodyPr/>
        <a:lstStyle/>
        <a:p>
          <a:r>
            <a:rPr lang="en-IN" dirty="0"/>
            <a:t>Integrate testing and validation </a:t>
          </a:r>
          <a:r>
            <a:rPr lang="en-IN" dirty="0" err="1"/>
            <a:t>throught</a:t>
          </a:r>
          <a:r>
            <a:rPr lang="en-IN" dirty="0"/>
            <a:t> development to prevent defects early.</a:t>
          </a:r>
        </a:p>
      </dgm:t>
    </dgm:pt>
    <dgm:pt modelId="{06346468-3E41-411D-B98D-0A36B91B5ECC}" type="parTrans" cxnId="{262D28B5-2FF7-4EAB-9EEB-4FBC4346A5AD}">
      <dgm:prSet/>
      <dgm:spPr/>
      <dgm:t>
        <a:bodyPr/>
        <a:lstStyle/>
        <a:p>
          <a:endParaRPr lang="en-US"/>
        </a:p>
      </dgm:t>
    </dgm:pt>
    <dgm:pt modelId="{9EC559E2-5F80-4305-B796-9E479916EF41}" type="sibTrans" cxnId="{262D28B5-2FF7-4EAB-9EEB-4FBC4346A5AD}">
      <dgm:prSet/>
      <dgm:spPr/>
      <dgm:t>
        <a:bodyPr/>
        <a:lstStyle/>
        <a:p>
          <a:endParaRPr lang="en-US"/>
        </a:p>
      </dgm:t>
    </dgm:pt>
    <dgm:pt modelId="{8E359BE8-F62C-A845-9EAF-A3E8BC0C7163}" type="pres">
      <dgm:prSet presAssocID="{E423F072-6D2A-DA41-95FA-5A8601777D90}" presName="Name0" presStyleCnt="0">
        <dgm:presLayoutVars>
          <dgm:dir/>
          <dgm:animLvl val="lvl"/>
          <dgm:resizeHandles val="exact"/>
        </dgm:presLayoutVars>
      </dgm:prSet>
      <dgm:spPr/>
    </dgm:pt>
    <dgm:pt modelId="{BCA90667-8E71-3E4A-BA53-665D621329ED}" type="pres">
      <dgm:prSet presAssocID="{A69B5F64-723E-6A41-8254-713E176BD646}" presName="linNode" presStyleCnt="0"/>
      <dgm:spPr/>
    </dgm:pt>
    <dgm:pt modelId="{2F72A204-4632-0240-A7B4-51220381C176}" type="pres">
      <dgm:prSet presAssocID="{A69B5F64-723E-6A41-8254-713E176BD646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E0BF8C41-D141-7444-9443-9416C6217C76}" type="pres">
      <dgm:prSet presAssocID="{A69B5F64-723E-6A41-8254-713E176BD646}" presName="descendantText" presStyleLbl="alignAccFollowNode1" presStyleIdx="0" presStyleCnt="6">
        <dgm:presLayoutVars>
          <dgm:bulletEnabled val="1"/>
        </dgm:presLayoutVars>
      </dgm:prSet>
      <dgm:spPr/>
    </dgm:pt>
    <dgm:pt modelId="{301B02F7-D370-0146-92D7-0522DB4C54D6}" type="pres">
      <dgm:prSet presAssocID="{A26D1E7E-4C2A-DA42-A9EC-AF266EA39CE5}" presName="sp" presStyleCnt="0"/>
      <dgm:spPr/>
    </dgm:pt>
    <dgm:pt modelId="{126F1BCD-95A5-7340-AAB0-27BA327E2995}" type="pres">
      <dgm:prSet presAssocID="{0A537079-D2E8-244A-BC83-4D886DFA007A}" presName="linNode" presStyleCnt="0"/>
      <dgm:spPr/>
    </dgm:pt>
    <dgm:pt modelId="{7401C5BE-9E06-B140-86F6-6CCC4C04352F}" type="pres">
      <dgm:prSet presAssocID="{0A537079-D2E8-244A-BC83-4D886DFA007A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0854BF07-8305-43A0-97FB-73FF12796DD6}" type="pres">
      <dgm:prSet presAssocID="{0A537079-D2E8-244A-BC83-4D886DFA007A}" presName="descendantText" presStyleLbl="alignAccFollowNode1" presStyleIdx="1" presStyleCnt="6">
        <dgm:presLayoutVars>
          <dgm:bulletEnabled val="1"/>
        </dgm:presLayoutVars>
      </dgm:prSet>
      <dgm:spPr/>
    </dgm:pt>
    <dgm:pt modelId="{A59AB4FE-3305-B346-9A2E-B92B9D8EED84}" type="pres">
      <dgm:prSet presAssocID="{C76E04F9-CD62-DA47-95DF-A77C4EC39D9B}" presName="sp" presStyleCnt="0"/>
      <dgm:spPr/>
    </dgm:pt>
    <dgm:pt modelId="{D1A89A19-3235-4271-9597-FD3221B62D2E}" type="pres">
      <dgm:prSet presAssocID="{C47BA9F2-CDFD-435C-8612-A16016A60EF3}" presName="linNode" presStyleCnt="0"/>
      <dgm:spPr/>
    </dgm:pt>
    <dgm:pt modelId="{3FCD9039-A226-4D12-9A1A-F23B8F37A617}" type="pres">
      <dgm:prSet presAssocID="{C47BA9F2-CDFD-435C-8612-A16016A60EF3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E192FF0A-0BBD-4C58-BBC3-6BCFD435D180}" type="pres">
      <dgm:prSet presAssocID="{C47BA9F2-CDFD-435C-8612-A16016A60EF3}" presName="descendantText" presStyleLbl="alignAccFollowNode1" presStyleIdx="2" presStyleCnt="6">
        <dgm:presLayoutVars>
          <dgm:bulletEnabled val="1"/>
        </dgm:presLayoutVars>
      </dgm:prSet>
      <dgm:spPr/>
    </dgm:pt>
    <dgm:pt modelId="{3C3AC0B5-3F67-43FF-87A4-1CB9F24694D4}" type="pres">
      <dgm:prSet presAssocID="{15453BDF-65BF-48AA-95D5-B90BF273E16C}" presName="sp" presStyleCnt="0"/>
      <dgm:spPr/>
    </dgm:pt>
    <dgm:pt modelId="{072BF237-6E95-4468-A2B1-9556AC64650F}" type="pres">
      <dgm:prSet presAssocID="{CE69967E-242F-4833-85C0-0FB7E1B24672}" presName="linNode" presStyleCnt="0"/>
      <dgm:spPr/>
    </dgm:pt>
    <dgm:pt modelId="{15FA1CB9-ECA9-4562-B8B4-D86336D6CC17}" type="pres">
      <dgm:prSet presAssocID="{CE69967E-242F-4833-85C0-0FB7E1B24672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18D9BDB1-7396-4EAF-B680-DDDCBA2B4227}" type="pres">
      <dgm:prSet presAssocID="{CE69967E-242F-4833-85C0-0FB7E1B24672}" presName="descendantText" presStyleLbl="alignAccFollowNode1" presStyleIdx="3" presStyleCnt="6">
        <dgm:presLayoutVars>
          <dgm:bulletEnabled val="1"/>
        </dgm:presLayoutVars>
      </dgm:prSet>
      <dgm:spPr/>
    </dgm:pt>
    <dgm:pt modelId="{E6D14EA5-3E59-451C-92E5-CD5B019C22B4}" type="pres">
      <dgm:prSet presAssocID="{E922BAE4-7715-459C-9C19-E6BC2F07FA85}" presName="sp" presStyleCnt="0"/>
      <dgm:spPr/>
    </dgm:pt>
    <dgm:pt modelId="{75A65324-BD35-F343-A4A5-F8EFD0C63F76}" type="pres">
      <dgm:prSet presAssocID="{9C79CF45-42C7-9E4E-829A-18935F114A4E}" presName="linNode" presStyleCnt="0"/>
      <dgm:spPr/>
    </dgm:pt>
    <dgm:pt modelId="{7430B761-B3EF-AA45-A5C1-5EBAD44F0DE5}" type="pres">
      <dgm:prSet presAssocID="{9C79CF45-42C7-9E4E-829A-18935F114A4E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6D00195F-8E29-B544-9E14-EDA94581B2DB}" type="pres">
      <dgm:prSet presAssocID="{9C79CF45-42C7-9E4E-829A-18935F114A4E}" presName="descendantText" presStyleLbl="alignAccFollowNode1" presStyleIdx="4" presStyleCnt="6">
        <dgm:presLayoutVars>
          <dgm:bulletEnabled val="1"/>
        </dgm:presLayoutVars>
      </dgm:prSet>
      <dgm:spPr/>
    </dgm:pt>
    <dgm:pt modelId="{C7DB25C5-0DC0-4DC3-9BC4-1D08C35E753B}" type="pres">
      <dgm:prSet presAssocID="{FEF0E245-BBCF-D843-85D6-AF0F56EBEF13}" presName="sp" presStyleCnt="0"/>
      <dgm:spPr/>
    </dgm:pt>
    <dgm:pt modelId="{AADE0890-3856-4662-9C90-C5FBE2849425}" type="pres">
      <dgm:prSet presAssocID="{7EF92359-B9EF-4630-9D84-DA4CCF50B508}" presName="linNode" presStyleCnt="0"/>
      <dgm:spPr/>
    </dgm:pt>
    <dgm:pt modelId="{39395329-5748-475B-B46A-4B685439F00B}" type="pres">
      <dgm:prSet presAssocID="{7EF92359-B9EF-4630-9D84-DA4CCF50B508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C3FE2032-BAFE-41AC-A562-24D8A80E8FFC}" type="pres">
      <dgm:prSet presAssocID="{7EF92359-B9EF-4630-9D84-DA4CCF50B508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71B69A17-92FA-2D4A-808C-72CE730CC360}" type="presOf" srcId="{E423F072-6D2A-DA41-95FA-5A8601777D90}" destId="{8E359BE8-F62C-A845-9EAF-A3E8BC0C7163}" srcOrd="0" destOrd="0" presId="urn:microsoft.com/office/officeart/2005/8/layout/vList5"/>
    <dgm:cxn modelId="{C3221119-E120-3F4F-B98E-B48BD9D61C37}" srcId="{A69B5F64-723E-6A41-8254-713E176BD646}" destId="{CE4BB6C3-E3D6-B64D-AD79-304C65AF0F5A}" srcOrd="0" destOrd="0" parTransId="{0D39454F-38F9-3E45-9E4B-1F144E8448C8}" sibTransId="{0387C3FD-C0C7-794E-A0AC-ECA277F4F930}"/>
    <dgm:cxn modelId="{0DA42E27-567D-4828-B6BB-ABD4CD023F21}" type="presOf" srcId="{48F3B134-9BD7-4846-96ED-CCA99EDC56F1}" destId="{C3FE2032-BAFE-41AC-A562-24D8A80E8FFC}" srcOrd="0" destOrd="0" presId="urn:microsoft.com/office/officeart/2005/8/layout/vList5"/>
    <dgm:cxn modelId="{5CFFA02C-E67C-4205-BB0E-EAD9F1324875}" srcId="{7EF92359-B9EF-4630-9D84-DA4CCF50B508}" destId="{48F3B134-9BD7-4846-96ED-CCA99EDC56F1}" srcOrd="0" destOrd="0" parTransId="{1DEB31DB-1B3F-466D-8263-96063024C298}" sibTransId="{579DAB36-33ED-4FB4-9158-12D1E035A564}"/>
    <dgm:cxn modelId="{4482BC2C-ABA4-4BEA-8B5F-674EA91BE6A0}" type="presOf" srcId="{CE4BB6C3-E3D6-B64D-AD79-304C65AF0F5A}" destId="{E0BF8C41-D141-7444-9443-9416C6217C76}" srcOrd="0" destOrd="0" presId="urn:microsoft.com/office/officeart/2005/8/layout/vList5"/>
    <dgm:cxn modelId="{FF87DC5E-5A55-C44D-96E2-16A3D419C070}" srcId="{CE69967E-242F-4833-85C0-0FB7E1B24672}" destId="{CDD22035-30D0-D545-977A-3A0C0F86A64D}" srcOrd="0" destOrd="0" parTransId="{A194201C-A64F-9046-840E-BBEF24491931}" sibTransId="{C8279D4F-F2E1-3549-AC6F-48FD45AEB848}"/>
    <dgm:cxn modelId="{AFFC4745-1931-423E-AFF9-44B466CBC345}" srcId="{0A537079-D2E8-244A-BC83-4D886DFA007A}" destId="{5CE5E870-0379-4904-90FB-296A5F9E15EA}" srcOrd="0" destOrd="0" parTransId="{4C6D3F7F-F82C-4D9E-A4D8-D785615A021C}" sibTransId="{BADF1F81-3AF3-4C05-9306-8499FCE79442}"/>
    <dgm:cxn modelId="{9F533B69-707C-4BD2-8A95-00C9F30B0154}" srcId="{E423F072-6D2A-DA41-95FA-5A8601777D90}" destId="{CE69967E-242F-4833-85C0-0FB7E1B24672}" srcOrd="3" destOrd="0" parTransId="{9F7AFF41-4133-4992-A38B-20283D37F5A2}" sibTransId="{E922BAE4-7715-459C-9C19-E6BC2F07FA85}"/>
    <dgm:cxn modelId="{4ED26E52-763A-2E41-9858-35D5A2B23D46}" srcId="{E423F072-6D2A-DA41-95FA-5A8601777D90}" destId="{9C79CF45-42C7-9E4E-829A-18935F114A4E}" srcOrd="4" destOrd="0" parTransId="{595F53DF-FF5F-EA41-9862-7E82F445D0B1}" sibTransId="{FEF0E245-BBCF-D843-85D6-AF0F56EBEF13}"/>
    <dgm:cxn modelId="{D74E1B73-1630-4A5C-9CA7-72B5444646B6}" type="presOf" srcId="{C47BA9F2-CDFD-435C-8612-A16016A60EF3}" destId="{3FCD9039-A226-4D12-9A1A-F23B8F37A617}" srcOrd="0" destOrd="0" presId="urn:microsoft.com/office/officeart/2005/8/layout/vList5"/>
    <dgm:cxn modelId="{5747D055-BD10-4BE1-A896-A51FA927AAF5}" type="presOf" srcId="{C3B08163-36B9-714A-AD58-CB5724E3C964}" destId="{6D00195F-8E29-B544-9E14-EDA94581B2DB}" srcOrd="0" destOrd="0" presId="urn:microsoft.com/office/officeart/2005/8/layout/vList5"/>
    <dgm:cxn modelId="{A4E69879-7CD7-4BDB-A917-1B3D2A87AE8E}" type="presOf" srcId="{6AB709B4-CEC1-431D-924C-294E0A472810}" destId="{E192FF0A-0BBD-4C58-BBC3-6BCFD435D180}" srcOrd="0" destOrd="0" presId="urn:microsoft.com/office/officeart/2005/8/layout/vList5"/>
    <dgm:cxn modelId="{DA6FBF80-E429-574D-937F-6E9BF1B796B0}" srcId="{E423F072-6D2A-DA41-95FA-5A8601777D90}" destId="{0A537079-D2E8-244A-BC83-4D886DFA007A}" srcOrd="1" destOrd="0" parTransId="{18BF499E-5828-F341-B0DB-1E01CCD5C7A2}" sibTransId="{C76E04F9-CD62-DA47-95DF-A77C4EC39D9B}"/>
    <dgm:cxn modelId="{C3602A86-3583-E84B-9607-1F908FDE82CA}" srcId="{E423F072-6D2A-DA41-95FA-5A8601777D90}" destId="{A69B5F64-723E-6A41-8254-713E176BD646}" srcOrd="0" destOrd="0" parTransId="{5FC77482-52EE-1542-8AB6-F5047939C83A}" sibTransId="{A26D1E7E-4C2A-DA42-A9EC-AF266EA39CE5}"/>
    <dgm:cxn modelId="{31CB8593-F056-4BB6-A945-824F0BEA32D8}" type="presOf" srcId="{CE69967E-242F-4833-85C0-0FB7E1B24672}" destId="{15FA1CB9-ECA9-4562-B8B4-D86336D6CC17}" srcOrd="0" destOrd="0" presId="urn:microsoft.com/office/officeart/2005/8/layout/vList5"/>
    <dgm:cxn modelId="{25FB4199-CDE5-4331-A931-A0BB283FD78B}" srcId="{E423F072-6D2A-DA41-95FA-5A8601777D90}" destId="{7EF92359-B9EF-4630-9D84-DA4CCF50B508}" srcOrd="5" destOrd="0" parTransId="{88C50A92-381F-407C-9BC1-CD9BB1038250}" sibTransId="{DAA8A4A7-ED21-435F-A192-22C9FD0F0D2D}"/>
    <dgm:cxn modelId="{FA897DA2-8DD7-4DCE-90CE-92490D8A454F}" type="presOf" srcId="{7EF92359-B9EF-4630-9D84-DA4CCF50B508}" destId="{39395329-5748-475B-B46A-4B685439F00B}" srcOrd="0" destOrd="0" presId="urn:microsoft.com/office/officeart/2005/8/layout/vList5"/>
    <dgm:cxn modelId="{262D28B5-2FF7-4EAB-9EEB-4FBC4346A5AD}" srcId="{C47BA9F2-CDFD-435C-8612-A16016A60EF3}" destId="{6AB709B4-CEC1-431D-924C-294E0A472810}" srcOrd="0" destOrd="0" parTransId="{06346468-3E41-411D-B98D-0A36B91B5ECC}" sibTransId="{9EC559E2-5F80-4305-B796-9E479916EF41}"/>
    <dgm:cxn modelId="{255440B9-B2D1-4411-B9A0-FA091F35B632}" type="presOf" srcId="{CDD22035-30D0-D545-977A-3A0C0F86A64D}" destId="{18D9BDB1-7396-4EAF-B680-DDDCBA2B4227}" srcOrd="0" destOrd="0" presId="urn:microsoft.com/office/officeart/2005/8/layout/vList5"/>
    <dgm:cxn modelId="{6F7DB1BE-1921-405E-B674-A235110211BC}" srcId="{E423F072-6D2A-DA41-95FA-5A8601777D90}" destId="{C47BA9F2-CDFD-435C-8612-A16016A60EF3}" srcOrd="2" destOrd="0" parTransId="{D56EBD47-801E-4E3B-B791-D87208484310}" sibTransId="{15453BDF-65BF-48AA-95D5-B90BF273E16C}"/>
    <dgm:cxn modelId="{CBFFB5C2-9679-49D3-B95C-2F6F309CABAB}" type="presOf" srcId="{9C79CF45-42C7-9E4E-829A-18935F114A4E}" destId="{7430B761-B3EF-AA45-A5C1-5EBAD44F0DE5}" srcOrd="0" destOrd="0" presId="urn:microsoft.com/office/officeart/2005/8/layout/vList5"/>
    <dgm:cxn modelId="{EB0E74E3-7A81-4F2C-9F59-9E08AA4F730E}" type="presOf" srcId="{0A537079-D2E8-244A-BC83-4D886DFA007A}" destId="{7401C5BE-9E06-B140-86F6-6CCC4C04352F}" srcOrd="0" destOrd="0" presId="urn:microsoft.com/office/officeart/2005/8/layout/vList5"/>
    <dgm:cxn modelId="{4062CDE4-2AA7-B747-9D42-31A545E334B5}" srcId="{9C79CF45-42C7-9E4E-829A-18935F114A4E}" destId="{C3B08163-36B9-714A-AD58-CB5724E3C964}" srcOrd="0" destOrd="0" parTransId="{048A925A-E86A-8C43-81A8-B1E590FC5BD6}" sibTransId="{8E5C85E1-77B7-F242-A01E-F04AE03395EE}"/>
    <dgm:cxn modelId="{D9557EE8-C9E4-4F88-9697-E7708E2B7116}" type="presOf" srcId="{A69B5F64-723E-6A41-8254-713E176BD646}" destId="{2F72A204-4632-0240-A7B4-51220381C176}" srcOrd="0" destOrd="0" presId="urn:microsoft.com/office/officeart/2005/8/layout/vList5"/>
    <dgm:cxn modelId="{6D576EFE-9B83-459F-A8F7-E2C1816DDC9B}" type="presOf" srcId="{5CE5E870-0379-4904-90FB-296A5F9E15EA}" destId="{0854BF07-8305-43A0-97FB-73FF12796DD6}" srcOrd="0" destOrd="0" presId="urn:microsoft.com/office/officeart/2005/8/layout/vList5"/>
    <dgm:cxn modelId="{F5A5EF63-E05E-49B3-AA68-2D62438E5033}" type="presParOf" srcId="{8E359BE8-F62C-A845-9EAF-A3E8BC0C7163}" destId="{BCA90667-8E71-3E4A-BA53-665D621329ED}" srcOrd="0" destOrd="0" presId="urn:microsoft.com/office/officeart/2005/8/layout/vList5"/>
    <dgm:cxn modelId="{35A6276C-013E-4B41-A6FD-BE9AD34BA310}" type="presParOf" srcId="{BCA90667-8E71-3E4A-BA53-665D621329ED}" destId="{2F72A204-4632-0240-A7B4-51220381C176}" srcOrd="0" destOrd="0" presId="urn:microsoft.com/office/officeart/2005/8/layout/vList5"/>
    <dgm:cxn modelId="{07C26477-EB80-4EF4-A01E-8B5DCF066174}" type="presParOf" srcId="{BCA90667-8E71-3E4A-BA53-665D621329ED}" destId="{E0BF8C41-D141-7444-9443-9416C6217C76}" srcOrd="1" destOrd="0" presId="urn:microsoft.com/office/officeart/2005/8/layout/vList5"/>
    <dgm:cxn modelId="{7D5E3E54-136E-4820-9613-AF5E814B1228}" type="presParOf" srcId="{8E359BE8-F62C-A845-9EAF-A3E8BC0C7163}" destId="{301B02F7-D370-0146-92D7-0522DB4C54D6}" srcOrd="1" destOrd="0" presId="urn:microsoft.com/office/officeart/2005/8/layout/vList5"/>
    <dgm:cxn modelId="{66B50B5E-36DC-41EA-B35A-DF893CA3A6B6}" type="presParOf" srcId="{8E359BE8-F62C-A845-9EAF-A3E8BC0C7163}" destId="{126F1BCD-95A5-7340-AAB0-27BA327E2995}" srcOrd="2" destOrd="0" presId="urn:microsoft.com/office/officeart/2005/8/layout/vList5"/>
    <dgm:cxn modelId="{4D6C9B8C-B51D-4379-80F7-C3C76BEB863B}" type="presParOf" srcId="{126F1BCD-95A5-7340-AAB0-27BA327E2995}" destId="{7401C5BE-9E06-B140-86F6-6CCC4C04352F}" srcOrd="0" destOrd="0" presId="urn:microsoft.com/office/officeart/2005/8/layout/vList5"/>
    <dgm:cxn modelId="{A0C27688-D691-455A-B8EA-2E4828348B5D}" type="presParOf" srcId="{126F1BCD-95A5-7340-AAB0-27BA327E2995}" destId="{0854BF07-8305-43A0-97FB-73FF12796DD6}" srcOrd="1" destOrd="0" presId="urn:microsoft.com/office/officeart/2005/8/layout/vList5"/>
    <dgm:cxn modelId="{E11C80B2-3CCE-4F10-84BD-6825AEFEBE9B}" type="presParOf" srcId="{8E359BE8-F62C-A845-9EAF-A3E8BC0C7163}" destId="{A59AB4FE-3305-B346-9A2E-B92B9D8EED84}" srcOrd="3" destOrd="0" presId="urn:microsoft.com/office/officeart/2005/8/layout/vList5"/>
    <dgm:cxn modelId="{64049E47-D03A-4359-B790-FFE6B83A5C70}" type="presParOf" srcId="{8E359BE8-F62C-A845-9EAF-A3E8BC0C7163}" destId="{D1A89A19-3235-4271-9597-FD3221B62D2E}" srcOrd="4" destOrd="0" presId="urn:microsoft.com/office/officeart/2005/8/layout/vList5"/>
    <dgm:cxn modelId="{91AF296D-6C91-48A6-B5E6-ABACBF963146}" type="presParOf" srcId="{D1A89A19-3235-4271-9597-FD3221B62D2E}" destId="{3FCD9039-A226-4D12-9A1A-F23B8F37A617}" srcOrd="0" destOrd="0" presId="urn:microsoft.com/office/officeart/2005/8/layout/vList5"/>
    <dgm:cxn modelId="{A72E0E6E-620E-4E9B-80C9-2A31FF1EA6BC}" type="presParOf" srcId="{D1A89A19-3235-4271-9597-FD3221B62D2E}" destId="{E192FF0A-0BBD-4C58-BBC3-6BCFD435D180}" srcOrd="1" destOrd="0" presId="urn:microsoft.com/office/officeart/2005/8/layout/vList5"/>
    <dgm:cxn modelId="{B8DB4D72-B4A7-4F8E-B3F1-CA2988B3F962}" type="presParOf" srcId="{8E359BE8-F62C-A845-9EAF-A3E8BC0C7163}" destId="{3C3AC0B5-3F67-43FF-87A4-1CB9F24694D4}" srcOrd="5" destOrd="0" presId="urn:microsoft.com/office/officeart/2005/8/layout/vList5"/>
    <dgm:cxn modelId="{FB6EF820-FCA9-47D6-B013-978ECD348EEB}" type="presParOf" srcId="{8E359BE8-F62C-A845-9EAF-A3E8BC0C7163}" destId="{072BF237-6E95-4468-A2B1-9556AC64650F}" srcOrd="6" destOrd="0" presId="urn:microsoft.com/office/officeart/2005/8/layout/vList5"/>
    <dgm:cxn modelId="{4FB71DAE-1A2D-4966-8756-A5EF01F9398A}" type="presParOf" srcId="{072BF237-6E95-4468-A2B1-9556AC64650F}" destId="{15FA1CB9-ECA9-4562-B8B4-D86336D6CC17}" srcOrd="0" destOrd="0" presId="urn:microsoft.com/office/officeart/2005/8/layout/vList5"/>
    <dgm:cxn modelId="{77A26F3F-AC0E-4EB0-8B39-38DFEB5EDA83}" type="presParOf" srcId="{072BF237-6E95-4468-A2B1-9556AC64650F}" destId="{18D9BDB1-7396-4EAF-B680-DDDCBA2B4227}" srcOrd="1" destOrd="0" presId="urn:microsoft.com/office/officeart/2005/8/layout/vList5"/>
    <dgm:cxn modelId="{0B937AD1-3081-47BA-8A35-762B56A8AB1C}" type="presParOf" srcId="{8E359BE8-F62C-A845-9EAF-A3E8BC0C7163}" destId="{E6D14EA5-3E59-451C-92E5-CD5B019C22B4}" srcOrd="7" destOrd="0" presId="urn:microsoft.com/office/officeart/2005/8/layout/vList5"/>
    <dgm:cxn modelId="{52800A95-FF5E-4359-B9A8-CEAE12E499D3}" type="presParOf" srcId="{8E359BE8-F62C-A845-9EAF-A3E8BC0C7163}" destId="{75A65324-BD35-F343-A4A5-F8EFD0C63F76}" srcOrd="8" destOrd="0" presId="urn:microsoft.com/office/officeart/2005/8/layout/vList5"/>
    <dgm:cxn modelId="{862EBB44-EB88-4910-A618-EE2056AF81F0}" type="presParOf" srcId="{75A65324-BD35-F343-A4A5-F8EFD0C63F76}" destId="{7430B761-B3EF-AA45-A5C1-5EBAD44F0DE5}" srcOrd="0" destOrd="0" presId="urn:microsoft.com/office/officeart/2005/8/layout/vList5"/>
    <dgm:cxn modelId="{09FBDE80-683D-43A0-82D9-75CB6A04494D}" type="presParOf" srcId="{75A65324-BD35-F343-A4A5-F8EFD0C63F76}" destId="{6D00195F-8E29-B544-9E14-EDA94581B2DB}" srcOrd="1" destOrd="0" presId="urn:microsoft.com/office/officeart/2005/8/layout/vList5"/>
    <dgm:cxn modelId="{7996B81A-CA5F-4CBC-A954-33C2D2B168BC}" type="presParOf" srcId="{8E359BE8-F62C-A845-9EAF-A3E8BC0C7163}" destId="{C7DB25C5-0DC0-4DC3-9BC4-1D08C35E753B}" srcOrd="9" destOrd="0" presId="urn:microsoft.com/office/officeart/2005/8/layout/vList5"/>
    <dgm:cxn modelId="{26A92BCB-0D22-49CB-8630-13D48E4D7CDF}" type="presParOf" srcId="{8E359BE8-F62C-A845-9EAF-A3E8BC0C7163}" destId="{AADE0890-3856-4662-9C90-C5FBE2849425}" srcOrd="10" destOrd="0" presId="urn:microsoft.com/office/officeart/2005/8/layout/vList5"/>
    <dgm:cxn modelId="{B157EE3B-F07F-4C4A-B036-BA0CD9F09582}" type="presParOf" srcId="{AADE0890-3856-4662-9C90-C5FBE2849425}" destId="{39395329-5748-475B-B46A-4B685439F00B}" srcOrd="0" destOrd="0" presId="urn:microsoft.com/office/officeart/2005/8/layout/vList5"/>
    <dgm:cxn modelId="{E4BE2EDF-59E8-497F-9785-A9B21096A96B}" type="presParOf" srcId="{AADE0890-3856-4662-9C90-C5FBE2849425}" destId="{C3FE2032-BAFE-41AC-A562-24D8A80E8F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AB692F4-D407-4E40-898E-6DF930B2258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7932349-93E7-534D-B21E-F9323FDB656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IN" dirty="0"/>
            <a:t>Empiricism</a:t>
          </a:r>
        </a:p>
      </dgm:t>
    </dgm:pt>
    <dgm:pt modelId="{F39C3997-F2AC-5A42-9915-723369DEFB1E}" type="parTrans" cxnId="{EF42C91A-63E6-124C-A25D-E24592AF5BE5}">
      <dgm:prSet/>
      <dgm:spPr/>
      <dgm:t>
        <a:bodyPr/>
        <a:lstStyle/>
        <a:p>
          <a:endParaRPr lang="en-GB"/>
        </a:p>
      </dgm:t>
    </dgm:pt>
    <dgm:pt modelId="{95B20B94-E152-5944-861C-0BE48331FA40}" type="sibTrans" cxnId="{EF42C91A-63E6-124C-A25D-E24592AF5BE5}">
      <dgm:prSet/>
      <dgm:spPr/>
      <dgm:t>
        <a:bodyPr/>
        <a:lstStyle/>
        <a:p>
          <a:endParaRPr lang="en-GB"/>
        </a:p>
      </dgm:t>
    </dgm:pt>
    <dgm:pt modelId="{2CD0C9C7-020A-9D4A-8638-B70E7F070A79}">
      <dgm:prSet/>
      <dgm:spPr/>
      <dgm:t>
        <a:bodyPr/>
        <a:lstStyle/>
        <a:p>
          <a:r>
            <a:rPr lang="en-IN" b="0" i="0"/>
            <a:t>Prioritize and rank user stories aggressively during Sprint Planning</a:t>
          </a:r>
          <a:endParaRPr lang="en-IN"/>
        </a:p>
      </dgm:t>
    </dgm:pt>
    <dgm:pt modelId="{5A2E6B37-3051-E148-81C1-2EA726DA251F}" type="parTrans" cxnId="{885ADF81-3C6A-424A-8590-AC5C5753F6F4}">
      <dgm:prSet/>
      <dgm:spPr/>
      <dgm:t>
        <a:bodyPr/>
        <a:lstStyle/>
        <a:p>
          <a:endParaRPr lang="en-GB"/>
        </a:p>
      </dgm:t>
    </dgm:pt>
    <dgm:pt modelId="{7FB908CC-DFEA-4844-9CF0-3C4F35A92F5E}" type="sibTrans" cxnId="{885ADF81-3C6A-424A-8590-AC5C5753F6F4}">
      <dgm:prSet/>
      <dgm:spPr/>
      <dgm:t>
        <a:bodyPr/>
        <a:lstStyle/>
        <a:p>
          <a:endParaRPr lang="en-GB"/>
        </a:p>
      </dgm:t>
    </dgm:pt>
    <dgm:pt modelId="{6230C7DC-6DEA-0D4B-B389-E12FC8227A2A}">
      <dgm:prSet/>
      <dgm:spPr/>
      <dgm:t>
        <a:bodyPr/>
        <a:lstStyle/>
        <a:p>
          <a:r>
            <a:rPr lang="en-IN" dirty="0"/>
            <a:t>Self-Management</a:t>
          </a:r>
        </a:p>
      </dgm:t>
    </dgm:pt>
    <dgm:pt modelId="{49750237-7499-6046-8FD0-24837DFAD462}" type="parTrans" cxnId="{D33460A0-1C68-D247-B65D-F952B2DC24A9}">
      <dgm:prSet/>
      <dgm:spPr/>
      <dgm:t>
        <a:bodyPr/>
        <a:lstStyle/>
        <a:p>
          <a:endParaRPr lang="en-GB"/>
        </a:p>
      </dgm:t>
    </dgm:pt>
    <dgm:pt modelId="{547092DA-91F9-F94F-BF5C-8194723F285B}" type="sibTrans" cxnId="{D33460A0-1C68-D247-B65D-F952B2DC24A9}">
      <dgm:prSet/>
      <dgm:spPr/>
      <dgm:t>
        <a:bodyPr/>
        <a:lstStyle/>
        <a:p>
          <a:endParaRPr lang="en-GB"/>
        </a:p>
      </dgm:t>
    </dgm:pt>
    <dgm:pt modelId="{6300D680-7875-EB40-B003-B54FE85EABB9}">
      <dgm:prSet/>
      <dgm:spPr/>
      <dgm:t>
        <a:bodyPr/>
        <a:lstStyle/>
        <a:p>
          <a:r>
            <a:rPr lang="en-IN" b="0" i="0"/>
            <a:t>Develop in Sprints with transparent progress tracked on Scrum Boards</a:t>
          </a:r>
          <a:endParaRPr lang="en-IN"/>
        </a:p>
      </dgm:t>
    </dgm:pt>
    <dgm:pt modelId="{E46B7B0C-F947-D84F-A50D-024D7C93657F}" type="parTrans" cxnId="{2F1A013E-CCDC-BC41-866C-DF7625DF1D36}">
      <dgm:prSet/>
      <dgm:spPr/>
      <dgm:t>
        <a:bodyPr/>
        <a:lstStyle/>
        <a:p>
          <a:endParaRPr lang="en-GB"/>
        </a:p>
      </dgm:t>
    </dgm:pt>
    <dgm:pt modelId="{FE88FB05-60D5-FF4E-A11F-601C614A9C2E}" type="sibTrans" cxnId="{2F1A013E-CCDC-BC41-866C-DF7625DF1D36}">
      <dgm:prSet/>
      <dgm:spPr/>
      <dgm:t>
        <a:bodyPr/>
        <a:lstStyle/>
        <a:p>
          <a:endParaRPr lang="en-GB"/>
        </a:p>
      </dgm:t>
    </dgm:pt>
    <dgm:pt modelId="{00712AD4-37A8-9E47-A9A7-E8136C01F590}">
      <dgm:prSet/>
      <dgm:spPr/>
      <dgm:t>
        <a:bodyPr/>
        <a:lstStyle/>
        <a:p>
          <a:r>
            <a:rPr lang="en-IN" b="0" i="0"/>
            <a:t>Continuous improvement</a:t>
          </a:r>
          <a:endParaRPr lang="en-IN"/>
        </a:p>
      </dgm:t>
    </dgm:pt>
    <dgm:pt modelId="{BCBB0846-63B1-1F47-AA42-16182A8C10EF}" type="parTrans" cxnId="{B764369A-1738-2140-A4A4-965BE6806788}">
      <dgm:prSet/>
      <dgm:spPr/>
      <dgm:t>
        <a:bodyPr/>
        <a:lstStyle/>
        <a:p>
          <a:endParaRPr lang="en-GB"/>
        </a:p>
      </dgm:t>
    </dgm:pt>
    <dgm:pt modelId="{F2BB0BE7-A16F-0645-A4CE-1DA93F353928}" type="sibTrans" cxnId="{B764369A-1738-2140-A4A4-965BE6806788}">
      <dgm:prSet/>
      <dgm:spPr/>
      <dgm:t>
        <a:bodyPr/>
        <a:lstStyle/>
        <a:p>
          <a:endParaRPr lang="en-GB"/>
        </a:p>
      </dgm:t>
    </dgm:pt>
    <dgm:pt modelId="{8675C55F-1140-0D43-A895-56874B7AA6F2}">
      <dgm:prSet/>
      <dgm:spPr/>
      <dgm:t>
        <a:bodyPr/>
        <a:lstStyle/>
        <a:p>
          <a:r>
            <a:rPr lang="en-IN" b="0" i="0"/>
            <a:t>Use Sprint Reviews and Retrospectives to adapt and improve every cycle</a:t>
          </a:r>
          <a:endParaRPr lang="en-IN"/>
        </a:p>
      </dgm:t>
    </dgm:pt>
    <dgm:pt modelId="{4EB9F779-C07C-DD4B-B703-8490DE45F32A}" type="parTrans" cxnId="{79233D65-16F8-824D-87D7-190928411D43}">
      <dgm:prSet/>
      <dgm:spPr/>
      <dgm:t>
        <a:bodyPr/>
        <a:lstStyle/>
        <a:p>
          <a:endParaRPr lang="en-GB"/>
        </a:p>
      </dgm:t>
    </dgm:pt>
    <dgm:pt modelId="{366E0D78-A0C0-2344-A40A-918779295179}" type="sibTrans" cxnId="{79233D65-16F8-824D-87D7-190928411D43}">
      <dgm:prSet/>
      <dgm:spPr/>
      <dgm:t>
        <a:bodyPr/>
        <a:lstStyle/>
        <a:p>
          <a:endParaRPr lang="en-GB"/>
        </a:p>
      </dgm:t>
    </dgm:pt>
    <dgm:pt modelId="{0B664F8B-461E-4631-A61C-F5FE68A100C2}">
      <dgm:prSet/>
      <dgm:spPr/>
      <dgm:t>
        <a:bodyPr/>
        <a:lstStyle/>
        <a:p>
          <a:r>
            <a:rPr lang="en-IN" b="0" i="0"/>
            <a:t>Just-enough planning</a:t>
          </a:r>
          <a:endParaRPr lang="en-IN"/>
        </a:p>
      </dgm:t>
    </dgm:pt>
    <dgm:pt modelId="{CDBB7203-6981-4ACD-83CD-F29C96924BD8}" type="parTrans" cxnId="{F132B0DF-23DF-44B5-A709-CB24DF2547C8}">
      <dgm:prSet/>
      <dgm:spPr/>
      <dgm:t>
        <a:bodyPr/>
        <a:lstStyle/>
        <a:p>
          <a:endParaRPr lang="en-US"/>
        </a:p>
      </dgm:t>
    </dgm:pt>
    <dgm:pt modelId="{6679A98B-40E0-4FAC-B92E-A3B509E4A3F7}" type="sibTrans" cxnId="{F132B0DF-23DF-44B5-A709-CB24DF2547C8}">
      <dgm:prSet/>
      <dgm:spPr/>
      <dgm:t>
        <a:bodyPr/>
        <a:lstStyle/>
        <a:p>
          <a:endParaRPr lang="en-US"/>
        </a:p>
      </dgm:t>
    </dgm:pt>
    <dgm:pt modelId="{55026993-C39F-477A-AF79-E24436FC61A7}">
      <dgm:prSet/>
      <dgm:spPr/>
      <dgm:t>
        <a:bodyPr/>
        <a:lstStyle/>
        <a:p>
          <a:r>
            <a:rPr lang="en-IN" dirty="0"/>
            <a:t>Scrum is built on transparency, inspection and adaption </a:t>
          </a:r>
        </a:p>
      </dgm:t>
    </dgm:pt>
    <dgm:pt modelId="{60A3071E-CE20-4F14-A53D-A8E8DE81A33A}" type="parTrans" cxnId="{AC892087-9178-4E2C-8E40-D26514A80113}">
      <dgm:prSet/>
      <dgm:spPr/>
      <dgm:t>
        <a:bodyPr/>
        <a:lstStyle/>
        <a:p>
          <a:endParaRPr lang="en-US"/>
        </a:p>
      </dgm:t>
    </dgm:pt>
    <dgm:pt modelId="{2A2B51F1-1DC7-4013-97C9-917C87F2B341}" type="sibTrans" cxnId="{AC892087-9178-4E2C-8E40-D26514A80113}">
      <dgm:prSet/>
      <dgm:spPr/>
      <dgm:t>
        <a:bodyPr/>
        <a:lstStyle/>
        <a:p>
          <a:endParaRPr lang="en-US"/>
        </a:p>
      </dgm:t>
    </dgm:pt>
    <dgm:pt modelId="{42A49850-F33A-4DCC-99B1-79E0F716E29E}">
      <dgm:prSet/>
      <dgm:spPr/>
      <dgm:t>
        <a:bodyPr/>
        <a:lstStyle/>
        <a:p>
          <a:r>
            <a:rPr lang="en-IN" b="0" i="0"/>
            <a:t>Short, time-boxed iterations</a:t>
          </a:r>
          <a:endParaRPr lang="en-IN" dirty="0"/>
        </a:p>
      </dgm:t>
    </dgm:pt>
    <dgm:pt modelId="{714F07A4-A023-4DB5-ADE6-970623D515CD}" type="parTrans" cxnId="{C87270FC-86DD-4221-B7A1-3A5129B06378}">
      <dgm:prSet/>
      <dgm:spPr/>
      <dgm:t>
        <a:bodyPr/>
        <a:lstStyle/>
        <a:p>
          <a:endParaRPr lang="en-US"/>
        </a:p>
      </dgm:t>
    </dgm:pt>
    <dgm:pt modelId="{5AE8EC60-1D4F-4552-9FD0-C11FB1A99620}" type="sibTrans" cxnId="{C87270FC-86DD-4221-B7A1-3A5129B06378}">
      <dgm:prSet/>
      <dgm:spPr/>
      <dgm:t>
        <a:bodyPr/>
        <a:lstStyle/>
        <a:p>
          <a:endParaRPr lang="en-US"/>
        </a:p>
      </dgm:t>
    </dgm:pt>
    <dgm:pt modelId="{33318E3F-09B5-42F3-95BB-EB400BCC578F}">
      <dgm:prSet/>
      <dgm:spPr/>
      <dgm:t>
        <a:bodyPr/>
        <a:lstStyle/>
        <a:p>
          <a:r>
            <a:rPr lang="en-IN" dirty="0"/>
            <a:t>Teams decide how best to accomplish their task</a:t>
          </a:r>
        </a:p>
      </dgm:t>
    </dgm:pt>
    <dgm:pt modelId="{8EA75052-A4C5-4386-8758-81026598F131}" type="parTrans" cxnId="{6ADC232F-4773-462B-AE50-1619D560EEEB}">
      <dgm:prSet/>
      <dgm:spPr/>
      <dgm:t>
        <a:bodyPr/>
        <a:lstStyle/>
        <a:p>
          <a:endParaRPr lang="en-US"/>
        </a:p>
      </dgm:t>
    </dgm:pt>
    <dgm:pt modelId="{968BBE54-ED6C-4B9B-AF5D-EC132FCAFF4D}" type="sibTrans" cxnId="{6ADC232F-4773-462B-AE50-1619D560EEEB}">
      <dgm:prSet/>
      <dgm:spPr/>
      <dgm:t>
        <a:bodyPr/>
        <a:lstStyle/>
        <a:p>
          <a:endParaRPr lang="en-US"/>
        </a:p>
      </dgm:t>
    </dgm:pt>
    <dgm:pt modelId="{A071B0EB-9347-5149-9AD6-AD5AE8CC1BC1}" type="pres">
      <dgm:prSet presAssocID="{8AB692F4-D407-4E40-898E-6DF930B2258B}" presName="Name0" presStyleCnt="0">
        <dgm:presLayoutVars>
          <dgm:dir/>
          <dgm:animLvl val="lvl"/>
          <dgm:resizeHandles val="exact"/>
        </dgm:presLayoutVars>
      </dgm:prSet>
      <dgm:spPr/>
    </dgm:pt>
    <dgm:pt modelId="{9C8FC6D6-9006-344B-89FD-2D1577D6A144}" type="pres">
      <dgm:prSet presAssocID="{A7932349-93E7-534D-B21E-F9323FDB6564}" presName="linNode" presStyleCnt="0"/>
      <dgm:spPr/>
    </dgm:pt>
    <dgm:pt modelId="{5AB1572D-0E80-0744-8C54-026754B3B290}" type="pres">
      <dgm:prSet presAssocID="{A7932349-93E7-534D-B21E-F9323FDB6564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79682E2-956D-4459-9888-8C3C58E515F9}" type="pres">
      <dgm:prSet presAssocID="{A7932349-93E7-534D-B21E-F9323FDB6564}" presName="descendantText" presStyleLbl="alignAccFollowNode1" presStyleIdx="0" presStyleCnt="5">
        <dgm:presLayoutVars>
          <dgm:bulletEnabled val="1"/>
        </dgm:presLayoutVars>
      </dgm:prSet>
      <dgm:spPr/>
    </dgm:pt>
    <dgm:pt modelId="{7983FD0E-A0F7-BA41-BE63-3F7BD86D6379}" type="pres">
      <dgm:prSet presAssocID="{95B20B94-E152-5944-861C-0BE48331FA40}" presName="sp" presStyleCnt="0"/>
      <dgm:spPr/>
    </dgm:pt>
    <dgm:pt modelId="{A5225CEA-6871-47F8-86DC-70E4AD55DF08}" type="pres">
      <dgm:prSet presAssocID="{0B664F8B-461E-4631-A61C-F5FE68A100C2}" presName="linNode" presStyleCnt="0"/>
      <dgm:spPr/>
    </dgm:pt>
    <dgm:pt modelId="{0CBAAF98-E610-4921-A9BA-EC24C7054BAF}" type="pres">
      <dgm:prSet presAssocID="{0B664F8B-461E-4631-A61C-F5FE68A100C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D55ED231-4AA4-4D1B-BAE1-3EBE524ACD85}" type="pres">
      <dgm:prSet presAssocID="{0B664F8B-461E-4631-A61C-F5FE68A100C2}" presName="descendantText" presStyleLbl="alignAccFollowNode1" presStyleIdx="1" presStyleCnt="5">
        <dgm:presLayoutVars>
          <dgm:bulletEnabled val="1"/>
        </dgm:presLayoutVars>
      </dgm:prSet>
      <dgm:spPr/>
    </dgm:pt>
    <dgm:pt modelId="{49A1C709-80A8-4DC7-B274-6759CE16BB18}" type="pres">
      <dgm:prSet presAssocID="{6679A98B-40E0-4FAC-B92E-A3B509E4A3F7}" presName="sp" presStyleCnt="0"/>
      <dgm:spPr/>
    </dgm:pt>
    <dgm:pt modelId="{54FB5814-5A52-7F4B-89F8-50C78B639251}" type="pres">
      <dgm:prSet presAssocID="{6230C7DC-6DEA-0D4B-B389-E12FC8227A2A}" presName="linNode" presStyleCnt="0"/>
      <dgm:spPr/>
    </dgm:pt>
    <dgm:pt modelId="{E82F50E3-0036-0C40-BE86-FCBA4A854A58}" type="pres">
      <dgm:prSet presAssocID="{6230C7DC-6DEA-0D4B-B389-E12FC8227A2A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1D16D37C-CB46-4CB0-972F-A3995292E21D}" type="pres">
      <dgm:prSet presAssocID="{6230C7DC-6DEA-0D4B-B389-E12FC8227A2A}" presName="descendantText" presStyleLbl="alignAccFollowNode1" presStyleIdx="2" presStyleCnt="5">
        <dgm:presLayoutVars>
          <dgm:bulletEnabled val="1"/>
        </dgm:presLayoutVars>
      </dgm:prSet>
      <dgm:spPr/>
    </dgm:pt>
    <dgm:pt modelId="{2471D39F-DF99-C148-B8EA-484D8E71992E}" type="pres">
      <dgm:prSet presAssocID="{547092DA-91F9-F94F-BF5C-8194723F285B}" presName="sp" presStyleCnt="0"/>
      <dgm:spPr/>
    </dgm:pt>
    <dgm:pt modelId="{DC31E514-204B-4107-B30F-89C73BE52D3A}" type="pres">
      <dgm:prSet presAssocID="{42A49850-F33A-4DCC-99B1-79E0F716E29E}" presName="linNode" presStyleCnt="0"/>
      <dgm:spPr/>
    </dgm:pt>
    <dgm:pt modelId="{A066F1D1-CFD1-4E0E-BB96-0BD54DD6AFBA}" type="pres">
      <dgm:prSet presAssocID="{42A49850-F33A-4DCC-99B1-79E0F716E29E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4FF7EAAA-C1C7-4E1E-9FF4-245C857FEA64}" type="pres">
      <dgm:prSet presAssocID="{42A49850-F33A-4DCC-99B1-79E0F716E29E}" presName="descendantText" presStyleLbl="alignAccFollowNode1" presStyleIdx="3" presStyleCnt="5">
        <dgm:presLayoutVars>
          <dgm:bulletEnabled val="1"/>
        </dgm:presLayoutVars>
      </dgm:prSet>
      <dgm:spPr/>
    </dgm:pt>
    <dgm:pt modelId="{3942809A-6F47-4E67-AA4B-6C6B5C57EF39}" type="pres">
      <dgm:prSet presAssocID="{5AE8EC60-1D4F-4552-9FD0-C11FB1A99620}" presName="sp" presStyleCnt="0"/>
      <dgm:spPr/>
    </dgm:pt>
    <dgm:pt modelId="{6F6317D1-84CD-E347-99AC-0EE532A8B9F9}" type="pres">
      <dgm:prSet presAssocID="{00712AD4-37A8-9E47-A9A7-E8136C01F590}" presName="linNode" presStyleCnt="0"/>
      <dgm:spPr/>
    </dgm:pt>
    <dgm:pt modelId="{6659568D-CC7C-6245-8E50-7B0F6C7AE7DE}" type="pres">
      <dgm:prSet presAssocID="{00712AD4-37A8-9E47-A9A7-E8136C01F590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B34BCAB7-3A00-324B-BD73-ED43337A4F2A}" type="pres">
      <dgm:prSet presAssocID="{00712AD4-37A8-9E47-A9A7-E8136C01F590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EF42C91A-63E6-124C-A25D-E24592AF5BE5}" srcId="{8AB692F4-D407-4E40-898E-6DF930B2258B}" destId="{A7932349-93E7-534D-B21E-F9323FDB6564}" srcOrd="0" destOrd="0" parTransId="{F39C3997-F2AC-5A42-9915-723369DEFB1E}" sibTransId="{95B20B94-E152-5944-861C-0BE48331FA40}"/>
    <dgm:cxn modelId="{A0373222-48B0-43B8-8137-B3352661DACA}" type="presOf" srcId="{A7932349-93E7-534D-B21E-F9323FDB6564}" destId="{5AB1572D-0E80-0744-8C54-026754B3B290}" srcOrd="0" destOrd="0" presId="urn:microsoft.com/office/officeart/2005/8/layout/vList5"/>
    <dgm:cxn modelId="{6ADC232F-4773-462B-AE50-1619D560EEEB}" srcId="{6230C7DC-6DEA-0D4B-B389-E12FC8227A2A}" destId="{33318E3F-09B5-42F3-95BB-EB400BCC578F}" srcOrd="0" destOrd="0" parTransId="{8EA75052-A4C5-4386-8758-81026598F131}" sibTransId="{968BBE54-ED6C-4B9B-AF5D-EC132FCAFF4D}"/>
    <dgm:cxn modelId="{6B091836-BFA4-4F3C-BFD8-CC6294F37413}" type="presOf" srcId="{8675C55F-1140-0D43-A895-56874B7AA6F2}" destId="{B34BCAB7-3A00-324B-BD73-ED43337A4F2A}" srcOrd="0" destOrd="0" presId="urn:microsoft.com/office/officeart/2005/8/layout/vList5"/>
    <dgm:cxn modelId="{2F1A013E-CCDC-BC41-866C-DF7625DF1D36}" srcId="{42A49850-F33A-4DCC-99B1-79E0F716E29E}" destId="{6300D680-7875-EB40-B003-B54FE85EABB9}" srcOrd="0" destOrd="0" parTransId="{E46B7B0C-F947-D84F-A50D-024D7C93657F}" sibTransId="{FE88FB05-60D5-FF4E-A11F-601C614A9C2E}"/>
    <dgm:cxn modelId="{3854CC42-6161-40F7-B76E-E4E927F28942}" type="presOf" srcId="{6300D680-7875-EB40-B003-B54FE85EABB9}" destId="{4FF7EAAA-C1C7-4E1E-9FF4-245C857FEA64}" srcOrd="0" destOrd="0" presId="urn:microsoft.com/office/officeart/2005/8/layout/vList5"/>
    <dgm:cxn modelId="{79233D65-16F8-824D-87D7-190928411D43}" srcId="{00712AD4-37A8-9E47-A9A7-E8136C01F590}" destId="{8675C55F-1140-0D43-A895-56874B7AA6F2}" srcOrd="0" destOrd="0" parTransId="{4EB9F779-C07C-DD4B-B703-8490DE45F32A}" sibTransId="{366E0D78-A0C0-2344-A40A-918779295179}"/>
    <dgm:cxn modelId="{DEC30B6F-59BD-4D31-9241-C1547337BB02}" type="presOf" srcId="{0B664F8B-461E-4631-A61C-F5FE68A100C2}" destId="{0CBAAF98-E610-4921-A9BA-EC24C7054BAF}" srcOrd="0" destOrd="0" presId="urn:microsoft.com/office/officeart/2005/8/layout/vList5"/>
    <dgm:cxn modelId="{CCB13255-0FEF-4CFC-9927-32EE19112CC0}" type="presOf" srcId="{6230C7DC-6DEA-0D4B-B389-E12FC8227A2A}" destId="{E82F50E3-0036-0C40-BE86-FCBA4A854A58}" srcOrd="0" destOrd="0" presId="urn:microsoft.com/office/officeart/2005/8/layout/vList5"/>
    <dgm:cxn modelId="{82882381-484D-4184-B4BD-E336122DD809}" type="presOf" srcId="{33318E3F-09B5-42F3-95BB-EB400BCC578F}" destId="{1D16D37C-CB46-4CB0-972F-A3995292E21D}" srcOrd="0" destOrd="0" presId="urn:microsoft.com/office/officeart/2005/8/layout/vList5"/>
    <dgm:cxn modelId="{885ADF81-3C6A-424A-8590-AC5C5753F6F4}" srcId="{0B664F8B-461E-4631-A61C-F5FE68A100C2}" destId="{2CD0C9C7-020A-9D4A-8638-B70E7F070A79}" srcOrd="0" destOrd="0" parTransId="{5A2E6B37-3051-E148-81C1-2EA726DA251F}" sibTransId="{7FB908CC-DFEA-4844-9CF0-3C4F35A92F5E}"/>
    <dgm:cxn modelId="{AC892087-9178-4E2C-8E40-D26514A80113}" srcId="{A7932349-93E7-534D-B21E-F9323FDB6564}" destId="{55026993-C39F-477A-AF79-E24436FC61A7}" srcOrd="0" destOrd="0" parTransId="{60A3071E-CE20-4F14-A53D-A8E8DE81A33A}" sibTransId="{2A2B51F1-1DC7-4013-97C9-917C87F2B341}"/>
    <dgm:cxn modelId="{43BEC28B-ED1B-6343-A470-A44FAD8FC1A6}" type="presOf" srcId="{8AB692F4-D407-4E40-898E-6DF930B2258B}" destId="{A071B0EB-9347-5149-9AD6-AD5AE8CC1BC1}" srcOrd="0" destOrd="0" presId="urn:microsoft.com/office/officeart/2005/8/layout/vList5"/>
    <dgm:cxn modelId="{B764369A-1738-2140-A4A4-965BE6806788}" srcId="{8AB692F4-D407-4E40-898E-6DF930B2258B}" destId="{00712AD4-37A8-9E47-A9A7-E8136C01F590}" srcOrd="4" destOrd="0" parTransId="{BCBB0846-63B1-1F47-AA42-16182A8C10EF}" sibTransId="{F2BB0BE7-A16F-0645-A4CE-1DA93F353928}"/>
    <dgm:cxn modelId="{D33460A0-1C68-D247-B65D-F952B2DC24A9}" srcId="{8AB692F4-D407-4E40-898E-6DF930B2258B}" destId="{6230C7DC-6DEA-0D4B-B389-E12FC8227A2A}" srcOrd="2" destOrd="0" parTransId="{49750237-7499-6046-8FD0-24837DFAD462}" sibTransId="{547092DA-91F9-F94F-BF5C-8194723F285B}"/>
    <dgm:cxn modelId="{420006B5-8407-444E-875B-DD0464AEB302}" type="presOf" srcId="{42A49850-F33A-4DCC-99B1-79E0F716E29E}" destId="{A066F1D1-CFD1-4E0E-BB96-0BD54DD6AFBA}" srcOrd="0" destOrd="0" presId="urn:microsoft.com/office/officeart/2005/8/layout/vList5"/>
    <dgm:cxn modelId="{2EC133C1-D4AF-455A-98D8-FEE1FACCAA35}" type="presOf" srcId="{00712AD4-37A8-9E47-A9A7-E8136C01F590}" destId="{6659568D-CC7C-6245-8E50-7B0F6C7AE7DE}" srcOrd="0" destOrd="0" presId="urn:microsoft.com/office/officeart/2005/8/layout/vList5"/>
    <dgm:cxn modelId="{F132B0DF-23DF-44B5-A709-CB24DF2547C8}" srcId="{8AB692F4-D407-4E40-898E-6DF930B2258B}" destId="{0B664F8B-461E-4631-A61C-F5FE68A100C2}" srcOrd="1" destOrd="0" parTransId="{CDBB7203-6981-4ACD-83CD-F29C96924BD8}" sibTransId="{6679A98B-40E0-4FAC-B92E-A3B509E4A3F7}"/>
    <dgm:cxn modelId="{390F61F4-4A46-470E-A110-92D713E7D4C4}" type="presOf" srcId="{2CD0C9C7-020A-9D4A-8638-B70E7F070A79}" destId="{D55ED231-4AA4-4D1B-BAE1-3EBE524ACD85}" srcOrd="0" destOrd="0" presId="urn:microsoft.com/office/officeart/2005/8/layout/vList5"/>
    <dgm:cxn modelId="{B74EAAF6-B8C4-4FAB-B5F6-A270626FF7CD}" type="presOf" srcId="{55026993-C39F-477A-AF79-E24436FC61A7}" destId="{E79682E2-956D-4459-9888-8C3C58E515F9}" srcOrd="0" destOrd="0" presId="urn:microsoft.com/office/officeart/2005/8/layout/vList5"/>
    <dgm:cxn modelId="{C87270FC-86DD-4221-B7A1-3A5129B06378}" srcId="{8AB692F4-D407-4E40-898E-6DF930B2258B}" destId="{42A49850-F33A-4DCC-99B1-79E0F716E29E}" srcOrd="3" destOrd="0" parTransId="{714F07A4-A023-4DB5-ADE6-970623D515CD}" sibTransId="{5AE8EC60-1D4F-4552-9FD0-C11FB1A99620}"/>
    <dgm:cxn modelId="{84B6B224-21BB-45E1-BC81-5266ADD6A37B}" type="presParOf" srcId="{A071B0EB-9347-5149-9AD6-AD5AE8CC1BC1}" destId="{9C8FC6D6-9006-344B-89FD-2D1577D6A144}" srcOrd="0" destOrd="0" presId="urn:microsoft.com/office/officeart/2005/8/layout/vList5"/>
    <dgm:cxn modelId="{02927750-AB2F-4E64-9769-19AC5D6350BF}" type="presParOf" srcId="{9C8FC6D6-9006-344B-89FD-2D1577D6A144}" destId="{5AB1572D-0E80-0744-8C54-026754B3B290}" srcOrd="0" destOrd="0" presId="urn:microsoft.com/office/officeart/2005/8/layout/vList5"/>
    <dgm:cxn modelId="{1BD83678-85F2-4373-807A-1541FCBCF2AF}" type="presParOf" srcId="{9C8FC6D6-9006-344B-89FD-2D1577D6A144}" destId="{E79682E2-956D-4459-9888-8C3C58E515F9}" srcOrd="1" destOrd="0" presId="urn:microsoft.com/office/officeart/2005/8/layout/vList5"/>
    <dgm:cxn modelId="{E9E150B3-5A09-44C9-9836-DC3E97D31E99}" type="presParOf" srcId="{A071B0EB-9347-5149-9AD6-AD5AE8CC1BC1}" destId="{7983FD0E-A0F7-BA41-BE63-3F7BD86D6379}" srcOrd="1" destOrd="0" presId="urn:microsoft.com/office/officeart/2005/8/layout/vList5"/>
    <dgm:cxn modelId="{2CD856F5-BD08-4FDF-A092-4957BBFB81E8}" type="presParOf" srcId="{A071B0EB-9347-5149-9AD6-AD5AE8CC1BC1}" destId="{A5225CEA-6871-47F8-86DC-70E4AD55DF08}" srcOrd="2" destOrd="0" presId="urn:microsoft.com/office/officeart/2005/8/layout/vList5"/>
    <dgm:cxn modelId="{CBAC8FE9-BC2F-4822-A051-0C3C71C7618A}" type="presParOf" srcId="{A5225CEA-6871-47F8-86DC-70E4AD55DF08}" destId="{0CBAAF98-E610-4921-A9BA-EC24C7054BAF}" srcOrd="0" destOrd="0" presId="urn:microsoft.com/office/officeart/2005/8/layout/vList5"/>
    <dgm:cxn modelId="{0B6A44CB-95FC-4BB2-AD73-BE396653B64A}" type="presParOf" srcId="{A5225CEA-6871-47F8-86DC-70E4AD55DF08}" destId="{D55ED231-4AA4-4D1B-BAE1-3EBE524ACD85}" srcOrd="1" destOrd="0" presId="urn:microsoft.com/office/officeart/2005/8/layout/vList5"/>
    <dgm:cxn modelId="{3B205E0B-38D1-4539-A851-E5DC04074E30}" type="presParOf" srcId="{A071B0EB-9347-5149-9AD6-AD5AE8CC1BC1}" destId="{49A1C709-80A8-4DC7-B274-6759CE16BB18}" srcOrd="3" destOrd="0" presId="urn:microsoft.com/office/officeart/2005/8/layout/vList5"/>
    <dgm:cxn modelId="{BA3E00F5-A4F5-4471-B09F-0B3AC473C7B9}" type="presParOf" srcId="{A071B0EB-9347-5149-9AD6-AD5AE8CC1BC1}" destId="{54FB5814-5A52-7F4B-89F8-50C78B639251}" srcOrd="4" destOrd="0" presId="urn:microsoft.com/office/officeart/2005/8/layout/vList5"/>
    <dgm:cxn modelId="{A8A18A14-FE12-4EA7-B893-C04F57F0FBB4}" type="presParOf" srcId="{54FB5814-5A52-7F4B-89F8-50C78B639251}" destId="{E82F50E3-0036-0C40-BE86-FCBA4A854A58}" srcOrd="0" destOrd="0" presId="urn:microsoft.com/office/officeart/2005/8/layout/vList5"/>
    <dgm:cxn modelId="{329F8ACF-25E1-4E23-989E-AFFFE5EABAD4}" type="presParOf" srcId="{54FB5814-5A52-7F4B-89F8-50C78B639251}" destId="{1D16D37C-CB46-4CB0-972F-A3995292E21D}" srcOrd="1" destOrd="0" presId="urn:microsoft.com/office/officeart/2005/8/layout/vList5"/>
    <dgm:cxn modelId="{148B1858-6B18-40F7-88A3-C62666D87A8C}" type="presParOf" srcId="{A071B0EB-9347-5149-9AD6-AD5AE8CC1BC1}" destId="{2471D39F-DF99-C148-B8EA-484D8E71992E}" srcOrd="5" destOrd="0" presId="urn:microsoft.com/office/officeart/2005/8/layout/vList5"/>
    <dgm:cxn modelId="{2E518439-17D1-4D42-9CBF-40FA59E41E26}" type="presParOf" srcId="{A071B0EB-9347-5149-9AD6-AD5AE8CC1BC1}" destId="{DC31E514-204B-4107-B30F-89C73BE52D3A}" srcOrd="6" destOrd="0" presId="urn:microsoft.com/office/officeart/2005/8/layout/vList5"/>
    <dgm:cxn modelId="{57B9EFC2-3152-49A7-8E3E-AF07403C25B7}" type="presParOf" srcId="{DC31E514-204B-4107-B30F-89C73BE52D3A}" destId="{A066F1D1-CFD1-4E0E-BB96-0BD54DD6AFBA}" srcOrd="0" destOrd="0" presId="urn:microsoft.com/office/officeart/2005/8/layout/vList5"/>
    <dgm:cxn modelId="{702F168B-3AC6-4AC2-88AE-4C62B271B9EB}" type="presParOf" srcId="{DC31E514-204B-4107-B30F-89C73BE52D3A}" destId="{4FF7EAAA-C1C7-4E1E-9FF4-245C857FEA64}" srcOrd="1" destOrd="0" presId="urn:microsoft.com/office/officeart/2005/8/layout/vList5"/>
    <dgm:cxn modelId="{A37E7700-072E-45CF-ADC0-D3EB2C6FD751}" type="presParOf" srcId="{A071B0EB-9347-5149-9AD6-AD5AE8CC1BC1}" destId="{3942809A-6F47-4E67-AA4B-6C6B5C57EF39}" srcOrd="7" destOrd="0" presId="urn:microsoft.com/office/officeart/2005/8/layout/vList5"/>
    <dgm:cxn modelId="{45E3C893-6F7B-4B4D-8A9C-DF2936DF4F5C}" type="presParOf" srcId="{A071B0EB-9347-5149-9AD6-AD5AE8CC1BC1}" destId="{6F6317D1-84CD-E347-99AC-0EE532A8B9F9}" srcOrd="8" destOrd="0" presId="urn:microsoft.com/office/officeart/2005/8/layout/vList5"/>
    <dgm:cxn modelId="{87437511-1C68-4E7A-B947-A4453B9919BC}" type="presParOf" srcId="{6F6317D1-84CD-E347-99AC-0EE532A8B9F9}" destId="{6659568D-CC7C-6245-8E50-7B0F6C7AE7DE}" srcOrd="0" destOrd="0" presId="urn:microsoft.com/office/officeart/2005/8/layout/vList5"/>
    <dgm:cxn modelId="{41E2DB68-9116-4BDD-9329-65D22D75719E}" type="presParOf" srcId="{6F6317D1-84CD-E347-99AC-0EE532A8B9F9}" destId="{B34BCAB7-3A00-324B-BD73-ED43337A4F2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66AD7B8-4E76-F645-BE0E-5C9FFE2E9A25}" type="doc">
      <dgm:prSet loTypeId="urn:microsoft.com/office/officeart/2005/8/layout/hList1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n-GB"/>
        </a:p>
      </dgm:t>
    </dgm:pt>
    <dgm:pt modelId="{3AD0E916-7757-3540-9B9F-91CCF38EE16B}">
      <dgm:prSet/>
      <dgm:spPr/>
      <dgm:t>
        <a:bodyPr/>
        <a:lstStyle/>
        <a:p>
          <a:r>
            <a:rPr lang="en-US" b="0" i="0" dirty="0"/>
            <a:t>Roles</a:t>
          </a:r>
          <a:endParaRPr lang="en-IN" dirty="0"/>
        </a:p>
      </dgm:t>
    </dgm:pt>
    <dgm:pt modelId="{10E5F384-350F-3B46-9173-AC6D64BC248A}" type="parTrans" cxnId="{B47E40B6-7773-6D49-A00F-EF43344FF4CD}">
      <dgm:prSet/>
      <dgm:spPr/>
      <dgm:t>
        <a:bodyPr/>
        <a:lstStyle/>
        <a:p>
          <a:endParaRPr lang="en-GB"/>
        </a:p>
      </dgm:t>
    </dgm:pt>
    <dgm:pt modelId="{B1A5FB9F-443F-AA45-B72B-ABA579B6A93B}" type="sibTrans" cxnId="{B47E40B6-7773-6D49-A00F-EF43344FF4CD}">
      <dgm:prSet/>
      <dgm:spPr/>
      <dgm:t>
        <a:bodyPr/>
        <a:lstStyle/>
        <a:p>
          <a:endParaRPr lang="en-GB"/>
        </a:p>
      </dgm:t>
    </dgm:pt>
    <dgm:pt modelId="{8110F9E4-3B55-F94E-84AD-29EF4D744727}">
      <dgm:prSet/>
      <dgm:spPr/>
      <dgm:t>
        <a:bodyPr/>
        <a:lstStyle/>
        <a:p>
          <a:r>
            <a:rPr lang="en-US" b="0" i="0" dirty="0"/>
            <a:t>Product Owner</a:t>
          </a:r>
          <a:endParaRPr lang="en-IN" dirty="0"/>
        </a:p>
      </dgm:t>
    </dgm:pt>
    <dgm:pt modelId="{D1C28A82-06A7-9A4D-B31D-25B88EE70C75}" type="parTrans" cxnId="{CA5014B6-8168-C146-9A7B-B191E92CBA36}">
      <dgm:prSet/>
      <dgm:spPr/>
      <dgm:t>
        <a:bodyPr/>
        <a:lstStyle/>
        <a:p>
          <a:endParaRPr lang="en-GB"/>
        </a:p>
      </dgm:t>
    </dgm:pt>
    <dgm:pt modelId="{8EFA6724-CB61-1649-915C-D49D3F9042D9}" type="sibTrans" cxnId="{CA5014B6-8168-C146-9A7B-B191E92CBA36}">
      <dgm:prSet/>
      <dgm:spPr/>
      <dgm:t>
        <a:bodyPr/>
        <a:lstStyle/>
        <a:p>
          <a:endParaRPr lang="en-GB"/>
        </a:p>
      </dgm:t>
    </dgm:pt>
    <dgm:pt modelId="{52FA60DD-6B28-4449-879C-F85CDAE9E631}">
      <dgm:prSet/>
      <dgm:spPr/>
      <dgm:t>
        <a:bodyPr/>
        <a:lstStyle/>
        <a:p>
          <a:r>
            <a:rPr lang="en-US" b="0" i="0" dirty="0"/>
            <a:t>Scrum Master</a:t>
          </a:r>
          <a:endParaRPr lang="en-IN" dirty="0"/>
        </a:p>
      </dgm:t>
    </dgm:pt>
    <dgm:pt modelId="{FD780CE5-2DE1-CA44-9A1E-FF12E7A58C87}" type="parTrans" cxnId="{5C43CB54-C8EA-EF4B-A403-84BA73439071}">
      <dgm:prSet/>
      <dgm:spPr/>
      <dgm:t>
        <a:bodyPr/>
        <a:lstStyle/>
        <a:p>
          <a:endParaRPr lang="en-GB"/>
        </a:p>
      </dgm:t>
    </dgm:pt>
    <dgm:pt modelId="{86765364-E5A7-5340-8965-A9F08F1018A2}" type="sibTrans" cxnId="{5C43CB54-C8EA-EF4B-A403-84BA73439071}">
      <dgm:prSet/>
      <dgm:spPr/>
      <dgm:t>
        <a:bodyPr/>
        <a:lstStyle/>
        <a:p>
          <a:endParaRPr lang="en-GB"/>
        </a:p>
      </dgm:t>
    </dgm:pt>
    <dgm:pt modelId="{91EA0F0E-E63E-DD48-9030-65AD6C107745}">
      <dgm:prSet/>
      <dgm:spPr/>
      <dgm:t>
        <a:bodyPr/>
        <a:lstStyle/>
        <a:p>
          <a:r>
            <a:rPr lang="en-US" b="0" i="0" dirty="0"/>
            <a:t>Development Team</a:t>
          </a:r>
          <a:endParaRPr lang="en-IN" dirty="0"/>
        </a:p>
      </dgm:t>
    </dgm:pt>
    <dgm:pt modelId="{D0A730A8-7043-A14C-BEA6-313970095E07}" type="parTrans" cxnId="{E99B0582-52BF-1048-8DCC-867110D32E08}">
      <dgm:prSet/>
      <dgm:spPr/>
      <dgm:t>
        <a:bodyPr/>
        <a:lstStyle/>
        <a:p>
          <a:endParaRPr lang="en-GB"/>
        </a:p>
      </dgm:t>
    </dgm:pt>
    <dgm:pt modelId="{8DB914C6-5058-7545-B632-F3B08A2D9ABA}" type="sibTrans" cxnId="{E99B0582-52BF-1048-8DCC-867110D32E08}">
      <dgm:prSet/>
      <dgm:spPr/>
      <dgm:t>
        <a:bodyPr/>
        <a:lstStyle/>
        <a:p>
          <a:endParaRPr lang="en-GB"/>
        </a:p>
      </dgm:t>
    </dgm:pt>
    <dgm:pt modelId="{C071B4B9-045D-344C-8810-E8CEA4BEB3FB}">
      <dgm:prSet/>
      <dgm:spPr/>
      <dgm:t>
        <a:bodyPr/>
        <a:lstStyle/>
        <a:p>
          <a:r>
            <a:rPr lang="en-US" b="0" i="0" dirty="0"/>
            <a:t>Artefacts</a:t>
          </a:r>
          <a:endParaRPr lang="en-IN" dirty="0"/>
        </a:p>
      </dgm:t>
    </dgm:pt>
    <dgm:pt modelId="{B44D154C-1F2B-D74B-A408-DEC4C3956228}" type="parTrans" cxnId="{1CB15C44-E08A-104C-A5B6-4C15A261AAB2}">
      <dgm:prSet/>
      <dgm:spPr/>
      <dgm:t>
        <a:bodyPr/>
        <a:lstStyle/>
        <a:p>
          <a:endParaRPr lang="en-GB"/>
        </a:p>
      </dgm:t>
    </dgm:pt>
    <dgm:pt modelId="{F74C2A28-49BC-E04F-8710-5E5C53CB08B8}" type="sibTrans" cxnId="{1CB15C44-E08A-104C-A5B6-4C15A261AAB2}">
      <dgm:prSet/>
      <dgm:spPr/>
      <dgm:t>
        <a:bodyPr/>
        <a:lstStyle/>
        <a:p>
          <a:endParaRPr lang="en-GB"/>
        </a:p>
      </dgm:t>
    </dgm:pt>
    <dgm:pt modelId="{05EAD5A7-835E-CB41-AACB-A457C44F7DAE}">
      <dgm:prSet/>
      <dgm:spPr/>
      <dgm:t>
        <a:bodyPr/>
        <a:lstStyle/>
        <a:p>
          <a:r>
            <a:rPr lang="en-US" b="0" i="0"/>
            <a:t>Product backlog</a:t>
          </a:r>
          <a:endParaRPr lang="en-IN"/>
        </a:p>
      </dgm:t>
    </dgm:pt>
    <dgm:pt modelId="{C685D29B-4BE9-3B40-9AEF-8EF2E0D083DA}" type="parTrans" cxnId="{7A50FEE6-AD46-9C44-AAE2-98987ACDE111}">
      <dgm:prSet/>
      <dgm:spPr/>
      <dgm:t>
        <a:bodyPr/>
        <a:lstStyle/>
        <a:p>
          <a:endParaRPr lang="en-GB"/>
        </a:p>
      </dgm:t>
    </dgm:pt>
    <dgm:pt modelId="{04465730-3290-D242-9654-A19E57893099}" type="sibTrans" cxnId="{7A50FEE6-AD46-9C44-AAE2-98987ACDE111}">
      <dgm:prSet/>
      <dgm:spPr/>
      <dgm:t>
        <a:bodyPr/>
        <a:lstStyle/>
        <a:p>
          <a:endParaRPr lang="en-GB"/>
        </a:p>
      </dgm:t>
    </dgm:pt>
    <dgm:pt modelId="{92316131-F2A3-3F48-964E-0A8196A72784}">
      <dgm:prSet/>
      <dgm:spPr/>
      <dgm:t>
        <a:bodyPr/>
        <a:lstStyle/>
        <a:p>
          <a:r>
            <a:rPr lang="en-US" b="0" i="0"/>
            <a:t>Sprint backlog</a:t>
          </a:r>
          <a:endParaRPr lang="en-IN"/>
        </a:p>
      </dgm:t>
    </dgm:pt>
    <dgm:pt modelId="{3CB228B7-2D3D-774B-9C70-881B9752765B}" type="parTrans" cxnId="{2D90D80A-518F-1140-AF66-42C6CAD0603C}">
      <dgm:prSet/>
      <dgm:spPr/>
      <dgm:t>
        <a:bodyPr/>
        <a:lstStyle/>
        <a:p>
          <a:endParaRPr lang="en-GB"/>
        </a:p>
      </dgm:t>
    </dgm:pt>
    <dgm:pt modelId="{1E30879C-C8D3-5F46-82DF-A52B7EB31AE5}" type="sibTrans" cxnId="{2D90D80A-518F-1140-AF66-42C6CAD0603C}">
      <dgm:prSet/>
      <dgm:spPr/>
      <dgm:t>
        <a:bodyPr/>
        <a:lstStyle/>
        <a:p>
          <a:endParaRPr lang="en-GB"/>
        </a:p>
      </dgm:t>
    </dgm:pt>
    <dgm:pt modelId="{E2D7E37E-490E-6343-993A-2C5269D99B29}">
      <dgm:prSet/>
      <dgm:spPr/>
      <dgm:t>
        <a:bodyPr/>
        <a:lstStyle/>
        <a:p>
          <a:r>
            <a:rPr lang="en-US" b="0" i="0" dirty="0"/>
            <a:t>Product increment</a:t>
          </a:r>
          <a:endParaRPr lang="en-IN" dirty="0"/>
        </a:p>
      </dgm:t>
    </dgm:pt>
    <dgm:pt modelId="{31E44BA2-50F4-8B40-BA8D-BE0EB20F7191}" type="parTrans" cxnId="{A699E28F-C42C-FF45-8589-7919E1691824}">
      <dgm:prSet/>
      <dgm:spPr/>
      <dgm:t>
        <a:bodyPr/>
        <a:lstStyle/>
        <a:p>
          <a:endParaRPr lang="en-GB"/>
        </a:p>
      </dgm:t>
    </dgm:pt>
    <dgm:pt modelId="{9A5B5FBD-3C27-4E45-B44B-A72C86D598F9}" type="sibTrans" cxnId="{A699E28F-C42C-FF45-8589-7919E1691824}">
      <dgm:prSet/>
      <dgm:spPr/>
      <dgm:t>
        <a:bodyPr/>
        <a:lstStyle/>
        <a:p>
          <a:endParaRPr lang="en-GB"/>
        </a:p>
      </dgm:t>
    </dgm:pt>
    <dgm:pt modelId="{0EB06F2F-B9E0-824F-B8D5-659A4F9BAAE9}">
      <dgm:prSet/>
      <dgm:spPr/>
      <dgm:t>
        <a:bodyPr/>
        <a:lstStyle/>
        <a:p>
          <a:r>
            <a:rPr lang="en-US" b="0" i="0"/>
            <a:t>Events</a:t>
          </a:r>
          <a:endParaRPr lang="en-IN"/>
        </a:p>
      </dgm:t>
    </dgm:pt>
    <dgm:pt modelId="{F583D74D-1AF3-EC43-BB03-8DF25B3F42D8}" type="parTrans" cxnId="{417A4DC7-0224-7E42-A189-FA595A25557A}">
      <dgm:prSet/>
      <dgm:spPr/>
      <dgm:t>
        <a:bodyPr/>
        <a:lstStyle/>
        <a:p>
          <a:endParaRPr lang="en-GB"/>
        </a:p>
      </dgm:t>
    </dgm:pt>
    <dgm:pt modelId="{9386AB4C-854A-4C4C-9B30-921B379A847D}" type="sibTrans" cxnId="{417A4DC7-0224-7E42-A189-FA595A25557A}">
      <dgm:prSet/>
      <dgm:spPr/>
      <dgm:t>
        <a:bodyPr/>
        <a:lstStyle/>
        <a:p>
          <a:endParaRPr lang="en-GB"/>
        </a:p>
      </dgm:t>
    </dgm:pt>
    <dgm:pt modelId="{08072694-8FBF-C048-B784-2C23E142FCD3}">
      <dgm:prSet/>
      <dgm:spPr/>
      <dgm:t>
        <a:bodyPr/>
        <a:lstStyle/>
        <a:p>
          <a:r>
            <a:rPr lang="en-US" b="0" i="0"/>
            <a:t>Sprint</a:t>
          </a:r>
          <a:endParaRPr lang="en-IN"/>
        </a:p>
      </dgm:t>
    </dgm:pt>
    <dgm:pt modelId="{3BFF2570-A11E-1E4E-9171-239A06F78C96}" type="parTrans" cxnId="{61A7F7F6-3AAC-1744-8DEF-B52F2776EFD2}">
      <dgm:prSet/>
      <dgm:spPr/>
      <dgm:t>
        <a:bodyPr/>
        <a:lstStyle/>
        <a:p>
          <a:endParaRPr lang="en-GB"/>
        </a:p>
      </dgm:t>
    </dgm:pt>
    <dgm:pt modelId="{3420B529-92F0-0743-AEA7-2B9DB4CD492E}" type="sibTrans" cxnId="{61A7F7F6-3AAC-1744-8DEF-B52F2776EFD2}">
      <dgm:prSet/>
      <dgm:spPr/>
      <dgm:t>
        <a:bodyPr/>
        <a:lstStyle/>
        <a:p>
          <a:endParaRPr lang="en-GB"/>
        </a:p>
      </dgm:t>
    </dgm:pt>
    <dgm:pt modelId="{21BAFAC0-6398-354F-BCAB-F45B208EE87E}">
      <dgm:prSet/>
      <dgm:spPr/>
      <dgm:t>
        <a:bodyPr/>
        <a:lstStyle/>
        <a:p>
          <a:r>
            <a:rPr lang="en-US" b="0" i="0"/>
            <a:t>Sprint planning</a:t>
          </a:r>
          <a:endParaRPr lang="en-IN"/>
        </a:p>
      </dgm:t>
    </dgm:pt>
    <dgm:pt modelId="{5771F5BD-65A2-B043-BEE9-CA949CC8BAF3}" type="parTrans" cxnId="{42D5AC3B-1465-1A4B-A2C4-6D15A81E764B}">
      <dgm:prSet/>
      <dgm:spPr/>
      <dgm:t>
        <a:bodyPr/>
        <a:lstStyle/>
        <a:p>
          <a:endParaRPr lang="en-GB"/>
        </a:p>
      </dgm:t>
    </dgm:pt>
    <dgm:pt modelId="{E0E9D323-E830-B74B-86DC-ECD6F6D135B7}" type="sibTrans" cxnId="{42D5AC3B-1465-1A4B-A2C4-6D15A81E764B}">
      <dgm:prSet/>
      <dgm:spPr/>
      <dgm:t>
        <a:bodyPr/>
        <a:lstStyle/>
        <a:p>
          <a:endParaRPr lang="en-GB"/>
        </a:p>
      </dgm:t>
    </dgm:pt>
    <dgm:pt modelId="{F10AE46E-F45E-4743-A4E5-9C180B927AFB}">
      <dgm:prSet/>
      <dgm:spPr/>
      <dgm:t>
        <a:bodyPr/>
        <a:lstStyle/>
        <a:p>
          <a:r>
            <a:rPr lang="en-US" b="0" i="0"/>
            <a:t>Daily scrum</a:t>
          </a:r>
          <a:endParaRPr lang="en-IN"/>
        </a:p>
      </dgm:t>
    </dgm:pt>
    <dgm:pt modelId="{095B59E9-27C7-5F49-9024-EF6020AD7D44}" type="parTrans" cxnId="{5AC7AF05-6161-E948-8A2B-02A385724AD5}">
      <dgm:prSet/>
      <dgm:spPr/>
      <dgm:t>
        <a:bodyPr/>
        <a:lstStyle/>
        <a:p>
          <a:endParaRPr lang="en-GB"/>
        </a:p>
      </dgm:t>
    </dgm:pt>
    <dgm:pt modelId="{26C359E4-49BA-614D-8683-462940440652}" type="sibTrans" cxnId="{5AC7AF05-6161-E948-8A2B-02A385724AD5}">
      <dgm:prSet/>
      <dgm:spPr/>
      <dgm:t>
        <a:bodyPr/>
        <a:lstStyle/>
        <a:p>
          <a:endParaRPr lang="en-GB"/>
        </a:p>
      </dgm:t>
    </dgm:pt>
    <dgm:pt modelId="{EFA2A70B-E11B-674C-957A-89C945E160FF}">
      <dgm:prSet/>
      <dgm:spPr/>
      <dgm:t>
        <a:bodyPr/>
        <a:lstStyle/>
        <a:p>
          <a:r>
            <a:rPr lang="en-US" b="0" i="0"/>
            <a:t>Sprint review</a:t>
          </a:r>
          <a:endParaRPr lang="en-IN"/>
        </a:p>
      </dgm:t>
    </dgm:pt>
    <dgm:pt modelId="{80078D45-37BA-CE48-BA20-7C16A4E1B0E5}" type="parTrans" cxnId="{844B1D26-1FDC-F34A-A8E9-66A2CB86AE8A}">
      <dgm:prSet/>
      <dgm:spPr/>
      <dgm:t>
        <a:bodyPr/>
        <a:lstStyle/>
        <a:p>
          <a:endParaRPr lang="en-GB"/>
        </a:p>
      </dgm:t>
    </dgm:pt>
    <dgm:pt modelId="{CE715C2F-E5C2-8948-AD17-996017EC1E17}" type="sibTrans" cxnId="{844B1D26-1FDC-F34A-A8E9-66A2CB86AE8A}">
      <dgm:prSet/>
      <dgm:spPr/>
      <dgm:t>
        <a:bodyPr/>
        <a:lstStyle/>
        <a:p>
          <a:endParaRPr lang="en-GB"/>
        </a:p>
      </dgm:t>
    </dgm:pt>
    <dgm:pt modelId="{31968FFE-7DC3-DB46-B03E-454F0368DAE3}">
      <dgm:prSet/>
      <dgm:spPr/>
      <dgm:t>
        <a:bodyPr/>
        <a:lstStyle/>
        <a:p>
          <a:r>
            <a:rPr lang="en-US" b="0" i="0"/>
            <a:t>Sprint retrospective</a:t>
          </a:r>
          <a:endParaRPr lang="en-IN"/>
        </a:p>
      </dgm:t>
    </dgm:pt>
    <dgm:pt modelId="{9C0DE1C9-3870-E440-9E40-DFC6483EE3BB}" type="parTrans" cxnId="{8B441FA6-9271-3F4C-95A9-9B93DD5164E5}">
      <dgm:prSet/>
      <dgm:spPr/>
      <dgm:t>
        <a:bodyPr/>
        <a:lstStyle/>
        <a:p>
          <a:endParaRPr lang="en-GB"/>
        </a:p>
      </dgm:t>
    </dgm:pt>
    <dgm:pt modelId="{833DA575-EED1-8940-ADF9-3A72CE614690}" type="sibTrans" cxnId="{8B441FA6-9271-3F4C-95A9-9B93DD5164E5}">
      <dgm:prSet/>
      <dgm:spPr/>
      <dgm:t>
        <a:bodyPr/>
        <a:lstStyle/>
        <a:p>
          <a:endParaRPr lang="en-GB"/>
        </a:p>
      </dgm:t>
    </dgm:pt>
    <dgm:pt modelId="{F375E4D3-81C3-594E-9511-77D7C69F8377}" type="pres">
      <dgm:prSet presAssocID="{E66AD7B8-4E76-F645-BE0E-5C9FFE2E9A25}" presName="Name0" presStyleCnt="0">
        <dgm:presLayoutVars>
          <dgm:dir/>
          <dgm:animLvl val="lvl"/>
          <dgm:resizeHandles val="exact"/>
        </dgm:presLayoutVars>
      </dgm:prSet>
      <dgm:spPr/>
    </dgm:pt>
    <dgm:pt modelId="{C33A81A1-D13D-074A-9677-4C1A83A89412}" type="pres">
      <dgm:prSet presAssocID="{3AD0E916-7757-3540-9B9F-91CCF38EE16B}" presName="composite" presStyleCnt="0"/>
      <dgm:spPr/>
    </dgm:pt>
    <dgm:pt modelId="{89B5E3F0-A8F5-0549-9632-CEA7C641FB70}" type="pres">
      <dgm:prSet presAssocID="{3AD0E916-7757-3540-9B9F-91CCF38EE16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C94C04D-F67D-0F46-96F6-940CB5D298CD}" type="pres">
      <dgm:prSet presAssocID="{3AD0E916-7757-3540-9B9F-91CCF38EE16B}" presName="desTx" presStyleLbl="alignAccFollowNode1" presStyleIdx="0" presStyleCnt="3">
        <dgm:presLayoutVars>
          <dgm:bulletEnabled val="1"/>
        </dgm:presLayoutVars>
      </dgm:prSet>
      <dgm:spPr/>
    </dgm:pt>
    <dgm:pt modelId="{08031B1B-09D6-5442-A05E-783495E40A1A}" type="pres">
      <dgm:prSet presAssocID="{B1A5FB9F-443F-AA45-B72B-ABA579B6A93B}" presName="space" presStyleCnt="0"/>
      <dgm:spPr/>
    </dgm:pt>
    <dgm:pt modelId="{DD803386-9050-5A4B-9A5E-E5FD99D8901C}" type="pres">
      <dgm:prSet presAssocID="{C071B4B9-045D-344C-8810-E8CEA4BEB3FB}" presName="composite" presStyleCnt="0"/>
      <dgm:spPr/>
    </dgm:pt>
    <dgm:pt modelId="{34A9EA46-A9B9-9841-9996-8FBFC1D6A398}" type="pres">
      <dgm:prSet presAssocID="{C071B4B9-045D-344C-8810-E8CEA4BEB3F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9126F65-72AD-7444-B006-1027891342B1}" type="pres">
      <dgm:prSet presAssocID="{C071B4B9-045D-344C-8810-E8CEA4BEB3FB}" presName="desTx" presStyleLbl="alignAccFollowNode1" presStyleIdx="1" presStyleCnt="3">
        <dgm:presLayoutVars>
          <dgm:bulletEnabled val="1"/>
        </dgm:presLayoutVars>
      </dgm:prSet>
      <dgm:spPr/>
    </dgm:pt>
    <dgm:pt modelId="{0B62FA79-3EB7-3C43-AEF4-90F4AEFB8468}" type="pres">
      <dgm:prSet presAssocID="{F74C2A28-49BC-E04F-8710-5E5C53CB08B8}" presName="space" presStyleCnt="0"/>
      <dgm:spPr/>
    </dgm:pt>
    <dgm:pt modelId="{6DBBD8D4-B62E-0B4F-8867-777C220F565C}" type="pres">
      <dgm:prSet presAssocID="{0EB06F2F-B9E0-824F-B8D5-659A4F9BAAE9}" presName="composite" presStyleCnt="0"/>
      <dgm:spPr/>
    </dgm:pt>
    <dgm:pt modelId="{CEC9CB6A-C6E2-634B-BF4F-6EC6D40D5C05}" type="pres">
      <dgm:prSet presAssocID="{0EB06F2F-B9E0-824F-B8D5-659A4F9BAAE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5E07F67-3C27-BC45-9B62-9C590B5E4F92}" type="pres">
      <dgm:prSet presAssocID="{0EB06F2F-B9E0-824F-B8D5-659A4F9BAAE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AC7AF05-6161-E948-8A2B-02A385724AD5}" srcId="{0EB06F2F-B9E0-824F-B8D5-659A4F9BAAE9}" destId="{F10AE46E-F45E-4743-A4E5-9C180B927AFB}" srcOrd="2" destOrd="0" parTransId="{095B59E9-27C7-5F49-9024-EF6020AD7D44}" sibTransId="{26C359E4-49BA-614D-8683-462940440652}"/>
    <dgm:cxn modelId="{2D90D80A-518F-1140-AF66-42C6CAD0603C}" srcId="{C071B4B9-045D-344C-8810-E8CEA4BEB3FB}" destId="{92316131-F2A3-3F48-964E-0A8196A72784}" srcOrd="1" destOrd="0" parTransId="{3CB228B7-2D3D-774B-9C70-881B9752765B}" sibTransId="{1E30879C-C8D3-5F46-82DF-A52B7EB31AE5}"/>
    <dgm:cxn modelId="{25B4DE10-6A82-EB46-987E-368F6F1A87DC}" type="presOf" srcId="{E66AD7B8-4E76-F645-BE0E-5C9FFE2E9A25}" destId="{F375E4D3-81C3-594E-9511-77D7C69F8377}" srcOrd="0" destOrd="0" presId="urn:microsoft.com/office/officeart/2005/8/layout/hList1"/>
    <dgm:cxn modelId="{D2640113-A812-B04C-9A8A-268B3088386B}" type="presOf" srcId="{21BAFAC0-6398-354F-BCAB-F45B208EE87E}" destId="{85E07F67-3C27-BC45-9B62-9C590B5E4F92}" srcOrd="0" destOrd="1" presId="urn:microsoft.com/office/officeart/2005/8/layout/hList1"/>
    <dgm:cxn modelId="{03BD6C16-5807-834F-8273-2B1D92174BF7}" type="presOf" srcId="{C071B4B9-045D-344C-8810-E8CEA4BEB3FB}" destId="{34A9EA46-A9B9-9841-9996-8FBFC1D6A398}" srcOrd="0" destOrd="0" presId="urn:microsoft.com/office/officeart/2005/8/layout/hList1"/>
    <dgm:cxn modelId="{844B1D26-1FDC-F34A-A8E9-66A2CB86AE8A}" srcId="{0EB06F2F-B9E0-824F-B8D5-659A4F9BAAE9}" destId="{EFA2A70B-E11B-674C-957A-89C945E160FF}" srcOrd="3" destOrd="0" parTransId="{80078D45-37BA-CE48-BA20-7C16A4E1B0E5}" sibTransId="{CE715C2F-E5C2-8948-AD17-996017EC1E17}"/>
    <dgm:cxn modelId="{A21AB232-27F1-0E40-AEBC-D3EF8310A913}" type="presOf" srcId="{3AD0E916-7757-3540-9B9F-91CCF38EE16B}" destId="{89B5E3F0-A8F5-0549-9632-CEA7C641FB70}" srcOrd="0" destOrd="0" presId="urn:microsoft.com/office/officeart/2005/8/layout/hList1"/>
    <dgm:cxn modelId="{F09F5B36-7D9D-9E42-B99B-D21566382FE0}" type="presOf" srcId="{52FA60DD-6B28-4449-879C-F85CDAE9E631}" destId="{4C94C04D-F67D-0F46-96F6-940CB5D298CD}" srcOrd="0" destOrd="1" presId="urn:microsoft.com/office/officeart/2005/8/layout/hList1"/>
    <dgm:cxn modelId="{72D95337-3629-5B4B-ACF9-4DAACF4E19D6}" type="presOf" srcId="{91EA0F0E-E63E-DD48-9030-65AD6C107745}" destId="{4C94C04D-F67D-0F46-96F6-940CB5D298CD}" srcOrd="0" destOrd="2" presId="urn:microsoft.com/office/officeart/2005/8/layout/hList1"/>
    <dgm:cxn modelId="{09FDE138-313B-B447-BF6E-A9B17E53A10D}" type="presOf" srcId="{92316131-F2A3-3F48-964E-0A8196A72784}" destId="{59126F65-72AD-7444-B006-1027891342B1}" srcOrd="0" destOrd="1" presId="urn:microsoft.com/office/officeart/2005/8/layout/hList1"/>
    <dgm:cxn modelId="{42D5AC3B-1465-1A4B-A2C4-6D15A81E764B}" srcId="{0EB06F2F-B9E0-824F-B8D5-659A4F9BAAE9}" destId="{21BAFAC0-6398-354F-BCAB-F45B208EE87E}" srcOrd="1" destOrd="0" parTransId="{5771F5BD-65A2-B043-BEE9-CA949CC8BAF3}" sibTransId="{E0E9D323-E830-B74B-86DC-ECD6F6D135B7}"/>
    <dgm:cxn modelId="{1CB15C44-E08A-104C-A5B6-4C15A261AAB2}" srcId="{E66AD7B8-4E76-F645-BE0E-5C9FFE2E9A25}" destId="{C071B4B9-045D-344C-8810-E8CEA4BEB3FB}" srcOrd="1" destOrd="0" parTransId="{B44D154C-1F2B-D74B-A408-DEC4C3956228}" sibTransId="{F74C2A28-49BC-E04F-8710-5E5C53CB08B8}"/>
    <dgm:cxn modelId="{244BD04A-5F3A-3243-87D7-665FF7FFD962}" type="presOf" srcId="{EFA2A70B-E11B-674C-957A-89C945E160FF}" destId="{85E07F67-3C27-BC45-9B62-9C590B5E4F92}" srcOrd="0" destOrd="3" presId="urn:microsoft.com/office/officeart/2005/8/layout/hList1"/>
    <dgm:cxn modelId="{5C43CB54-C8EA-EF4B-A403-84BA73439071}" srcId="{3AD0E916-7757-3540-9B9F-91CCF38EE16B}" destId="{52FA60DD-6B28-4449-879C-F85CDAE9E631}" srcOrd="1" destOrd="0" parTransId="{FD780CE5-2DE1-CA44-9A1E-FF12E7A58C87}" sibTransId="{86765364-E5A7-5340-8965-A9F08F1018A2}"/>
    <dgm:cxn modelId="{AF0CDD55-7B50-E440-B7A0-973F2049404F}" type="presOf" srcId="{0EB06F2F-B9E0-824F-B8D5-659A4F9BAAE9}" destId="{CEC9CB6A-C6E2-634B-BF4F-6EC6D40D5C05}" srcOrd="0" destOrd="0" presId="urn:microsoft.com/office/officeart/2005/8/layout/hList1"/>
    <dgm:cxn modelId="{E99B0582-52BF-1048-8DCC-867110D32E08}" srcId="{3AD0E916-7757-3540-9B9F-91CCF38EE16B}" destId="{91EA0F0E-E63E-DD48-9030-65AD6C107745}" srcOrd="2" destOrd="0" parTransId="{D0A730A8-7043-A14C-BEA6-313970095E07}" sibTransId="{8DB914C6-5058-7545-B632-F3B08A2D9ABA}"/>
    <dgm:cxn modelId="{DB16EB82-64B2-EA40-B0FC-0A3B65845DDA}" type="presOf" srcId="{08072694-8FBF-C048-B784-2C23E142FCD3}" destId="{85E07F67-3C27-BC45-9B62-9C590B5E4F92}" srcOrd="0" destOrd="0" presId="urn:microsoft.com/office/officeart/2005/8/layout/hList1"/>
    <dgm:cxn modelId="{A699E28F-C42C-FF45-8589-7919E1691824}" srcId="{C071B4B9-045D-344C-8810-E8CEA4BEB3FB}" destId="{E2D7E37E-490E-6343-993A-2C5269D99B29}" srcOrd="2" destOrd="0" parTransId="{31E44BA2-50F4-8B40-BA8D-BE0EB20F7191}" sibTransId="{9A5B5FBD-3C27-4E45-B44B-A72C86D598F9}"/>
    <dgm:cxn modelId="{8B441FA6-9271-3F4C-95A9-9B93DD5164E5}" srcId="{0EB06F2F-B9E0-824F-B8D5-659A4F9BAAE9}" destId="{31968FFE-7DC3-DB46-B03E-454F0368DAE3}" srcOrd="4" destOrd="0" parTransId="{9C0DE1C9-3870-E440-9E40-DFC6483EE3BB}" sibTransId="{833DA575-EED1-8940-ADF9-3A72CE614690}"/>
    <dgm:cxn modelId="{CA5014B6-8168-C146-9A7B-B191E92CBA36}" srcId="{3AD0E916-7757-3540-9B9F-91CCF38EE16B}" destId="{8110F9E4-3B55-F94E-84AD-29EF4D744727}" srcOrd="0" destOrd="0" parTransId="{D1C28A82-06A7-9A4D-B31D-25B88EE70C75}" sibTransId="{8EFA6724-CB61-1649-915C-D49D3F9042D9}"/>
    <dgm:cxn modelId="{B47E40B6-7773-6D49-A00F-EF43344FF4CD}" srcId="{E66AD7B8-4E76-F645-BE0E-5C9FFE2E9A25}" destId="{3AD0E916-7757-3540-9B9F-91CCF38EE16B}" srcOrd="0" destOrd="0" parTransId="{10E5F384-350F-3B46-9173-AC6D64BC248A}" sibTransId="{B1A5FB9F-443F-AA45-B72B-ABA579B6A93B}"/>
    <dgm:cxn modelId="{D5E7A0B6-ACAF-7642-AF94-C4864733AF35}" type="presOf" srcId="{F10AE46E-F45E-4743-A4E5-9C180B927AFB}" destId="{85E07F67-3C27-BC45-9B62-9C590B5E4F92}" srcOrd="0" destOrd="2" presId="urn:microsoft.com/office/officeart/2005/8/layout/hList1"/>
    <dgm:cxn modelId="{417A4DC7-0224-7E42-A189-FA595A25557A}" srcId="{E66AD7B8-4E76-F645-BE0E-5C9FFE2E9A25}" destId="{0EB06F2F-B9E0-824F-B8D5-659A4F9BAAE9}" srcOrd="2" destOrd="0" parTransId="{F583D74D-1AF3-EC43-BB03-8DF25B3F42D8}" sibTransId="{9386AB4C-854A-4C4C-9B30-921B379A847D}"/>
    <dgm:cxn modelId="{88ABD6D5-6E33-824D-A99E-208EA2019337}" type="presOf" srcId="{8110F9E4-3B55-F94E-84AD-29EF4D744727}" destId="{4C94C04D-F67D-0F46-96F6-940CB5D298CD}" srcOrd="0" destOrd="0" presId="urn:microsoft.com/office/officeart/2005/8/layout/hList1"/>
    <dgm:cxn modelId="{7A50FEE6-AD46-9C44-AAE2-98987ACDE111}" srcId="{C071B4B9-045D-344C-8810-E8CEA4BEB3FB}" destId="{05EAD5A7-835E-CB41-AACB-A457C44F7DAE}" srcOrd="0" destOrd="0" parTransId="{C685D29B-4BE9-3B40-9AEF-8EF2E0D083DA}" sibTransId="{04465730-3290-D242-9654-A19E57893099}"/>
    <dgm:cxn modelId="{61A7F7F6-3AAC-1744-8DEF-B52F2776EFD2}" srcId="{0EB06F2F-B9E0-824F-B8D5-659A4F9BAAE9}" destId="{08072694-8FBF-C048-B784-2C23E142FCD3}" srcOrd="0" destOrd="0" parTransId="{3BFF2570-A11E-1E4E-9171-239A06F78C96}" sibTransId="{3420B529-92F0-0743-AEA7-2B9DB4CD492E}"/>
    <dgm:cxn modelId="{704DF6F7-79D4-3144-B2BB-38A26A014559}" type="presOf" srcId="{05EAD5A7-835E-CB41-AACB-A457C44F7DAE}" destId="{59126F65-72AD-7444-B006-1027891342B1}" srcOrd="0" destOrd="0" presId="urn:microsoft.com/office/officeart/2005/8/layout/hList1"/>
    <dgm:cxn modelId="{4E850AFC-EE1F-2B43-AACD-938DCAC5D226}" type="presOf" srcId="{31968FFE-7DC3-DB46-B03E-454F0368DAE3}" destId="{85E07F67-3C27-BC45-9B62-9C590B5E4F92}" srcOrd="0" destOrd="4" presId="urn:microsoft.com/office/officeart/2005/8/layout/hList1"/>
    <dgm:cxn modelId="{CCDD4CFE-4C54-BF45-BB63-B17C92E65C8B}" type="presOf" srcId="{E2D7E37E-490E-6343-993A-2C5269D99B29}" destId="{59126F65-72AD-7444-B006-1027891342B1}" srcOrd="0" destOrd="2" presId="urn:microsoft.com/office/officeart/2005/8/layout/hList1"/>
    <dgm:cxn modelId="{54D05F4C-49A8-EE4B-884D-7CF31936BDA3}" type="presParOf" srcId="{F375E4D3-81C3-594E-9511-77D7C69F8377}" destId="{C33A81A1-D13D-074A-9677-4C1A83A89412}" srcOrd="0" destOrd="0" presId="urn:microsoft.com/office/officeart/2005/8/layout/hList1"/>
    <dgm:cxn modelId="{21CE3515-C99B-E34A-9F8E-E17FCD797443}" type="presParOf" srcId="{C33A81A1-D13D-074A-9677-4C1A83A89412}" destId="{89B5E3F0-A8F5-0549-9632-CEA7C641FB70}" srcOrd="0" destOrd="0" presId="urn:microsoft.com/office/officeart/2005/8/layout/hList1"/>
    <dgm:cxn modelId="{8BDBE4FC-6444-AB45-B1CD-FBF370B48380}" type="presParOf" srcId="{C33A81A1-D13D-074A-9677-4C1A83A89412}" destId="{4C94C04D-F67D-0F46-96F6-940CB5D298CD}" srcOrd="1" destOrd="0" presId="urn:microsoft.com/office/officeart/2005/8/layout/hList1"/>
    <dgm:cxn modelId="{D8877F89-DE84-C24F-AB91-1EFF9F993302}" type="presParOf" srcId="{F375E4D3-81C3-594E-9511-77D7C69F8377}" destId="{08031B1B-09D6-5442-A05E-783495E40A1A}" srcOrd="1" destOrd="0" presId="urn:microsoft.com/office/officeart/2005/8/layout/hList1"/>
    <dgm:cxn modelId="{EBF71514-C670-CB44-838E-34EFFFAFAC4B}" type="presParOf" srcId="{F375E4D3-81C3-594E-9511-77D7C69F8377}" destId="{DD803386-9050-5A4B-9A5E-E5FD99D8901C}" srcOrd="2" destOrd="0" presId="urn:microsoft.com/office/officeart/2005/8/layout/hList1"/>
    <dgm:cxn modelId="{D95C0BEA-86E9-AE42-86B0-7CFF7FB66343}" type="presParOf" srcId="{DD803386-9050-5A4B-9A5E-E5FD99D8901C}" destId="{34A9EA46-A9B9-9841-9996-8FBFC1D6A398}" srcOrd="0" destOrd="0" presId="urn:microsoft.com/office/officeart/2005/8/layout/hList1"/>
    <dgm:cxn modelId="{E90AF9F8-A0E0-3647-B11D-645295C2EEC7}" type="presParOf" srcId="{DD803386-9050-5A4B-9A5E-E5FD99D8901C}" destId="{59126F65-72AD-7444-B006-1027891342B1}" srcOrd="1" destOrd="0" presId="urn:microsoft.com/office/officeart/2005/8/layout/hList1"/>
    <dgm:cxn modelId="{6306FDC4-D461-054A-8114-1B144617E722}" type="presParOf" srcId="{F375E4D3-81C3-594E-9511-77D7C69F8377}" destId="{0B62FA79-3EB7-3C43-AEF4-90F4AEFB8468}" srcOrd="3" destOrd="0" presId="urn:microsoft.com/office/officeart/2005/8/layout/hList1"/>
    <dgm:cxn modelId="{812D94AC-FBEB-9A41-8FE1-559BF25827E8}" type="presParOf" srcId="{F375E4D3-81C3-594E-9511-77D7C69F8377}" destId="{6DBBD8D4-B62E-0B4F-8867-777C220F565C}" srcOrd="4" destOrd="0" presId="urn:microsoft.com/office/officeart/2005/8/layout/hList1"/>
    <dgm:cxn modelId="{D17AB1BC-B6CE-7840-A49F-279519ADCA45}" type="presParOf" srcId="{6DBBD8D4-B62E-0B4F-8867-777C220F565C}" destId="{CEC9CB6A-C6E2-634B-BF4F-6EC6D40D5C05}" srcOrd="0" destOrd="0" presId="urn:microsoft.com/office/officeart/2005/8/layout/hList1"/>
    <dgm:cxn modelId="{F070702B-9715-1E41-B1E4-A5B5E547DF8B}" type="presParOf" srcId="{6DBBD8D4-B62E-0B4F-8867-777C220F565C}" destId="{85E07F67-3C27-BC45-9B62-9C590B5E4F9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152F218-247A-464E-A22F-6087879D6BB5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900253F-D70D-4632-BF2B-70FC2C6D79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Product Owner</a:t>
          </a:r>
        </a:p>
      </dgm:t>
    </dgm:pt>
    <dgm:pt modelId="{122BB189-B2D8-42C0-9624-094FC6FA37A5}" type="parTrans" cxnId="{D8F89BC7-2470-40C0-8400-B0DEB73B601B}">
      <dgm:prSet/>
      <dgm:spPr/>
      <dgm:t>
        <a:bodyPr/>
        <a:lstStyle/>
        <a:p>
          <a:endParaRPr lang="en-US"/>
        </a:p>
      </dgm:t>
    </dgm:pt>
    <dgm:pt modelId="{95E15B92-F0AE-45CB-8C89-A00B6AE00E5A}" type="sibTrans" cxnId="{D8F89BC7-2470-40C0-8400-B0DEB73B601B}">
      <dgm:prSet/>
      <dgm:spPr/>
      <dgm:t>
        <a:bodyPr/>
        <a:lstStyle/>
        <a:p>
          <a:endParaRPr lang="en-US"/>
        </a:p>
      </dgm:t>
    </dgm:pt>
    <dgm:pt modelId="{C7B331C8-7A01-4CC5-936C-20132D3C71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Owns the product backlog.</a:t>
          </a:r>
        </a:p>
      </dgm:t>
    </dgm:pt>
    <dgm:pt modelId="{78991AFD-DEFD-401C-B3CB-AEA15D80056A}" type="parTrans" cxnId="{40A0E347-6FFA-4E27-A220-FC251E2F3D62}">
      <dgm:prSet/>
      <dgm:spPr/>
      <dgm:t>
        <a:bodyPr/>
        <a:lstStyle/>
        <a:p>
          <a:endParaRPr lang="en-US"/>
        </a:p>
      </dgm:t>
    </dgm:pt>
    <dgm:pt modelId="{56DE96E8-1016-484C-B2B5-719D238855E0}" type="sibTrans" cxnId="{40A0E347-6FFA-4E27-A220-FC251E2F3D62}">
      <dgm:prSet/>
      <dgm:spPr/>
      <dgm:t>
        <a:bodyPr/>
        <a:lstStyle/>
        <a:p>
          <a:endParaRPr lang="en-US"/>
        </a:p>
      </dgm:t>
    </dgm:pt>
    <dgm:pt modelId="{9FBF4F85-057D-4F14-BE39-516E9C253E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Prioritizes features based on business value and customer needs.</a:t>
          </a:r>
        </a:p>
      </dgm:t>
    </dgm:pt>
    <dgm:pt modelId="{CB860160-8773-463E-9DB0-663A94A3EFCC}" type="parTrans" cxnId="{A29AD27B-1F14-4A7D-ACB4-66D1CEAD6C0F}">
      <dgm:prSet/>
      <dgm:spPr/>
      <dgm:t>
        <a:bodyPr/>
        <a:lstStyle/>
        <a:p>
          <a:endParaRPr lang="en-US"/>
        </a:p>
      </dgm:t>
    </dgm:pt>
    <dgm:pt modelId="{4C7DC94E-0B8E-4256-9B6C-84B1C4F33887}" type="sibTrans" cxnId="{A29AD27B-1F14-4A7D-ACB4-66D1CEAD6C0F}">
      <dgm:prSet/>
      <dgm:spPr/>
      <dgm:t>
        <a:bodyPr/>
        <a:lstStyle/>
        <a:p>
          <a:endParaRPr lang="en-US"/>
        </a:p>
      </dgm:t>
    </dgm:pt>
    <dgm:pt modelId="{1A8030D1-BD77-44EC-A97D-8C4AB90853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Scrum Master</a:t>
          </a:r>
        </a:p>
      </dgm:t>
    </dgm:pt>
    <dgm:pt modelId="{C4AF3DDB-089B-4506-8263-F19A5EC13086}" type="parTrans" cxnId="{623FC81A-BBA5-4D5E-A16C-97CFE77061CC}">
      <dgm:prSet/>
      <dgm:spPr/>
      <dgm:t>
        <a:bodyPr/>
        <a:lstStyle/>
        <a:p>
          <a:endParaRPr lang="en-US"/>
        </a:p>
      </dgm:t>
    </dgm:pt>
    <dgm:pt modelId="{9338A1FE-89E7-421D-951C-F2D2F4CDD127}" type="sibTrans" cxnId="{623FC81A-BBA5-4D5E-A16C-97CFE77061CC}">
      <dgm:prSet/>
      <dgm:spPr/>
      <dgm:t>
        <a:bodyPr/>
        <a:lstStyle/>
        <a:p>
          <a:endParaRPr lang="en-US"/>
        </a:p>
      </dgm:t>
    </dgm:pt>
    <dgm:pt modelId="{4CF60270-6B47-49DA-B35B-1931B62479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Facilitates Scrum practices.</a:t>
          </a:r>
        </a:p>
      </dgm:t>
    </dgm:pt>
    <dgm:pt modelId="{CD7CC3D6-71C9-41E1-840F-9CADB5476C68}" type="parTrans" cxnId="{61B56CB6-7CDF-4EE6-A588-71EB1E843B3B}">
      <dgm:prSet/>
      <dgm:spPr/>
      <dgm:t>
        <a:bodyPr/>
        <a:lstStyle/>
        <a:p>
          <a:endParaRPr lang="en-US"/>
        </a:p>
      </dgm:t>
    </dgm:pt>
    <dgm:pt modelId="{065360E5-D098-4E5C-8200-544B92F4B1C6}" type="sibTrans" cxnId="{61B56CB6-7CDF-4EE6-A588-71EB1E843B3B}">
      <dgm:prSet/>
      <dgm:spPr/>
      <dgm:t>
        <a:bodyPr/>
        <a:lstStyle/>
        <a:p>
          <a:endParaRPr lang="en-US"/>
        </a:p>
      </dgm:t>
    </dgm:pt>
    <dgm:pt modelId="{6006E680-6E86-47BF-B991-EBC6335B53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Removes impediments and shields the team from distractions.</a:t>
          </a:r>
        </a:p>
      </dgm:t>
    </dgm:pt>
    <dgm:pt modelId="{D7D285AB-A6EC-45E5-8828-D89DA3E6EB97}" type="parTrans" cxnId="{A167E0AE-6A9B-4252-BE77-079B204FBA69}">
      <dgm:prSet/>
      <dgm:spPr/>
      <dgm:t>
        <a:bodyPr/>
        <a:lstStyle/>
        <a:p>
          <a:endParaRPr lang="en-US"/>
        </a:p>
      </dgm:t>
    </dgm:pt>
    <dgm:pt modelId="{8F2749C0-4367-4C51-AFE6-9C76A760118A}" type="sibTrans" cxnId="{A167E0AE-6A9B-4252-BE77-079B204FBA69}">
      <dgm:prSet/>
      <dgm:spPr/>
      <dgm:t>
        <a:bodyPr/>
        <a:lstStyle/>
        <a:p>
          <a:endParaRPr lang="en-US"/>
        </a:p>
      </dgm:t>
    </dgm:pt>
    <dgm:pt modelId="{9FE7C192-C73C-4425-A82A-FE37EFFDEA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Developers</a:t>
          </a:r>
        </a:p>
      </dgm:t>
    </dgm:pt>
    <dgm:pt modelId="{E9DF7971-BE74-4EC7-9B76-C834A7234C70}" type="parTrans" cxnId="{8568FC9A-A965-47FC-845D-F19A03B0E0FC}">
      <dgm:prSet/>
      <dgm:spPr/>
      <dgm:t>
        <a:bodyPr/>
        <a:lstStyle/>
        <a:p>
          <a:endParaRPr lang="en-US"/>
        </a:p>
      </dgm:t>
    </dgm:pt>
    <dgm:pt modelId="{E8369FDC-E9F3-4829-BD56-1F5738282FEF}" type="sibTrans" cxnId="{8568FC9A-A965-47FC-845D-F19A03B0E0FC}">
      <dgm:prSet/>
      <dgm:spPr/>
      <dgm:t>
        <a:bodyPr/>
        <a:lstStyle/>
        <a:p>
          <a:endParaRPr lang="en-US"/>
        </a:p>
      </dgm:t>
    </dgm:pt>
    <dgm:pt modelId="{C3F911CE-D8E4-47C6-92D2-29F07EDC49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Cross-functional team members who build the product.</a:t>
          </a:r>
        </a:p>
      </dgm:t>
    </dgm:pt>
    <dgm:pt modelId="{433949D4-6F21-4B03-AD8B-DD8D33508509}" type="parTrans" cxnId="{2DA45D90-59A7-4188-8DF6-5B90DA35BBDD}">
      <dgm:prSet/>
      <dgm:spPr/>
      <dgm:t>
        <a:bodyPr/>
        <a:lstStyle/>
        <a:p>
          <a:endParaRPr lang="en-US"/>
        </a:p>
      </dgm:t>
    </dgm:pt>
    <dgm:pt modelId="{5545A6C5-923A-4F33-B19F-5B14139AF4DA}" type="sibTrans" cxnId="{2DA45D90-59A7-4188-8DF6-5B90DA35BBDD}">
      <dgm:prSet/>
      <dgm:spPr/>
      <dgm:t>
        <a:bodyPr/>
        <a:lstStyle/>
        <a:p>
          <a:endParaRPr lang="en-US"/>
        </a:p>
      </dgm:t>
    </dgm:pt>
    <dgm:pt modelId="{3EDFB053-7A48-4165-8F91-4EECC46A7E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Responsible for delivering a usable increment each sprint</a:t>
          </a:r>
        </a:p>
      </dgm:t>
    </dgm:pt>
    <dgm:pt modelId="{F6AF5F15-C1F3-4B47-81EF-D2CCF7CD469D}" type="parTrans" cxnId="{021ABEEE-0DB3-42CF-AAF3-D91F292E8DF1}">
      <dgm:prSet/>
      <dgm:spPr/>
      <dgm:t>
        <a:bodyPr/>
        <a:lstStyle/>
        <a:p>
          <a:endParaRPr lang="en-US"/>
        </a:p>
      </dgm:t>
    </dgm:pt>
    <dgm:pt modelId="{CFEF0766-AF13-4DB0-BA27-FF3CE52215FB}" type="sibTrans" cxnId="{021ABEEE-0DB3-42CF-AAF3-D91F292E8DF1}">
      <dgm:prSet/>
      <dgm:spPr/>
      <dgm:t>
        <a:bodyPr/>
        <a:lstStyle/>
        <a:p>
          <a:endParaRPr lang="en-US"/>
        </a:p>
      </dgm:t>
    </dgm:pt>
    <dgm:pt modelId="{D2C12E33-AC4B-468E-BF8A-716844D88280}" type="pres">
      <dgm:prSet presAssocID="{8152F218-247A-464E-A22F-6087879D6BB5}" presName="root" presStyleCnt="0">
        <dgm:presLayoutVars>
          <dgm:dir/>
          <dgm:resizeHandles val="exact"/>
        </dgm:presLayoutVars>
      </dgm:prSet>
      <dgm:spPr/>
    </dgm:pt>
    <dgm:pt modelId="{51DC3B9A-D27B-4058-8778-DC4967353DF9}" type="pres">
      <dgm:prSet presAssocID="{4900253F-D70D-4632-BF2B-70FC2C6D7946}" presName="compNode" presStyleCnt="0"/>
      <dgm:spPr/>
    </dgm:pt>
    <dgm:pt modelId="{259A84F9-CA64-4FB7-8502-C602C16A6724}" type="pres">
      <dgm:prSet presAssocID="{4900253F-D70D-4632-BF2B-70FC2C6D7946}" presName="bgRect" presStyleLbl="bgShp" presStyleIdx="0" presStyleCnt="3"/>
      <dgm:spPr/>
    </dgm:pt>
    <dgm:pt modelId="{F73240A4-D6A3-4155-A64A-162A3119C76E}" type="pres">
      <dgm:prSet presAssocID="{4900253F-D70D-4632-BF2B-70FC2C6D79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62A1B0E-9357-488E-B793-1EB580022D2B}" type="pres">
      <dgm:prSet presAssocID="{4900253F-D70D-4632-BF2B-70FC2C6D7946}" presName="spaceRect" presStyleCnt="0"/>
      <dgm:spPr/>
    </dgm:pt>
    <dgm:pt modelId="{5A95BCED-BB91-45F7-8909-97300481B4BB}" type="pres">
      <dgm:prSet presAssocID="{4900253F-D70D-4632-BF2B-70FC2C6D7946}" presName="parTx" presStyleLbl="revTx" presStyleIdx="0" presStyleCnt="6">
        <dgm:presLayoutVars>
          <dgm:chMax val="0"/>
          <dgm:chPref val="0"/>
        </dgm:presLayoutVars>
      </dgm:prSet>
      <dgm:spPr/>
    </dgm:pt>
    <dgm:pt modelId="{B437C2E2-35A3-4608-A562-DE11B234F5CE}" type="pres">
      <dgm:prSet presAssocID="{4900253F-D70D-4632-BF2B-70FC2C6D7946}" presName="desTx" presStyleLbl="revTx" presStyleIdx="1" presStyleCnt="6" custScaleX="120626" custLinFactNeighborX="-12854">
        <dgm:presLayoutVars/>
      </dgm:prSet>
      <dgm:spPr/>
    </dgm:pt>
    <dgm:pt modelId="{7F69D187-8DCE-4BBD-91E4-5E380DDFD2A3}" type="pres">
      <dgm:prSet presAssocID="{95E15B92-F0AE-45CB-8C89-A00B6AE00E5A}" presName="sibTrans" presStyleCnt="0"/>
      <dgm:spPr/>
    </dgm:pt>
    <dgm:pt modelId="{61C09D17-4777-4DB1-92C9-39D8EF941982}" type="pres">
      <dgm:prSet presAssocID="{1A8030D1-BD77-44EC-A97D-8C4AB90853BB}" presName="compNode" presStyleCnt="0"/>
      <dgm:spPr/>
    </dgm:pt>
    <dgm:pt modelId="{EFE73C59-24E5-4631-849B-6BE26BA8621A}" type="pres">
      <dgm:prSet presAssocID="{1A8030D1-BD77-44EC-A97D-8C4AB90853BB}" presName="bgRect" presStyleLbl="bgShp" presStyleIdx="1" presStyleCnt="3" custLinFactNeighborX="-826"/>
      <dgm:spPr/>
    </dgm:pt>
    <dgm:pt modelId="{E29A76F8-F95F-46E1-84E6-87726BF59B0A}" type="pres">
      <dgm:prSet presAssocID="{1A8030D1-BD77-44EC-A97D-8C4AB90853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7BC98B2-A8E1-4DD3-8D2D-0C429CB14089}" type="pres">
      <dgm:prSet presAssocID="{1A8030D1-BD77-44EC-A97D-8C4AB90853BB}" presName="spaceRect" presStyleCnt="0"/>
      <dgm:spPr/>
    </dgm:pt>
    <dgm:pt modelId="{0BA660E5-7D1E-42B2-A3F6-3D18E1E4ED8C}" type="pres">
      <dgm:prSet presAssocID="{1A8030D1-BD77-44EC-A97D-8C4AB90853BB}" presName="parTx" presStyleLbl="revTx" presStyleIdx="2" presStyleCnt="6">
        <dgm:presLayoutVars>
          <dgm:chMax val="0"/>
          <dgm:chPref val="0"/>
        </dgm:presLayoutVars>
      </dgm:prSet>
      <dgm:spPr/>
    </dgm:pt>
    <dgm:pt modelId="{7CF33A8A-B797-4C0F-9285-70873AD9CB4E}" type="pres">
      <dgm:prSet presAssocID="{1A8030D1-BD77-44EC-A97D-8C4AB90853BB}" presName="desTx" presStyleLbl="revTx" presStyleIdx="3" presStyleCnt="6" custScaleX="120576" custLinFactNeighborX="-12498">
        <dgm:presLayoutVars/>
      </dgm:prSet>
      <dgm:spPr/>
    </dgm:pt>
    <dgm:pt modelId="{B588A50C-F436-42DC-B082-096267DEB338}" type="pres">
      <dgm:prSet presAssocID="{9338A1FE-89E7-421D-951C-F2D2F4CDD127}" presName="sibTrans" presStyleCnt="0"/>
      <dgm:spPr/>
    </dgm:pt>
    <dgm:pt modelId="{CC7D57AE-815C-4506-9641-835C0BECD30C}" type="pres">
      <dgm:prSet presAssocID="{9FE7C192-C73C-4425-A82A-FE37EFFDEA78}" presName="compNode" presStyleCnt="0"/>
      <dgm:spPr/>
    </dgm:pt>
    <dgm:pt modelId="{1E675252-EB26-4A0F-9842-475A75CFA7DF}" type="pres">
      <dgm:prSet presAssocID="{9FE7C192-C73C-4425-A82A-FE37EFFDEA78}" presName="bgRect" presStyleLbl="bgShp" presStyleIdx="2" presStyleCnt="3"/>
      <dgm:spPr/>
    </dgm:pt>
    <dgm:pt modelId="{5C0126FA-4CC2-400E-847F-86CDB455F3F8}" type="pres">
      <dgm:prSet presAssocID="{9FE7C192-C73C-4425-A82A-FE37EFFDEA7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56DE66C8-BE55-40AF-A94E-85A42521261C}" type="pres">
      <dgm:prSet presAssocID="{9FE7C192-C73C-4425-A82A-FE37EFFDEA78}" presName="spaceRect" presStyleCnt="0"/>
      <dgm:spPr/>
    </dgm:pt>
    <dgm:pt modelId="{3B414608-3355-4355-8D12-A80B83879A66}" type="pres">
      <dgm:prSet presAssocID="{9FE7C192-C73C-4425-A82A-FE37EFFDEA78}" presName="parTx" presStyleLbl="revTx" presStyleIdx="4" presStyleCnt="6">
        <dgm:presLayoutVars>
          <dgm:chMax val="0"/>
          <dgm:chPref val="0"/>
        </dgm:presLayoutVars>
      </dgm:prSet>
      <dgm:spPr/>
    </dgm:pt>
    <dgm:pt modelId="{DD0F994D-4F6D-45BF-A202-C4BA603AAB50}" type="pres">
      <dgm:prSet presAssocID="{9FE7C192-C73C-4425-A82A-FE37EFFDEA78}" presName="desTx" presStyleLbl="revTx" presStyleIdx="5" presStyleCnt="6" custScaleX="115677" custLinFactNeighborX="-10046">
        <dgm:presLayoutVars/>
      </dgm:prSet>
      <dgm:spPr/>
    </dgm:pt>
  </dgm:ptLst>
  <dgm:cxnLst>
    <dgm:cxn modelId="{623FC81A-BBA5-4D5E-A16C-97CFE77061CC}" srcId="{8152F218-247A-464E-A22F-6087879D6BB5}" destId="{1A8030D1-BD77-44EC-A97D-8C4AB90853BB}" srcOrd="1" destOrd="0" parTransId="{C4AF3DDB-089B-4506-8263-F19A5EC13086}" sibTransId="{9338A1FE-89E7-421D-951C-F2D2F4CDD127}"/>
    <dgm:cxn modelId="{9D42A71C-E6CE-4224-AE70-9B2B4D8D2E0A}" type="presOf" srcId="{6006E680-6E86-47BF-B991-EBC6335B5346}" destId="{7CF33A8A-B797-4C0F-9285-70873AD9CB4E}" srcOrd="0" destOrd="1" presId="urn:microsoft.com/office/officeart/2018/2/layout/IconVerticalSolidList"/>
    <dgm:cxn modelId="{6394BF36-E657-4F4D-A789-BF6D5B731CC5}" type="presOf" srcId="{3EDFB053-7A48-4165-8F91-4EECC46A7E2C}" destId="{DD0F994D-4F6D-45BF-A202-C4BA603AAB50}" srcOrd="0" destOrd="1" presId="urn:microsoft.com/office/officeart/2018/2/layout/IconVerticalSolidList"/>
    <dgm:cxn modelId="{0E958C3A-620B-4151-B673-2761DB7EFE7A}" type="presOf" srcId="{C3F911CE-D8E4-47C6-92D2-29F07EDC4957}" destId="{DD0F994D-4F6D-45BF-A202-C4BA603AAB50}" srcOrd="0" destOrd="0" presId="urn:microsoft.com/office/officeart/2018/2/layout/IconVerticalSolidList"/>
    <dgm:cxn modelId="{9F1FBB5C-C65E-4C52-BFDC-09096A68665D}" type="presOf" srcId="{1A8030D1-BD77-44EC-A97D-8C4AB90853BB}" destId="{0BA660E5-7D1E-42B2-A3F6-3D18E1E4ED8C}" srcOrd="0" destOrd="0" presId="urn:microsoft.com/office/officeart/2018/2/layout/IconVerticalSolidList"/>
    <dgm:cxn modelId="{40A0E347-6FFA-4E27-A220-FC251E2F3D62}" srcId="{4900253F-D70D-4632-BF2B-70FC2C6D7946}" destId="{C7B331C8-7A01-4CC5-936C-20132D3C71DA}" srcOrd="0" destOrd="0" parTransId="{78991AFD-DEFD-401C-B3CB-AEA15D80056A}" sibTransId="{56DE96E8-1016-484C-B2B5-719D238855E0}"/>
    <dgm:cxn modelId="{BE83A775-A56E-4151-9C4B-B3C648E04769}" type="presOf" srcId="{4CF60270-6B47-49DA-B35B-1931B6247994}" destId="{7CF33A8A-B797-4C0F-9285-70873AD9CB4E}" srcOrd="0" destOrd="0" presId="urn:microsoft.com/office/officeart/2018/2/layout/IconVerticalSolidList"/>
    <dgm:cxn modelId="{A29AD27B-1F14-4A7D-ACB4-66D1CEAD6C0F}" srcId="{4900253F-D70D-4632-BF2B-70FC2C6D7946}" destId="{9FBF4F85-057D-4F14-BE39-516E9C253E97}" srcOrd="1" destOrd="0" parTransId="{CB860160-8773-463E-9DB0-663A94A3EFCC}" sibTransId="{4C7DC94E-0B8E-4256-9B6C-84B1C4F33887}"/>
    <dgm:cxn modelId="{2DA45D90-59A7-4188-8DF6-5B90DA35BBDD}" srcId="{9FE7C192-C73C-4425-A82A-FE37EFFDEA78}" destId="{C3F911CE-D8E4-47C6-92D2-29F07EDC4957}" srcOrd="0" destOrd="0" parTransId="{433949D4-6F21-4B03-AD8B-DD8D33508509}" sibTransId="{5545A6C5-923A-4F33-B19F-5B14139AF4DA}"/>
    <dgm:cxn modelId="{8568FC9A-A965-47FC-845D-F19A03B0E0FC}" srcId="{8152F218-247A-464E-A22F-6087879D6BB5}" destId="{9FE7C192-C73C-4425-A82A-FE37EFFDEA78}" srcOrd="2" destOrd="0" parTransId="{E9DF7971-BE74-4EC7-9B76-C834A7234C70}" sibTransId="{E8369FDC-E9F3-4829-BD56-1F5738282FEF}"/>
    <dgm:cxn modelId="{FD3474A1-AF6F-4B0C-84A7-C1DC76E8E11B}" type="presOf" srcId="{8152F218-247A-464E-A22F-6087879D6BB5}" destId="{D2C12E33-AC4B-468E-BF8A-716844D88280}" srcOrd="0" destOrd="0" presId="urn:microsoft.com/office/officeart/2018/2/layout/IconVerticalSolidList"/>
    <dgm:cxn modelId="{A167E0AE-6A9B-4252-BE77-079B204FBA69}" srcId="{1A8030D1-BD77-44EC-A97D-8C4AB90853BB}" destId="{6006E680-6E86-47BF-B991-EBC6335B5346}" srcOrd="1" destOrd="0" parTransId="{D7D285AB-A6EC-45E5-8828-D89DA3E6EB97}" sibTransId="{8F2749C0-4367-4C51-AFE6-9C76A760118A}"/>
    <dgm:cxn modelId="{61B56CB6-7CDF-4EE6-A588-71EB1E843B3B}" srcId="{1A8030D1-BD77-44EC-A97D-8C4AB90853BB}" destId="{4CF60270-6B47-49DA-B35B-1931B6247994}" srcOrd="0" destOrd="0" parTransId="{CD7CC3D6-71C9-41E1-840F-9CADB5476C68}" sibTransId="{065360E5-D098-4E5C-8200-544B92F4B1C6}"/>
    <dgm:cxn modelId="{306844C1-1117-420C-81DC-7645FF951121}" type="presOf" srcId="{9FBF4F85-057D-4F14-BE39-516E9C253E97}" destId="{B437C2E2-35A3-4608-A562-DE11B234F5CE}" srcOrd="0" destOrd="1" presId="urn:microsoft.com/office/officeart/2018/2/layout/IconVerticalSolidList"/>
    <dgm:cxn modelId="{D8F89BC7-2470-40C0-8400-B0DEB73B601B}" srcId="{8152F218-247A-464E-A22F-6087879D6BB5}" destId="{4900253F-D70D-4632-BF2B-70FC2C6D7946}" srcOrd="0" destOrd="0" parTransId="{122BB189-B2D8-42C0-9624-094FC6FA37A5}" sibTransId="{95E15B92-F0AE-45CB-8C89-A00B6AE00E5A}"/>
    <dgm:cxn modelId="{9700C4DF-DD7E-4584-A3A4-BC10FE659614}" type="presOf" srcId="{4900253F-D70D-4632-BF2B-70FC2C6D7946}" destId="{5A95BCED-BB91-45F7-8909-97300481B4BB}" srcOrd="0" destOrd="0" presId="urn:microsoft.com/office/officeart/2018/2/layout/IconVerticalSolidList"/>
    <dgm:cxn modelId="{A09454EA-6969-4FF1-9EA7-266FE7B61A18}" type="presOf" srcId="{9FE7C192-C73C-4425-A82A-FE37EFFDEA78}" destId="{3B414608-3355-4355-8D12-A80B83879A66}" srcOrd="0" destOrd="0" presId="urn:microsoft.com/office/officeart/2018/2/layout/IconVerticalSolidList"/>
    <dgm:cxn modelId="{021ABEEE-0DB3-42CF-AAF3-D91F292E8DF1}" srcId="{9FE7C192-C73C-4425-A82A-FE37EFFDEA78}" destId="{3EDFB053-7A48-4165-8F91-4EECC46A7E2C}" srcOrd="1" destOrd="0" parTransId="{F6AF5F15-C1F3-4B47-81EF-D2CCF7CD469D}" sibTransId="{CFEF0766-AF13-4DB0-BA27-FF3CE52215FB}"/>
    <dgm:cxn modelId="{99F28FF3-E23E-4DCE-8329-2F2C56F06EA8}" type="presOf" srcId="{C7B331C8-7A01-4CC5-936C-20132D3C71DA}" destId="{B437C2E2-35A3-4608-A562-DE11B234F5CE}" srcOrd="0" destOrd="0" presId="urn:microsoft.com/office/officeart/2018/2/layout/IconVerticalSolidList"/>
    <dgm:cxn modelId="{114517CD-F222-40A0-988D-66C6C294099A}" type="presParOf" srcId="{D2C12E33-AC4B-468E-BF8A-716844D88280}" destId="{51DC3B9A-D27B-4058-8778-DC4967353DF9}" srcOrd="0" destOrd="0" presId="urn:microsoft.com/office/officeart/2018/2/layout/IconVerticalSolidList"/>
    <dgm:cxn modelId="{E3573110-9108-46D1-AAFA-93AB17913567}" type="presParOf" srcId="{51DC3B9A-D27B-4058-8778-DC4967353DF9}" destId="{259A84F9-CA64-4FB7-8502-C602C16A6724}" srcOrd="0" destOrd="0" presId="urn:microsoft.com/office/officeart/2018/2/layout/IconVerticalSolidList"/>
    <dgm:cxn modelId="{6D5F59D7-E571-4CEF-BF65-24E04A5DDD5C}" type="presParOf" srcId="{51DC3B9A-D27B-4058-8778-DC4967353DF9}" destId="{F73240A4-D6A3-4155-A64A-162A3119C76E}" srcOrd="1" destOrd="0" presId="urn:microsoft.com/office/officeart/2018/2/layout/IconVerticalSolidList"/>
    <dgm:cxn modelId="{FF113FBD-646F-47EB-8CD7-D1FA5EECC710}" type="presParOf" srcId="{51DC3B9A-D27B-4058-8778-DC4967353DF9}" destId="{562A1B0E-9357-488E-B793-1EB580022D2B}" srcOrd="2" destOrd="0" presId="urn:microsoft.com/office/officeart/2018/2/layout/IconVerticalSolidList"/>
    <dgm:cxn modelId="{826D5E7A-B602-4EDB-86B6-1DC27B5E356A}" type="presParOf" srcId="{51DC3B9A-D27B-4058-8778-DC4967353DF9}" destId="{5A95BCED-BB91-45F7-8909-97300481B4BB}" srcOrd="3" destOrd="0" presId="urn:microsoft.com/office/officeart/2018/2/layout/IconVerticalSolidList"/>
    <dgm:cxn modelId="{F45D3461-27FF-46EB-9AFC-88493167ECDD}" type="presParOf" srcId="{51DC3B9A-D27B-4058-8778-DC4967353DF9}" destId="{B437C2E2-35A3-4608-A562-DE11B234F5CE}" srcOrd="4" destOrd="0" presId="urn:microsoft.com/office/officeart/2018/2/layout/IconVerticalSolidList"/>
    <dgm:cxn modelId="{194C88FF-8BC5-4257-BF7D-13E95187BF1D}" type="presParOf" srcId="{D2C12E33-AC4B-468E-BF8A-716844D88280}" destId="{7F69D187-8DCE-4BBD-91E4-5E380DDFD2A3}" srcOrd="1" destOrd="0" presId="urn:microsoft.com/office/officeart/2018/2/layout/IconVerticalSolidList"/>
    <dgm:cxn modelId="{DBBFF3A6-7AE0-42D8-BD0F-F1359CDD6440}" type="presParOf" srcId="{D2C12E33-AC4B-468E-BF8A-716844D88280}" destId="{61C09D17-4777-4DB1-92C9-39D8EF941982}" srcOrd="2" destOrd="0" presId="urn:microsoft.com/office/officeart/2018/2/layout/IconVerticalSolidList"/>
    <dgm:cxn modelId="{A1E5D329-072F-491B-BE9C-B211185CCF24}" type="presParOf" srcId="{61C09D17-4777-4DB1-92C9-39D8EF941982}" destId="{EFE73C59-24E5-4631-849B-6BE26BA8621A}" srcOrd="0" destOrd="0" presId="urn:microsoft.com/office/officeart/2018/2/layout/IconVerticalSolidList"/>
    <dgm:cxn modelId="{47C8731D-E710-4243-92E4-2C553257BBCB}" type="presParOf" srcId="{61C09D17-4777-4DB1-92C9-39D8EF941982}" destId="{E29A76F8-F95F-46E1-84E6-87726BF59B0A}" srcOrd="1" destOrd="0" presId="urn:microsoft.com/office/officeart/2018/2/layout/IconVerticalSolidList"/>
    <dgm:cxn modelId="{9BAE492A-2DA7-4F20-B6A9-8F95D6BD663C}" type="presParOf" srcId="{61C09D17-4777-4DB1-92C9-39D8EF941982}" destId="{F7BC98B2-A8E1-4DD3-8D2D-0C429CB14089}" srcOrd="2" destOrd="0" presId="urn:microsoft.com/office/officeart/2018/2/layout/IconVerticalSolidList"/>
    <dgm:cxn modelId="{94E2D958-6203-431D-AC05-998FE9D18D7B}" type="presParOf" srcId="{61C09D17-4777-4DB1-92C9-39D8EF941982}" destId="{0BA660E5-7D1E-42B2-A3F6-3D18E1E4ED8C}" srcOrd="3" destOrd="0" presId="urn:microsoft.com/office/officeart/2018/2/layout/IconVerticalSolidList"/>
    <dgm:cxn modelId="{A1A2C320-12C9-4950-9D3E-751DCCC37C33}" type="presParOf" srcId="{61C09D17-4777-4DB1-92C9-39D8EF941982}" destId="{7CF33A8A-B797-4C0F-9285-70873AD9CB4E}" srcOrd="4" destOrd="0" presId="urn:microsoft.com/office/officeart/2018/2/layout/IconVerticalSolidList"/>
    <dgm:cxn modelId="{BF9A1F5E-2F97-42EA-AED8-BDC15A45CA19}" type="presParOf" srcId="{D2C12E33-AC4B-468E-BF8A-716844D88280}" destId="{B588A50C-F436-42DC-B082-096267DEB338}" srcOrd="3" destOrd="0" presId="urn:microsoft.com/office/officeart/2018/2/layout/IconVerticalSolidList"/>
    <dgm:cxn modelId="{E3F78D0E-105B-420B-897A-DA0016EAAF10}" type="presParOf" srcId="{D2C12E33-AC4B-468E-BF8A-716844D88280}" destId="{CC7D57AE-815C-4506-9641-835C0BECD30C}" srcOrd="4" destOrd="0" presId="urn:microsoft.com/office/officeart/2018/2/layout/IconVerticalSolidList"/>
    <dgm:cxn modelId="{8E5B293B-099E-4215-8870-1BF186556284}" type="presParOf" srcId="{CC7D57AE-815C-4506-9641-835C0BECD30C}" destId="{1E675252-EB26-4A0F-9842-475A75CFA7DF}" srcOrd="0" destOrd="0" presId="urn:microsoft.com/office/officeart/2018/2/layout/IconVerticalSolidList"/>
    <dgm:cxn modelId="{964A1EBF-E622-4F0A-BBC8-4C22F4FEF815}" type="presParOf" srcId="{CC7D57AE-815C-4506-9641-835C0BECD30C}" destId="{5C0126FA-4CC2-400E-847F-86CDB455F3F8}" srcOrd="1" destOrd="0" presId="urn:microsoft.com/office/officeart/2018/2/layout/IconVerticalSolidList"/>
    <dgm:cxn modelId="{BD5435B3-2800-4BE2-9830-BCE54580B569}" type="presParOf" srcId="{CC7D57AE-815C-4506-9641-835C0BECD30C}" destId="{56DE66C8-BE55-40AF-A94E-85A42521261C}" srcOrd="2" destOrd="0" presId="urn:microsoft.com/office/officeart/2018/2/layout/IconVerticalSolidList"/>
    <dgm:cxn modelId="{76AE41DE-0F9F-492D-9A9A-DFD1F77CC727}" type="presParOf" srcId="{CC7D57AE-815C-4506-9641-835C0BECD30C}" destId="{3B414608-3355-4355-8D12-A80B83879A66}" srcOrd="3" destOrd="0" presId="urn:microsoft.com/office/officeart/2018/2/layout/IconVerticalSolidList"/>
    <dgm:cxn modelId="{19274023-22EC-4888-A7A6-D5851BD2ED05}" type="presParOf" srcId="{CC7D57AE-815C-4506-9641-835C0BECD30C}" destId="{DD0F994D-4F6D-45BF-A202-C4BA603AAB5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A3DCD52-9EA5-411A-A2E9-444BE172240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5E7F6F-9822-4963-852D-02FE1E70DD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Product Backlog</a:t>
          </a:r>
        </a:p>
      </dgm:t>
    </dgm:pt>
    <dgm:pt modelId="{C5505EA0-EA22-4FFB-A829-53A3878B356B}" type="parTrans" cxnId="{E829450B-0C26-4D31-916B-DE5923797215}">
      <dgm:prSet/>
      <dgm:spPr/>
      <dgm:t>
        <a:bodyPr/>
        <a:lstStyle/>
        <a:p>
          <a:endParaRPr lang="en-US"/>
        </a:p>
      </dgm:t>
    </dgm:pt>
    <dgm:pt modelId="{8C88A8D5-3810-4F84-BD2B-755731E58D7E}" type="sibTrans" cxnId="{E829450B-0C26-4D31-916B-DE5923797215}">
      <dgm:prSet/>
      <dgm:spPr/>
      <dgm:t>
        <a:bodyPr/>
        <a:lstStyle/>
        <a:p>
          <a:endParaRPr lang="en-US"/>
        </a:p>
      </dgm:t>
    </dgm:pt>
    <dgm:pt modelId="{B34B91DB-2556-4B10-886B-C3F61C8F5B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Ordered list of everything needed in the product.</a:t>
          </a:r>
        </a:p>
      </dgm:t>
    </dgm:pt>
    <dgm:pt modelId="{16BAFF37-432B-4FBF-9AA4-098AF41F09DF}" type="parTrans" cxnId="{B3553363-D770-4738-B97F-09D2372BB79D}">
      <dgm:prSet/>
      <dgm:spPr/>
      <dgm:t>
        <a:bodyPr/>
        <a:lstStyle/>
        <a:p>
          <a:endParaRPr lang="en-US"/>
        </a:p>
      </dgm:t>
    </dgm:pt>
    <dgm:pt modelId="{9E537566-0D5F-485D-8929-48C211DA6AC7}" type="sibTrans" cxnId="{B3553363-D770-4738-B97F-09D2372BB79D}">
      <dgm:prSet/>
      <dgm:spPr/>
      <dgm:t>
        <a:bodyPr/>
        <a:lstStyle/>
        <a:p>
          <a:endParaRPr lang="en-US"/>
        </a:p>
      </dgm:t>
    </dgm:pt>
    <dgm:pt modelId="{67718C94-A9DD-4AB6-B221-D4742A8B5D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Continuously refined by the Product Owner.</a:t>
          </a:r>
        </a:p>
      </dgm:t>
    </dgm:pt>
    <dgm:pt modelId="{34D3D8DD-C46B-40F0-BE24-21ECC22E8342}" type="parTrans" cxnId="{12C95A38-5C2D-4AC6-8215-1C34BC76700D}">
      <dgm:prSet/>
      <dgm:spPr/>
      <dgm:t>
        <a:bodyPr/>
        <a:lstStyle/>
        <a:p>
          <a:endParaRPr lang="en-US"/>
        </a:p>
      </dgm:t>
    </dgm:pt>
    <dgm:pt modelId="{90216437-08C4-4CB5-A727-2324AE722019}" type="sibTrans" cxnId="{12C95A38-5C2D-4AC6-8215-1C34BC76700D}">
      <dgm:prSet/>
      <dgm:spPr/>
      <dgm:t>
        <a:bodyPr/>
        <a:lstStyle/>
        <a:p>
          <a:endParaRPr lang="en-US"/>
        </a:p>
      </dgm:t>
    </dgm:pt>
    <dgm:pt modelId="{E87EDCFE-B4D8-4C42-88BA-99DD5FA2DC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Sprint Backlog</a:t>
          </a:r>
        </a:p>
      </dgm:t>
    </dgm:pt>
    <dgm:pt modelId="{E006BFDD-75C3-4FF3-AA92-60DEC3D07646}" type="parTrans" cxnId="{950DBB11-1505-4A38-8647-4235214A87B5}">
      <dgm:prSet/>
      <dgm:spPr/>
      <dgm:t>
        <a:bodyPr/>
        <a:lstStyle/>
        <a:p>
          <a:endParaRPr lang="en-US"/>
        </a:p>
      </dgm:t>
    </dgm:pt>
    <dgm:pt modelId="{83E6922F-EE6F-4656-8434-B0E7335929A1}" type="sibTrans" cxnId="{950DBB11-1505-4A38-8647-4235214A87B5}">
      <dgm:prSet/>
      <dgm:spPr/>
      <dgm:t>
        <a:bodyPr/>
        <a:lstStyle/>
        <a:p>
          <a:endParaRPr lang="en-US"/>
        </a:p>
      </dgm:t>
    </dgm:pt>
    <dgm:pt modelId="{C76473E2-C6B5-4097-8F55-DC9571543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Selected items from the product backlog for the current sprint.</a:t>
          </a:r>
        </a:p>
      </dgm:t>
    </dgm:pt>
    <dgm:pt modelId="{07A24709-75F3-482A-A1FE-1F26AB9298F1}" type="parTrans" cxnId="{BB1140FF-EBB4-4939-BF69-AE3FCD4921AB}">
      <dgm:prSet/>
      <dgm:spPr/>
      <dgm:t>
        <a:bodyPr/>
        <a:lstStyle/>
        <a:p>
          <a:endParaRPr lang="en-US"/>
        </a:p>
      </dgm:t>
    </dgm:pt>
    <dgm:pt modelId="{673FCA6C-3FCA-4FFD-9ED1-AA76B5F7238D}" type="sibTrans" cxnId="{BB1140FF-EBB4-4939-BF69-AE3FCD4921AB}">
      <dgm:prSet/>
      <dgm:spPr/>
      <dgm:t>
        <a:bodyPr/>
        <a:lstStyle/>
        <a:p>
          <a:endParaRPr lang="en-US"/>
        </a:p>
      </dgm:t>
    </dgm:pt>
    <dgm:pt modelId="{4C14FACF-0C34-457B-B50A-D458BA8E07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Includes a plan for delivering the increment.</a:t>
          </a:r>
        </a:p>
      </dgm:t>
    </dgm:pt>
    <dgm:pt modelId="{A05047D7-8A84-444A-B24A-913A2758CCDC}" type="parTrans" cxnId="{EB77E3C8-0BAF-4CCF-B394-A327DFD3AA32}">
      <dgm:prSet/>
      <dgm:spPr/>
      <dgm:t>
        <a:bodyPr/>
        <a:lstStyle/>
        <a:p>
          <a:endParaRPr lang="en-US"/>
        </a:p>
      </dgm:t>
    </dgm:pt>
    <dgm:pt modelId="{27DEE684-4B9A-44DD-9FE3-358036C3C3B7}" type="sibTrans" cxnId="{EB77E3C8-0BAF-4CCF-B394-A327DFD3AA32}">
      <dgm:prSet/>
      <dgm:spPr/>
      <dgm:t>
        <a:bodyPr/>
        <a:lstStyle/>
        <a:p>
          <a:endParaRPr lang="en-US"/>
        </a:p>
      </dgm:t>
    </dgm:pt>
    <dgm:pt modelId="{32FC24FD-C710-4D2C-8E03-1832F15A5A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Increment</a:t>
          </a:r>
        </a:p>
      </dgm:t>
    </dgm:pt>
    <dgm:pt modelId="{BA45924F-271B-4C09-9042-A1A41138AA40}" type="parTrans" cxnId="{BA2D6C6A-7E69-4A96-B69E-529DB334418D}">
      <dgm:prSet/>
      <dgm:spPr/>
      <dgm:t>
        <a:bodyPr/>
        <a:lstStyle/>
        <a:p>
          <a:endParaRPr lang="en-US"/>
        </a:p>
      </dgm:t>
    </dgm:pt>
    <dgm:pt modelId="{201661D3-C0E0-41CB-B53C-DE60C8EA66BA}" type="sibTrans" cxnId="{BA2D6C6A-7E69-4A96-B69E-529DB334418D}">
      <dgm:prSet/>
      <dgm:spPr/>
      <dgm:t>
        <a:bodyPr/>
        <a:lstStyle/>
        <a:p>
          <a:endParaRPr lang="en-US"/>
        </a:p>
      </dgm:t>
    </dgm:pt>
    <dgm:pt modelId="{F8EC15CF-7E48-43C4-A974-B9C85774C2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sum of all completed product backlog items during a sprint.</a:t>
          </a:r>
        </a:p>
      </dgm:t>
    </dgm:pt>
    <dgm:pt modelId="{2CDCC614-6E25-4EE8-BA81-7837442B6B48}" type="parTrans" cxnId="{E274646E-D616-4112-856F-FCFBA346CDEB}">
      <dgm:prSet/>
      <dgm:spPr/>
      <dgm:t>
        <a:bodyPr/>
        <a:lstStyle/>
        <a:p>
          <a:endParaRPr lang="en-US"/>
        </a:p>
      </dgm:t>
    </dgm:pt>
    <dgm:pt modelId="{D26F9643-E30B-4D73-B528-AF0904B939BD}" type="sibTrans" cxnId="{E274646E-D616-4112-856F-FCFBA346CDEB}">
      <dgm:prSet/>
      <dgm:spPr/>
      <dgm:t>
        <a:bodyPr/>
        <a:lstStyle/>
        <a:p>
          <a:endParaRPr lang="en-US"/>
        </a:p>
      </dgm:t>
    </dgm:pt>
    <dgm:pt modelId="{D2FE942D-A927-40E3-80E1-AF4D2CC935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Must be in usable condition and meet the Definition of Done.</a:t>
          </a:r>
        </a:p>
      </dgm:t>
    </dgm:pt>
    <dgm:pt modelId="{F2BB4BCB-0536-4974-A019-DDA4F8B18081}" type="parTrans" cxnId="{4B7BEAB3-F35F-428F-BA4B-2E429D12CAC8}">
      <dgm:prSet/>
      <dgm:spPr/>
      <dgm:t>
        <a:bodyPr/>
        <a:lstStyle/>
        <a:p>
          <a:endParaRPr lang="en-US"/>
        </a:p>
      </dgm:t>
    </dgm:pt>
    <dgm:pt modelId="{8520E36E-9310-468D-84D0-367ED2EE61E2}" type="sibTrans" cxnId="{4B7BEAB3-F35F-428F-BA4B-2E429D12CAC8}">
      <dgm:prSet/>
      <dgm:spPr/>
      <dgm:t>
        <a:bodyPr/>
        <a:lstStyle/>
        <a:p>
          <a:endParaRPr lang="en-US"/>
        </a:p>
      </dgm:t>
    </dgm:pt>
    <dgm:pt modelId="{E5877FF0-32C6-456C-BB59-D7B546D174C3}" type="pres">
      <dgm:prSet presAssocID="{AA3DCD52-9EA5-411A-A2E9-444BE1722403}" presName="root" presStyleCnt="0">
        <dgm:presLayoutVars>
          <dgm:dir/>
          <dgm:resizeHandles val="exact"/>
        </dgm:presLayoutVars>
      </dgm:prSet>
      <dgm:spPr/>
    </dgm:pt>
    <dgm:pt modelId="{9767FBAA-3A8D-46FC-AD65-6D2C8EAC093C}" type="pres">
      <dgm:prSet presAssocID="{DE5E7F6F-9822-4963-852D-02FE1E70DD50}" presName="compNode" presStyleCnt="0"/>
      <dgm:spPr/>
    </dgm:pt>
    <dgm:pt modelId="{3E1B7E8C-E803-4CE5-A50E-FEED63873749}" type="pres">
      <dgm:prSet presAssocID="{DE5E7F6F-9822-4963-852D-02FE1E70DD50}" presName="bgRect" presStyleLbl="bgShp" presStyleIdx="0" presStyleCnt="3" custLinFactNeighborX="-7207" custLinFactNeighborY="2234"/>
      <dgm:spPr/>
    </dgm:pt>
    <dgm:pt modelId="{3776E647-13E8-4D2F-8C49-04C6E17345E3}" type="pres">
      <dgm:prSet presAssocID="{DE5E7F6F-9822-4963-852D-02FE1E70DD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DE53DBA-75B7-4029-A347-BD1B1BD5173A}" type="pres">
      <dgm:prSet presAssocID="{DE5E7F6F-9822-4963-852D-02FE1E70DD50}" presName="spaceRect" presStyleCnt="0"/>
      <dgm:spPr/>
    </dgm:pt>
    <dgm:pt modelId="{07F59783-9E41-456A-8B5F-E69099BE412C}" type="pres">
      <dgm:prSet presAssocID="{DE5E7F6F-9822-4963-852D-02FE1E70DD50}" presName="parTx" presStyleLbl="revTx" presStyleIdx="0" presStyleCnt="6">
        <dgm:presLayoutVars>
          <dgm:chMax val="0"/>
          <dgm:chPref val="0"/>
        </dgm:presLayoutVars>
      </dgm:prSet>
      <dgm:spPr/>
    </dgm:pt>
    <dgm:pt modelId="{9D1BC7D5-ECC5-4A9B-B3EF-A10E76818C8B}" type="pres">
      <dgm:prSet presAssocID="{DE5E7F6F-9822-4963-852D-02FE1E70DD50}" presName="desTx" presStyleLbl="revTx" presStyleIdx="1" presStyleCnt="6" custScaleX="120625" custLinFactNeighborX="-13455" custLinFactNeighborY="1727">
        <dgm:presLayoutVars/>
      </dgm:prSet>
      <dgm:spPr/>
    </dgm:pt>
    <dgm:pt modelId="{3774A78B-9619-4BE9-AAE6-EF450E271791}" type="pres">
      <dgm:prSet presAssocID="{8C88A8D5-3810-4F84-BD2B-755731E58D7E}" presName="sibTrans" presStyleCnt="0"/>
      <dgm:spPr/>
    </dgm:pt>
    <dgm:pt modelId="{684C063C-A3EF-4B77-A479-A71D94BAB70E}" type="pres">
      <dgm:prSet presAssocID="{E87EDCFE-B4D8-4C42-88BA-99DD5FA2DC1A}" presName="compNode" presStyleCnt="0"/>
      <dgm:spPr/>
    </dgm:pt>
    <dgm:pt modelId="{320A0439-16B2-4471-B2F7-04DE1B2556CB}" type="pres">
      <dgm:prSet presAssocID="{E87EDCFE-B4D8-4C42-88BA-99DD5FA2DC1A}" presName="bgRect" presStyleLbl="bgShp" presStyleIdx="1" presStyleCnt="3"/>
      <dgm:spPr/>
    </dgm:pt>
    <dgm:pt modelId="{A9DF4A9B-3EEC-4267-A458-973B7332D72F}" type="pres">
      <dgm:prSet presAssocID="{E87EDCFE-B4D8-4C42-88BA-99DD5FA2DC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77E2C5F1-ECDA-4B0B-9C22-FC5E6F24C4C7}" type="pres">
      <dgm:prSet presAssocID="{E87EDCFE-B4D8-4C42-88BA-99DD5FA2DC1A}" presName="spaceRect" presStyleCnt="0"/>
      <dgm:spPr/>
    </dgm:pt>
    <dgm:pt modelId="{19B5C1FE-DB80-4039-AEB5-9B5FA333622C}" type="pres">
      <dgm:prSet presAssocID="{E87EDCFE-B4D8-4C42-88BA-99DD5FA2DC1A}" presName="parTx" presStyleLbl="revTx" presStyleIdx="2" presStyleCnt="6">
        <dgm:presLayoutVars>
          <dgm:chMax val="0"/>
          <dgm:chPref val="0"/>
        </dgm:presLayoutVars>
      </dgm:prSet>
      <dgm:spPr/>
    </dgm:pt>
    <dgm:pt modelId="{92FB7E25-6ACD-4775-935A-FAA30C4C33D3}" type="pres">
      <dgm:prSet presAssocID="{E87EDCFE-B4D8-4C42-88BA-99DD5FA2DC1A}" presName="desTx" presStyleLbl="revTx" presStyleIdx="3" presStyleCnt="6" custScaleX="122351" custLinFactNeighborX="-11771" custLinFactNeighborY="2334">
        <dgm:presLayoutVars/>
      </dgm:prSet>
      <dgm:spPr/>
    </dgm:pt>
    <dgm:pt modelId="{16F5122E-3685-455D-AA81-1492F1A14D7D}" type="pres">
      <dgm:prSet presAssocID="{83E6922F-EE6F-4656-8434-B0E7335929A1}" presName="sibTrans" presStyleCnt="0"/>
      <dgm:spPr/>
    </dgm:pt>
    <dgm:pt modelId="{D88DE42F-4727-45AC-8E70-BB22A9B04205}" type="pres">
      <dgm:prSet presAssocID="{32FC24FD-C710-4D2C-8E03-1832F15A5AA9}" presName="compNode" presStyleCnt="0"/>
      <dgm:spPr/>
    </dgm:pt>
    <dgm:pt modelId="{31CD7755-CC34-418E-B9CA-8440A0673B77}" type="pres">
      <dgm:prSet presAssocID="{32FC24FD-C710-4D2C-8E03-1832F15A5AA9}" presName="bgRect" presStyleLbl="bgShp" presStyleIdx="2" presStyleCnt="3"/>
      <dgm:spPr/>
    </dgm:pt>
    <dgm:pt modelId="{D45C6FE2-F6A2-4E27-BA75-45281BBAD5F6}" type="pres">
      <dgm:prSet presAssocID="{32FC24FD-C710-4D2C-8E03-1832F15A5A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E72A3C5-D02E-4082-A2F5-F2337E026FF5}" type="pres">
      <dgm:prSet presAssocID="{32FC24FD-C710-4D2C-8E03-1832F15A5AA9}" presName="spaceRect" presStyleCnt="0"/>
      <dgm:spPr/>
    </dgm:pt>
    <dgm:pt modelId="{2922BA64-3267-47F3-B26E-998F4716B2E3}" type="pres">
      <dgm:prSet presAssocID="{32FC24FD-C710-4D2C-8E03-1832F15A5AA9}" presName="parTx" presStyleLbl="revTx" presStyleIdx="4" presStyleCnt="6">
        <dgm:presLayoutVars>
          <dgm:chMax val="0"/>
          <dgm:chPref val="0"/>
        </dgm:presLayoutVars>
      </dgm:prSet>
      <dgm:spPr/>
    </dgm:pt>
    <dgm:pt modelId="{CF3C50F5-62D6-4545-BDCF-17D0ECA3617C}" type="pres">
      <dgm:prSet presAssocID="{32FC24FD-C710-4D2C-8E03-1832F15A5AA9}" presName="desTx" presStyleLbl="revTx" presStyleIdx="5" presStyleCnt="6" custScaleX="119114" custLinFactNeighborX="-11277">
        <dgm:presLayoutVars/>
      </dgm:prSet>
      <dgm:spPr/>
    </dgm:pt>
  </dgm:ptLst>
  <dgm:cxnLst>
    <dgm:cxn modelId="{E829450B-0C26-4D31-916B-DE5923797215}" srcId="{AA3DCD52-9EA5-411A-A2E9-444BE1722403}" destId="{DE5E7F6F-9822-4963-852D-02FE1E70DD50}" srcOrd="0" destOrd="0" parTransId="{C5505EA0-EA22-4FFB-A829-53A3878B356B}" sibTransId="{8C88A8D5-3810-4F84-BD2B-755731E58D7E}"/>
    <dgm:cxn modelId="{950DBB11-1505-4A38-8647-4235214A87B5}" srcId="{AA3DCD52-9EA5-411A-A2E9-444BE1722403}" destId="{E87EDCFE-B4D8-4C42-88BA-99DD5FA2DC1A}" srcOrd="1" destOrd="0" parTransId="{E006BFDD-75C3-4FF3-AA92-60DEC3D07646}" sibTransId="{83E6922F-EE6F-4656-8434-B0E7335929A1}"/>
    <dgm:cxn modelId="{7DA9731A-35DF-48EA-88D8-86C0F4292B43}" type="presOf" srcId="{DE5E7F6F-9822-4963-852D-02FE1E70DD50}" destId="{07F59783-9E41-456A-8B5F-E69099BE412C}" srcOrd="0" destOrd="0" presId="urn:microsoft.com/office/officeart/2018/2/layout/IconVerticalSolidList"/>
    <dgm:cxn modelId="{12C95A38-5C2D-4AC6-8215-1C34BC76700D}" srcId="{DE5E7F6F-9822-4963-852D-02FE1E70DD50}" destId="{67718C94-A9DD-4AB6-B221-D4742A8B5D3F}" srcOrd="1" destOrd="0" parTransId="{34D3D8DD-C46B-40F0-BE24-21ECC22E8342}" sibTransId="{90216437-08C4-4CB5-A727-2324AE722019}"/>
    <dgm:cxn modelId="{C3A0AF60-1678-4893-B172-2647B441F5C8}" type="presOf" srcId="{D2FE942D-A927-40E3-80E1-AF4D2CC93540}" destId="{CF3C50F5-62D6-4545-BDCF-17D0ECA3617C}" srcOrd="0" destOrd="1" presId="urn:microsoft.com/office/officeart/2018/2/layout/IconVerticalSolidList"/>
    <dgm:cxn modelId="{BE290E43-4E31-434E-9468-747CFC896BE5}" type="presOf" srcId="{67718C94-A9DD-4AB6-B221-D4742A8B5D3F}" destId="{9D1BC7D5-ECC5-4A9B-B3EF-A10E76818C8B}" srcOrd="0" destOrd="1" presId="urn:microsoft.com/office/officeart/2018/2/layout/IconVerticalSolidList"/>
    <dgm:cxn modelId="{B3553363-D770-4738-B97F-09D2372BB79D}" srcId="{DE5E7F6F-9822-4963-852D-02FE1E70DD50}" destId="{B34B91DB-2556-4B10-886B-C3F61C8F5BB1}" srcOrd="0" destOrd="0" parTransId="{16BAFF37-432B-4FBF-9AA4-098AF41F09DF}" sibTransId="{9E537566-0D5F-485D-8929-48C211DA6AC7}"/>
    <dgm:cxn modelId="{EDC22666-FCC0-4B5D-8FEF-4351CF8CAF24}" type="presOf" srcId="{C76473E2-C6B5-4097-8F55-DC9571543C60}" destId="{92FB7E25-6ACD-4775-935A-FAA30C4C33D3}" srcOrd="0" destOrd="0" presId="urn:microsoft.com/office/officeart/2018/2/layout/IconVerticalSolidList"/>
    <dgm:cxn modelId="{20F7DE46-48E2-4F2F-940C-F9AC6A32AB91}" type="presOf" srcId="{32FC24FD-C710-4D2C-8E03-1832F15A5AA9}" destId="{2922BA64-3267-47F3-B26E-998F4716B2E3}" srcOrd="0" destOrd="0" presId="urn:microsoft.com/office/officeart/2018/2/layout/IconVerticalSolidList"/>
    <dgm:cxn modelId="{BA2D6C6A-7E69-4A96-B69E-529DB334418D}" srcId="{AA3DCD52-9EA5-411A-A2E9-444BE1722403}" destId="{32FC24FD-C710-4D2C-8E03-1832F15A5AA9}" srcOrd="2" destOrd="0" parTransId="{BA45924F-271B-4C09-9042-A1A41138AA40}" sibTransId="{201661D3-C0E0-41CB-B53C-DE60C8EA66BA}"/>
    <dgm:cxn modelId="{E274646E-D616-4112-856F-FCFBA346CDEB}" srcId="{32FC24FD-C710-4D2C-8E03-1832F15A5AA9}" destId="{F8EC15CF-7E48-43C4-A974-B9C85774C273}" srcOrd="0" destOrd="0" parTransId="{2CDCC614-6E25-4EE8-BA81-7837442B6B48}" sibTransId="{D26F9643-E30B-4D73-B528-AF0904B939BD}"/>
    <dgm:cxn modelId="{8E788972-50DE-430A-91C9-07374EEB6165}" type="presOf" srcId="{4C14FACF-0C34-457B-B50A-D458BA8E07F1}" destId="{92FB7E25-6ACD-4775-935A-FAA30C4C33D3}" srcOrd="0" destOrd="1" presId="urn:microsoft.com/office/officeart/2018/2/layout/IconVerticalSolidList"/>
    <dgm:cxn modelId="{163EEC80-229C-41F3-BC59-F3CEB1813A3D}" type="presOf" srcId="{E87EDCFE-B4D8-4C42-88BA-99DD5FA2DC1A}" destId="{19B5C1FE-DB80-4039-AEB5-9B5FA333622C}" srcOrd="0" destOrd="0" presId="urn:microsoft.com/office/officeart/2018/2/layout/IconVerticalSolidList"/>
    <dgm:cxn modelId="{F765699E-331E-4499-95F0-668E9C401406}" type="presOf" srcId="{AA3DCD52-9EA5-411A-A2E9-444BE1722403}" destId="{E5877FF0-32C6-456C-BB59-D7B546D174C3}" srcOrd="0" destOrd="0" presId="urn:microsoft.com/office/officeart/2018/2/layout/IconVerticalSolidList"/>
    <dgm:cxn modelId="{4B7BEAB3-F35F-428F-BA4B-2E429D12CAC8}" srcId="{32FC24FD-C710-4D2C-8E03-1832F15A5AA9}" destId="{D2FE942D-A927-40E3-80E1-AF4D2CC93540}" srcOrd="1" destOrd="0" parTransId="{F2BB4BCB-0536-4974-A019-DDA4F8B18081}" sibTransId="{8520E36E-9310-468D-84D0-367ED2EE61E2}"/>
    <dgm:cxn modelId="{4BC655BC-9078-44D4-AA28-E0399FC0477C}" type="presOf" srcId="{F8EC15CF-7E48-43C4-A974-B9C85774C273}" destId="{CF3C50F5-62D6-4545-BDCF-17D0ECA3617C}" srcOrd="0" destOrd="0" presId="urn:microsoft.com/office/officeart/2018/2/layout/IconVerticalSolidList"/>
    <dgm:cxn modelId="{EB77E3C8-0BAF-4CCF-B394-A327DFD3AA32}" srcId="{E87EDCFE-B4D8-4C42-88BA-99DD5FA2DC1A}" destId="{4C14FACF-0C34-457B-B50A-D458BA8E07F1}" srcOrd="1" destOrd="0" parTransId="{A05047D7-8A84-444A-B24A-913A2758CCDC}" sibTransId="{27DEE684-4B9A-44DD-9FE3-358036C3C3B7}"/>
    <dgm:cxn modelId="{AB1598D4-6EC4-44F2-B3D7-49C9465B02EF}" type="presOf" srcId="{B34B91DB-2556-4B10-886B-C3F61C8F5BB1}" destId="{9D1BC7D5-ECC5-4A9B-B3EF-A10E76818C8B}" srcOrd="0" destOrd="0" presId="urn:microsoft.com/office/officeart/2018/2/layout/IconVerticalSolidList"/>
    <dgm:cxn modelId="{BB1140FF-EBB4-4939-BF69-AE3FCD4921AB}" srcId="{E87EDCFE-B4D8-4C42-88BA-99DD5FA2DC1A}" destId="{C76473E2-C6B5-4097-8F55-DC9571543C60}" srcOrd="0" destOrd="0" parTransId="{07A24709-75F3-482A-A1FE-1F26AB9298F1}" sibTransId="{673FCA6C-3FCA-4FFD-9ED1-AA76B5F7238D}"/>
    <dgm:cxn modelId="{19808D2F-2B90-425B-82E2-2D12A2BD2090}" type="presParOf" srcId="{E5877FF0-32C6-456C-BB59-D7B546D174C3}" destId="{9767FBAA-3A8D-46FC-AD65-6D2C8EAC093C}" srcOrd="0" destOrd="0" presId="urn:microsoft.com/office/officeart/2018/2/layout/IconVerticalSolidList"/>
    <dgm:cxn modelId="{4850A2D8-3FE5-405D-85DC-D139FD070B90}" type="presParOf" srcId="{9767FBAA-3A8D-46FC-AD65-6D2C8EAC093C}" destId="{3E1B7E8C-E803-4CE5-A50E-FEED63873749}" srcOrd="0" destOrd="0" presId="urn:microsoft.com/office/officeart/2018/2/layout/IconVerticalSolidList"/>
    <dgm:cxn modelId="{BEA2174A-FD81-431B-8F21-86E49EC410A0}" type="presParOf" srcId="{9767FBAA-3A8D-46FC-AD65-6D2C8EAC093C}" destId="{3776E647-13E8-4D2F-8C49-04C6E17345E3}" srcOrd="1" destOrd="0" presId="urn:microsoft.com/office/officeart/2018/2/layout/IconVerticalSolidList"/>
    <dgm:cxn modelId="{6290E884-5AA0-4791-AE3B-E7566B437372}" type="presParOf" srcId="{9767FBAA-3A8D-46FC-AD65-6D2C8EAC093C}" destId="{7DE53DBA-75B7-4029-A347-BD1B1BD5173A}" srcOrd="2" destOrd="0" presId="urn:microsoft.com/office/officeart/2018/2/layout/IconVerticalSolidList"/>
    <dgm:cxn modelId="{84D9D155-27B3-4D86-8655-6EF5EA25419D}" type="presParOf" srcId="{9767FBAA-3A8D-46FC-AD65-6D2C8EAC093C}" destId="{07F59783-9E41-456A-8B5F-E69099BE412C}" srcOrd="3" destOrd="0" presId="urn:microsoft.com/office/officeart/2018/2/layout/IconVerticalSolidList"/>
    <dgm:cxn modelId="{17387977-B121-4EF3-88EA-297545D66F65}" type="presParOf" srcId="{9767FBAA-3A8D-46FC-AD65-6D2C8EAC093C}" destId="{9D1BC7D5-ECC5-4A9B-B3EF-A10E76818C8B}" srcOrd="4" destOrd="0" presId="urn:microsoft.com/office/officeart/2018/2/layout/IconVerticalSolidList"/>
    <dgm:cxn modelId="{142CDD01-1CF4-4FE4-960A-C9A6D0E58FE5}" type="presParOf" srcId="{E5877FF0-32C6-456C-BB59-D7B546D174C3}" destId="{3774A78B-9619-4BE9-AAE6-EF450E271791}" srcOrd="1" destOrd="0" presId="urn:microsoft.com/office/officeart/2018/2/layout/IconVerticalSolidList"/>
    <dgm:cxn modelId="{6B6EDE5D-352C-43A7-80BF-DEEEF7BD0223}" type="presParOf" srcId="{E5877FF0-32C6-456C-BB59-D7B546D174C3}" destId="{684C063C-A3EF-4B77-A479-A71D94BAB70E}" srcOrd="2" destOrd="0" presId="urn:microsoft.com/office/officeart/2018/2/layout/IconVerticalSolidList"/>
    <dgm:cxn modelId="{8C98555F-CECD-4658-AEEF-88E2FE882297}" type="presParOf" srcId="{684C063C-A3EF-4B77-A479-A71D94BAB70E}" destId="{320A0439-16B2-4471-B2F7-04DE1B2556CB}" srcOrd="0" destOrd="0" presId="urn:microsoft.com/office/officeart/2018/2/layout/IconVerticalSolidList"/>
    <dgm:cxn modelId="{C23BBA08-AE94-4D11-AEE4-8CE079A99FA1}" type="presParOf" srcId="{684C063C-A3EF-4B77-A479-A71D94BAB70E}" destId="{A9DF4A9B-3EEC-4267-A458-973B7332D72F}" srcOrd="1" destOrd="0" presId="urn:microsoft.com/office/officeart/2018/2/layout/IconVerticalSolidList"/>
    <dgm:cxn modelId="{6BC85393-160F-447C-AEE7-EBFA0E6D1017}" type="presParOf" srcId="{684C063C-A3EF-4B77-A479-A71D94BAB70E}" destId="{77E2C5F1-ECDA-4B0B-9C22-FC5E6F24C4C7}" srcOrd="2" destOrd="0" presId="urn:microsoft.com/office/officeart/2018/2/layout/IconVerticalSolidList"/>
    <dgm:cxn modelId="{1657830D-D328-4717-AFE4-A8F1FE8E5FA8}" type="presParOf" srcId="{684C063C-A3EF-4B77-A479-A71D94BAB70E}" destId="{19B5C1FE-DB80-4039-AEB5-9B5FA333622C}" srcOrd="3" destOrd="0" presId="urn:microsoft.com/office/officeart/2018/2/layout/IconVerticalSolidList"/>
    <dgm:cxn modelId="{770A91BB-54B0-48B2-9441-6C4B35FF744E}" type="presParOf" srcId="{684C063C-A3EF-4B77-A479-A71D94BAB70E}" destId="{92FB7E25-6ACD-4775-935A-FAA30C4C33D3}" srcOrd="4" destOrd="0" presId="urn:microsoft.com/office/officeart/2018/2/layout/IconVerticalSolidList"/>
    <dgm:cxn modelId="{BDF11D25-9272-40D0-83E9-79B6C02099EF}" type="presParOf" srcId="{E5877FF0-32C6-456C-BB59-D7B546D174C3}" destId="{16F5122E-3685-455D-AA81-1492F1A14D7D}" srcOrd="3" destOrd="0" presId="urn:microsoft.com/office/officeart/2018/2/layout/IconVerticalSolidList"/>
    <dgm:cxn modelId="{6DF90CFB-534B-431E-A62D-8C95269B7A6F}" type="presParOf" srcId="{E5877FF0-32C6-456C-BB59-D7B546D174C3}" destId="{D88DE42F-4727-45AC-8E70-BB22A9B04205}" srcOrd="4" destOrd="0" presId="urn:microsoft.com/office/officeart/2018/2/layout/IconVerticalSolidList"/>
    <dgm:cxn modelId="{EC7AFF3E-334B-41ED-8845-8D18A1B43DC5}" type="presParOf" srcId="{D88DE42F-4727-45AC-8E70-BB22A9B04205}" destId="{31CD7755-CC34-418E-B9CA-8440A0673B77}" srcOrd="0" destOrd="0" presId="urn:microsoft.com/office/officeart/2018/2/layout/IconVerticalSolidList"/>
    <dgm:cxn modelId="{9FE80D1D-90B4-45F1-B25C-81E9F3D99CCD}" type="presParOf" srcId="{D88DE42F-4727-45AC-8E70-BB22A9B04205}" destId="{D45C6FE2-F6A2-4E27-BA75-45281BBAD5F6}" srcOrd="1" destOrd="0" presId="urn:microsoft.com/office/officeart/2018/2/layout/IconVerticalSolidList"/>
    <dgm:cxn modelId="{AF5999DB-2CD0-49AA-8153-FCBE49D914B2}" type="presParOf" srcId="{D88DE42F-4727-45AC-8E70-BB22A9B04205}" destId="{7E72A3C5-D02E-4082-A2F5-F2337E026FF5}" srcOrd="2" destOrd="0" presId="urn:microsoft.com/office/officeart/2018/2/layout/IconVerticalSolidList"/>
    <dgm:cxn modelId="{03D5A8E5-9F24-4D6A-9DB5-52661177A5A8}" type="presParOf" srcId="{D88DE42F-4727-45AC-8E70-BB22A9B04205}" destId="{2922BA64-3267-47F3-B26E-998F4716B2E3}" srcOrd="3" destOrd="0" presId="urn:microsoft.com/office/officeart/2018/2/layout/IconVerticalSolidList"/>
    <dgm:cxn modelId="{D3554BB7-CCF9-4005-AECA-12B6F93D9521}" type="presParOf" srcId="{D88DE42F-4727-45AC-8E70-BB22A9B04205}" destId="{CF3C50F5-62D6-4545-BDCF-17D0ECA3617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CDF37C7-C700-CA47-9E36-9B714422AE61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GB"/>
        </a:p>
      </dgm:t>
    </dgm:pt>
    <dgm:pt modelId="{5AE40562-AF35-8F45-8BEB-94EE072BF22C}">
      <dgm:prSet/>
      <dgm:spPr/>
      <dgm:t>
        <a:bodyPr/>
        <a:lstStyle/>
        <a:p>
          <a:r>
            <a:rPr lang="en-US" b="0" i="0" dirty="0"/>
            <a:t>The organization uses a mix of multiple agile methods, along with organization-specific tweaks - Scrum usually is the base process and many XP practices used during Sprints.</a:t>
          </a:r>
          <a:endParaRPr lang="en-IN" dirty="0"/>
        </a:p>
      </dgm:t>
    </dgm:pt>
    <dgm:pt modelId="{BF2E56AB-1979-5848-B289-EE83BC8A3C88}" type="parTrans" cxnId="{F74493FB-0180-E74C-897E-106CAB1BF54D}">
      <dgm:prSet/>
      <dgm:spPr/>
      <dgm:t>
        <a:bodyPr/>
        <a:lstStyle/>
        <a:p>
          <a:endParaRPr lang="en-GB"/>
        </a:p>
      </dgm:t>
    </dgm:pt>
    <dgm:pt modelId="{3AC256B3-D20B-E842-A25B-1D65C2987F80}" type="sibTrans" cxnId="{F74493FB-0180-E74C-897E-106CAB1BF54D}">
      <dgm:prSet/>
      <dgm:spPr/>
      <dgm:t>
        <a:bodyPr/>
        <a:lstStyle/>
        <a:p>
          <a:endParaRPr lang="en-GB"/>
        </a:p>
      </dgm:t>
    </dgm:pt>
    <dgm:pt modelId="{54CA653B-E706-F343-9EC3-74EE88F52C01}">
      <dgm:prSet/>
      <dgm:spPr/>
      <dgm:t>
        <a:bodyPr/>
        <a:lstStyle/>
        <a:p>
          <a:r>
            <a:rPr lang="en-US" b="0" i="0"/>
            <a:t>In Agile, key is to break down large problems/solutions into smaller ones, iteratively. </a:t>
          </a:r>
          <a:endParaRPr lang="en-IN"/>
        </a:p>
      </dgm:t>
    </dgm:pt>
    <dgm:pt modelId="{7947FC5A-EA3F-9E4A-B64A-069A6C286094}" type="parTrans" cxnId="{693DD1C8-AF67-3243-8FAC-6B61C57B7F5E}">
      <dgm:prSet/>
      <dgm:spPr/>
      <dgm:t>
        <a:bodyPr/>
        <a:lstStyle/>
        <a:p>
          <a:endParaRPr lang="en-GB"/>
        </a:p>
      </dgm:t>
    </dgm:pt>
    <dgm:pt modelId="{701391E3-392B-864A-AAAA-638DA233867B}" type="sibTrans" cxnId="{693DD1C8-AF67-3243-8FAC-6B61C57B7F5E}">
      <dgm:prSet/>
      <dgm:spPr/>
      <dgm:t>
        <a:bodyPr/>
        <a:lstStyle/>
        <a:p>
          <a:endParaRPr lang="en-GB"/>
        </a:p>
      </dgm:t>
    </dgm:pt>
    <dgm:pt modelId="{307E2B0F-292F-0F4D-AC99-90207B7ABA8D}" type="pres">
      <dgm:prSet presAssocID="{ACDF37C7-C700-CA47-9E36-9B714422AE61}" presName="linear" presStyleCnt="0">
        <dgm:presLayoutVars>
          <dgm:animLvl val="lvl"/>
          <dgm:resizeHandles val="exact"/>
        </dgm:presLayoutVars>
      </dgm:prSet>
      <dgm:spPr/>
    </dgm:pt>
    <dgm:pt modelId="{01CD44AF-ADDE-F844-B38B-C307B992FD18}" type="pres">
      <dgm:prSet presAssocID="{5AE40562-AF35-8F45-8BEB-94EE072BF22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5DF715A-1D77-1645-8483-0A67F9701A86}" type="pres">
      <dgm:prSet presAssocID="{3AC256B3-D20B-E842-A25B-1D65C2987F80}" presName="spacer" presStyleCnt="0"/>
      <dgm:spPr/>
    </dgm:pt>
    <dgm:pt modelId="{4B6F283A-90A3-1E40-AA86-0E3A4FDFE680}" type="pres">
      <dgm:prSet presAssocID="{54CA653B-E706-F343-9EC3-74EE88F52C0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A8702A0-002F-BE4B-9C61-9C987AA7D29B}" type="presOf" srcId="{5AE40562-AF35-8F45-8BEB-94EE072BF22C}" destId="{01CD44AF-ADDE-F844-B38B-C307B992FD18}" srcOrd="0" destOrd="0" presId="urn:microsoft.com/office/officeart/2005/8/layout/vList2"/>
    <dgm:cxn modelId="{1DAC93AA-2474-074E-BFC0-4EE3620AA871}" type="presOf" srcId="{54CA653B-E706-F343-9EC3-74EE88F52C01}" destId="{4B6F283A-90A3-1E40-AA86-0E3A4FDFE680}" srcOrd="0" destOrd="0" presId="urn:microsoft.com/office/officeart/2005/8/layout/vList2"/>
    <dgm:cxn modelId="{4BCD7FBB-C910-3043-BE37-68AE48290A8A}" type="presOf" srcId="{ACDF37C7-C700-CA47-9E36-9B714422AE61}" destId="{307E2B0F-292F-0F4D-AC99-90207B7ABA8D}" srcOrd="0" destOrd="0" presId="urn:microsoft.com/office/officeart/2005/8/layout/vList2"/>
    <dgm:cxn modelId="{693DD1C8-AF67-3243-8FAC-6B61C57B7F5E}" srcId="{ACDF37C7-C700-CA47-9E36-9B714422AE61}" destId="{54CA653B-E706-F343-9EC3-74EE88F52C01}" srcOrd="1" destOrd="0" parTransId="{7947FC5A-EA3F-9E4A-B64A-069A6C286094}" sibTransId="{701391E3-392B-864A-AAAA-638DA233867B}"/>
    <dgm:cxn modelId="{F74493FB-0180-E74C-897E-106CAB1BF54D}" srcId="{ACDF37C7-C700-CA47-9E36-9B714422AE61}" destId="{5AE40562-AF35-8F45-8BEB-94EE072BF22C}" srcOrd="0" destOrd="0" parTransId="{BF2E56AB-1979-5848-B289-EE83BC8A3C88}" sibTransId="{3AC256B3-D20B-E842-A25B-1D65C2987F80}"/>
    <dgm:cxn modelId="{2891A818-DF70-D842-9CFB-9C8B05A2B12D}" type="presParOf" srcId="{307E2B0F-292F-0F4D-AC99-90207B7ABA8D}" destId="{01CD44AF-ADDE-F844-B38B-C307B992FD18}" srcOrd="0" destOrd="0" presId="urn:microsoft.com/office/officeart/2005/8/layout/vList2"/>
    <dgm:cxn modelId="{8F066826-A1F0-394B-A2A5-3129BE659B3A}" type="presParOf" srcId="{307E2B0F-292F-0F4D-AC99-90207B7ABA8D}" destId="{F5DF715A-1D77-1645-8483-0A67F9701A86}" srcOrd="1" destOrd="0" presId="urn:microsoft.com/office/officeart/2005/8/layout/vList2"/>
    <dgm:cxn modelId="{BBD495C3-9D0C-584E-9A64-23E65D3B55D6}" type="presParOf" srcId="{307E2B0F-292F-0F4D-AC99-90207B7ABA8D}" destId="{4B6F283A-90A3-1E40-AA86-0E3A4FDFE68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DFF4092-81B9-184C-807E-7D6227994EBC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4AB4B6DF-5DDF-904C-AED8-3E8126D8C117}">
      <dgm:prSet/>
      <dgm:spPr/>
      <dgm:t>
        <a:bodyPr/>
        <a:lstStyle/>
        <a:p>
          <a:r>
            <a:rPr lang="en-US" b="0" i="0" dirty="0"/>
            <a:t>Read about </a:t>
          </a:r>
          <a:r>
            <a:rPr lang="en-US" b="0" i="0" dirty="0" err="1"/>
            <a:t>TechNova</a:t>
          </a:r>
          <a:r>
            <a:rPr lang="en-US" b="0" i="0" dirty="0"/>
            <a:t> and their experience with iterative development</a:t>
          </a:r>
          <a:endParaRPr lang="en-IN" dirty="0"/>
        </a:p>
      </dgm:t>
    </dgm:pt>
    <dgm:pt modelId="{367D92A3-2EE6-B74F-9C3D-0D88908F5E3B}" type="parTrans" cxnId="{3C3B7BD8-73FB-C84B-B982-C5182BE50410}">
      <dgm:prSet/>
      <dgm:spPr/>
      <dgm:t>
        <a:bodyPr/>
        <a:lstStyle/>
        <a:p>
          <a:endParaRPr lang="en-GB"/>
        </a:p>
      </dgm:t>
    </dgm:pt>
    <dgm:pt modelId="{8167969C-3B0C-8846-9457-19B787ACB92A}" type="sibTrans" cxnId="{3C3B7BD8-73FB-C84B-B982-C5182BE50410}">
      <dgm:prSet/>
      <dgm:spPr/>
      <dgm:t>
        <a:bodyPr/>
        <a:lstStyle/>
        <a:p>
          <a:endParaRPr lang="en-GB"/>
        </a:p>
      </dgm:t>
    </dgm:pt>
    <dgm:pt modelId="{482342CE-9484-D14E-8B78-BD6FF5A13456}">
      <dgm:prSet/>
      <dgm:spPr/>
      <dgm:t>
        <a:bodyPr/>
        <a:lstStyle/>
        <a:p>
          <a:r>
            <a:rPr lang="en-IN" dirty="0"/>
            <a:t>Team</a:t>
          </a:r>
          <a:r>
            <a:rPr lang="en-IN" baseline="0" dirty="0"/>
            <a:t> Alpha uses a long iteration (8 week) cycle, Team Beta uses a short iteration (1 week) cycle.</a:t>
          </a:r>
          <a:endParaRPr lang="en-IN" dirty="0"/>
        </a:p>
      </dgm:t>
    </dgm:pt>
    <dgm:pt modelId="{C4EB5C55-E03C-3A45-9275-8F55C98DE0BA}" type="parTrans" cxnId="{A1F8059D-016E-BC4F-9204-A98D1AB49D2C}">
      <dgm:prSet/>
      <dgm:spPr/>
      <dgm:t>
        <a:bodyPr/>
        <a:lstStyle/>
        <a:p>
          <a:endParaRPr lang="en-GB"/>
        </a:p>
      </dgm:t>
    </dgm:pt>
    <dgm:pt modelId="{CE8F70BA-0559-C447-9343-5BC8AA00B1BF}" type="sibTrans" cxnId="{A1F8059D-016E-BC4F-9204-A98D1AB49D2C}">
      <dgm:prSet/>
      <dgm:spPr/>
      <dgm:t>
        <a:bodyPr/>
        <a:lstStyle/>
        <a:p>
          <a:endParaRPr lang="en-GB"/>
        </a:p>
      </dgm:t>
    </dgm:pt>
    <dgm:pt modelId="{E6CB8DB0-1680-2C4D-A0F9-B60D0240D299}" type="pres">
      <dgm:prSet presAssocID="{CDFF4092-81B9-184C-807E-7D6227994EBC}" presName="linear" presStyleCnt="0">
        <dgm:presLayoutVars>
          <dgm:animLvl val="lvl"/>
          <dgm:resizeHandles val="exact"/>
        </dgm:presLayoutVars>
      </dgm:prSet>
      <dgm:spPr/>
    </dgm:pt>
    <dgm:pt modelId="{EAFEE86A-42BF-F947-A336-681C35893E74}" type="pres">
      <dgm:prSet presAssocID="{4AB4B6DF-5DDF-904C-AED8-3E8126D8C11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8D70844-D014-0843-B259-AC7EF8F65314}" type="pres">
      <dgm:prSet presAssocID="{8167969C-3B0C-8846-9457-19B787ACB92A}" presName="spacer" presStyleCnt="0"/>
      <dgm:spPr/>
    </dgm:pt>
    <dgm:pt modelId="{D70E359B-DBF1-E343-BBEB-E3E371366666}" type="pres">
      <dgm:prSet presAssocID="{482342CE-9484-D14E-8B78-BD6FF5A1345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6050D62-9DDC-5E47-B4E1-8CA1C2561237}" type="presOf" srcId="{482342CE-9484-D14E-8B78-BD6FF5A13456}" destId="{D70E359B-DBF1-E343-BBEB-E3E371366666}" srcOrd="0" destOrd="0" presId="urn:microsoft.com/office/officeart/2005/8/layout/vList2"/>
    <dgm:cxn modelId="{A1F8059D-016E-BC4F-9204-A98D1AB49D2C}" srcId="{CDFF4092-81B9-184C-807E-7D6227994EBC}" destId="{482342CE-9484-D14E-8B78-BD6FF5A13456}" srcOrd="1" destOrd="0" parTransId="{C4EB5C55-E03C-3A45-9275-8F55C98DE0BA}" sibTransId="{CE8F70BA-0559-C447-9343-5BC8AA00B1BF}"/>
    <dgm:cxn modelId="{B8543AA5-6C3C-FD41-AFD2-1F693221DD5D}" type="presOf" srcId="{4AB4B6DF-5DDF-904C-AED8-3E8126D8C117}" destId="{EAFEE86A-42BF-F947-A336-681C35893E74}" srcOrd="0" destOrd="0" presId="urn:microsoft.com/office/officeart/2005/8/layout/vList2"/>
    <dgm:cxn modelId="{3C3B7BD8-73FB-C84B-B982-C5182BE50410}" srcId="{CDFF4092-81B9-184C-807E-7D6227994EBC}" destId="{4AB4B6DF-5DDF-904C-AED8-3E8126D8C117}" srcOrd="0" destOrd="0" parTransId="{367D92A3-2EE6-B74F-9C3D-0D88908F5E3B}" sibTransId="{8167969C-3B0C-8846-9457-19B787ACB92A}"/>
    <dgm:cxn modelId="{62ED65F2-4173-C744-A39D-B8739C64CDF9}" type="presOf" srcId="{CDFF4092-81B9-184C-807E-7D6227994EBC}" destId="{E6CB8DB0-1680-2C4D-A0F9-B60D0240D299}" srcOrd="0" destOrd="0" presId="urn:microsoft.com/office/officeart/2005/8/layout/vList2"/>
    <dgm:cxn modelId="{DD90A5F7-BB70-A446-BEED-86F2D498DCD1}" type="presParOf" srcId="{E6CB8DB0-1680-2C4D-A0F9-B60D0240D299}" destId="{EAFEE86A-42BF-F947-A336-681C35893E74}" srcOrd="0" destOrd="0" presId="urn:microsoft.com/office/officeart/2005/8/layout/vList2"/>
    <dgm:cxn modelId="{58B53106-CD7C-9143-9330-CE151F2305E5}" type="presParOf" srcId="{E6CB8DB0-1680-2C4D-A0F9-B60D0240D299}" destId="{68D70844-D014-0843-B259-AC7EF8F65314}" srcOrd="1" destOrd="0" presId="urn:microsoft.com/office/officeart/2005/8/layout/vList2"/>
    <dgm:cxn modelId="{A33B08FB-DDF6-B34D-8442-8ACFFA33A622}" type="presParOf" srcId="{E6CB8DB0-1680-2C4D-A0F9-B60D0240D299}" destId="{D70E359B-DBF1-E343-BBEB-E3E37136666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CDB0C8A-81A5-8846-B33B-6B4F7A135220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0A64BDA1-DC81-1449-9F92-28B0BDD0307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(short cycle) Iterative development is the preferred development process for most software projects</a:t>
          </a:r>
        </a:p>
      </dgm:t>
    </dgm:pt>
    <dgm:pt modelId="{5E31627D-2D8A-3F48-94E3-A45150072D45}" type="parTrans" cxnId="{A74D44B1-262B-2447-A6DA-8E8C86F59F38}">
      <dgm:prSet/>
      <dgm:spPr/>
      <dgm:t>
        <a:bodyPr/>
        <a:lstStyle/>
        <a:p>
          <a:endParaRPr lang="en-GB"/>
        </a:p>
      </dgm:t>
    </dgm:pt>
    <dgm:pt modelId="{192015A2-9DF5-9148-9B13-3551FBA9F0A1}" type="sibTrans" cxnId="{A74D44B1-262B-2447-A6DA-8E8C86F59F38}">
      <dgm:prSet/>
      <dgm:spPr/>
      <dgm:t>
        <a:bodyPr/>
        <a:lstStyle/>
        <a:p>
          <a:endParaRPr lang="en-GB"/>
        </a:p>
      </dgm:t>
    </dgm:pt>
    <dgm:pt modelId="{C8DC5A9A-F3A7-A042-A812-9C21E7AA333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Decomposing the problems and solutions, and modelling at different levels of abstraction are very important steps for large software systems</a:t>
          </a:r>
        </a:p>
      </dgm:t>
    </dgm:pt>
    <dgm:pt modelId="{A6A7A98C-5DA7-B646-A597-AE2E3E62AC10}" type="parTrans" cxnId="{79ED3495-CF71-4D44-AE63-672492BD299C}">
      <dgm:prSet/>
      <dgm:spPr/>
      <dgm:t>
        <a:bodyPr/>
        <a:lstStyle/>
        <a:p>
          <a:endParaRPr lang="en-US"/>
        </a:p>
      </dgm:t>
    </dgm:pt>
    <dgm:pt modelId="{04ABC371-444E-C547-B027-B971D19C7555}" type="sibTrans" cxnId="{79ED3495-CF71-4D44-AE63-672492BD299C}">
      <dgm:prSet/>
      <dgm:spPr/>
      <dgm:t>
        <a:bodyPr/>
        <a:lstStyle/>
        <a:p>
          <a:endParaRPr lang="en-US"/>
        </a:p>
      </dgm:t>
    </dgm:pt>
    <dgm:pt modelId="{F077E0E6-FB78-0E48-926A-40CC0C5139E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Organizations use a mix of agile methods designed to suit their needs. </a:t>
          </a:r>
        </a:p>
      </dgm:t>
    </dgm:pt>
    <dgm:pt modelId="{202EDB0D-B692-5049-8635-618F9EE1E8B1}" type="parTrans" cxnId="{1C8EB58A-E723-A74E-8C76-BD04C34B0B9E}">
      <dgm:prSet/>
      <dgm:spPr/>
      <dgm:t>
        <a:bodyPr/>
        <a:lstStyle/>
        <a:p>
          <a:endParaRPr lang="en-US"/>
        </a:p>
      </dgm:t>
    </dgm:pt>
    <dgm:pt modelId="{37F7C4CC-0F19-0B42-A4C5-A5DD5C5A976A}" type="sibTrans" cxnId="{1C8EB58A-E723-A74E-8C76-BD04C34B0B9E}">
      <dgm:prSet/>
      <dgm:spPr/>
      <dgm:t>
        <a:bodyPr/>
        <a:lstStyle/>
        <a:p>
          <a:endParaRPr lang="en-US"/>
        </a:p>
      </dgm:t>
    </dgm:pt>
    <dgm:pt modelId="{69D4C28D-BCC2-4149-94FA-26E9A24F544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TDD and CI/CD are key to successful agile teams</a:t>
          </a:r>
        </a:p>
      </dgm:t>
    </dgm:pt>
    <dgm:pt modelId="{A7177EF6-17A0-6A4D-AA59-915C21D1D8C5}" type="parTrans" cxnId="{C92CEFE7-724C-C34C-935A-0DD70B93B129}">
      <dgm:prSet/>
      <dgm:spPr/>
      <dgm:t>
        <a:bodyPr/>
        <a:lstStyle/>
        <a:p>
          <a:endParaRPr lang="en-US"/>
        </a:p>
      </dgm:t>
    </dgm:pt>
    <dgm:pt modelId="{822EAE98-CAE7-D747-A407-800218BB810C}" type="sibTrans" cxnId="{C92CEFE7-724C-C34C-935A-0DD70B93B129}">
      <dgm:prSet/>
      <dgm:spPr/>
      <dgm:t>
        <a:bodyPr/>
        <a:lstStyle/>
        <a:p>
          <a:endParaRPr lang="en-US"/>
        </a:p>
      </dgm:t>
    </dgm:pt>
    <dgm:pt modelId="{4746B4FB-65EF-45F6-9DEC-C60B3F88025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Different Agile methods optimize for different properties (XP for development practices, Scrum and kanban for process management,).</a:t>
          </a:r>
          <a:endParaRPr lang="en-IN" dirty="0"/>
        </a:p>
      </dgm:t>
    </dgm:pt>
    <dgm:pt modelId="{5D0CEF91-A409-4A67-BE66-51E422C2E4E5}" type="parTrans" cxnId="{0A0F8BA9-869A-4E90-B048-2A30B8954514}">
      <dgm:prSet/>
      <dgm:spPr/>
      <dgm:t>
        <a:bodyPr/>
        <a:lstStyle/>
        <a:p>
          <a:endParaRPr lang="en-US"/>
        </a:p>
      </dgm:t>
    </dgm:pt>
    <dgm:pt modelId="{39C625B5-A8CC-46D1-9BF9-117826736E5A}" type="sibTrans" cxnId="{0A0F8BA9-869A-4E90-B048-2A30B8954514}">
      <dgm:prSet/>
      <dgm:spPr/>
      <dgm:t>
        <a:bodyPr/>
        <a:lstStyle/>
        <a:p>
          <a:endParaRPr lang="en-US"/>
        </a:p>
      </dgm:t>
    </dgm:pt>
    <dgm:pt modelId="{10F95BFB-83C3-46C4-AB05-A99504F93B1D}" type="pres">
      <dgm:prSet presAssocID="{BCDB0C8A-81A5-8846-B33B-6B4F7A135220}" presName="root" presStyleCnt="0">
        <dgm:presLayoutVars>
          <dgm:dir/>
          <dgm:resizeHandles val="exact"/>
        </dgm:presLayoutVars>
      </dgm:prSet>
      <dgm:spPr/>
    </dgm:pt>
    <dgm:pt modelId="{DAF9AC14-6709-4961-911D-09A62AF7D4F2}" type="pres">
      <dgm:prSet presAssocID="{0A64BDA1-DC81-1449-9F92-28B0BDD03074}" presName="compNode" presStyleCnt="0"/>
      <dgm:spPr/>
    </dgm:pt>
    <dgm:pt modelId="{217A4C9F-7728-45D3-B4D9-1372B78852B3}" type="pres">
      <dgm:prSet presAssocID="{0A64BDA1-DC81-1449-9F92-28B0BDD03074}" presName="bgRect" presStyleLbl="bgShp" presStyleIdx="0" presStyleCnt="5"/>
      <dgm:spPr/>
    </dgm:pt>
    <dgm:pt modelId="{5C6BD1F5-3547-4ED0-8D4D-D0AE55CC6F97}" type="pres">
      <dgm:prSet presAssocID="{0A64BDA1-DC81-1449-9F92-28B0BDD0307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FAF4AF1F-E6A0-4B67-9903-5B0C2634D336}" type="pres">
      <dgm:prSet presAssocID="{0A64BDA1-DC81-1449-9F92-28B0BDD03074}" presName="spaceRect" presStyleCnt="0"/>
      <dgm:spPr/>
    </dgm:pt>
    <dgm:pt modelId="{7C6D37A7-A6E5-4C38-B567-F6056B6E244A}" type="pres">
      <dgm:prSet presAssocID="{0A64BDA1-DC81-1449-9F92-28B0BDD03074}" presName="parTx" presStyleLbl="revTx" presStyleIdx="0" presStyleCnt="5">
        <dgm:presLayoutVars>
          <dgm:chMax val="0"/>
          <dgm:chPref val="0"/>
        </dgm:presLayoutVars>
      </dgm:prSet>
      <dgm:spPr/>
    </dgm:pt>
    <dgm:pt modelId="{387B3F76-78BC-43F4-8A33-F05A7A4ED48B}" type="pres">
      <dgm:prSet presAssocID="{192015A2-9DF5-9148-9B13-3551FBA9F0A1}" presName="sibTrans" presStyleCnt="0"/>
      <dgm:spPr/>
    </dgm:pt>
    <dgm:pt modelId="{15237DE1-B5ED-4144-927A-676C110D75B1}" type="pres">
      <dgm:prSet presAssocID="{4746B4FB-65EF-45F6-9DEC-C60B3F88025E}" presName="compNode" presStyleCnt="0"/>
      <dgm:spPr/>
    </dgm:pt>
    <dgm:pt modelId="{E630DBA8-79FE-4244-BFB6-B26130E880FC}" type="pres">
      <dgm:prSet presAssocID="{4746B4FB-65EF-45F6-9DEC-C60B3F88025E}" presName="bgRect" presStyleLbl="bgShp" presStyleIdx="1" presStyleCnt="5"/>
      <dgm:spPr/>
    </dgm:pt>
    <dgm:pt modelId="{20E54001-5B9E-465D-9784-D1B056C33F35}" type="pres">
      <dgm:prSet presAssocID="{4746B4FB-65EF-45F6-9DEC-C60B3F88025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B416057-1E60-42C4-A605-2312F5C15880}" type="pres">
      <dgm:prSet presAssocID="{4746B4FB-65EF-45F6-9DEC-C60B3F88025E}" presName="spaceRect" presStyleCnt="0"/>
      <dgm:spPr/>
    </dgm:pt>
    <dgm:pt modelId="{4A5AB375-096F-4D6C-A675-20A9EC56C33B}" type="pres">
      <dgm:prSet presAssocID="{4746B4FB-65EF-45F6-9DEC-C60B3F88025E}" presName="parTx" presStyleLbl="revTx" presStyleIdx="1" presStyleCnt="5">
        <dgm:presLayoutVars>
          <dgm:chMax val="0"/>
          <dgm:chPref val="0"/>
        </dgm:presLayoutVars>
      </dgm:prSet>
      <dgm:spPr/>
    </dgm:pt>
    <dgm:pt modelId="{928C734C-5B68-4C6E-92FC-C89DEC326BA4}" type="pres">
      <dgm:prSet presAssocID="{39C625B5-A8CC-46D1-9BF9-117826736E5A}" presName="sibTrans" presStyleCnt="0"/>
      <dgm:spPr/>
    </dgm:pt>
    <dgm:pt modelId="{526CD7C4-5852-42D4-9B84-2F6478FC393D}" type="pres">
      <dgm:prSet presAssocID="{F077E0E6-FB78-0E48-926A-40CC0C5139EF}" presName="compNode" presStyleCnt="0"/>
      <dgm:spPr/>
    </dgm:pt>
    <dgm:pt modelId="{851C527C-4ABE-42AB-9EDE-5782635DB0AB}" type="pres">
      <dgm:prSet presAssocID="{F077E0E6-FB78-0E48-926A-40CC0C5139EF}" presName="bgRect" presStyleLbl="bgShp" presStyleIdx="2" presStyleCnt="5"/>
      <dgm:spPr/>
    </dgm:pt>
    <dgm:pt modelId="{8B9696C7-1D55-4B04-8C42-402D241D0AF4}" type="pres">
      <dgm:prSet presAssocID="{F077E0E6-FB78-0E48-926A-40CC0C5139E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33529F2-C999-4A69-A672-2FD97FF105C7}" type="pres">
      <dgm:prSet presAssocID="{F077E0E6-FB78-0E48-926A-40CC0C5139EF}" presName="spaceRect" presStyleCnt="0"/>
      <dgm:spPr/>
    </dgm:pt>
    <dgm:pt modelId="{CD9656D8-35FB-4C88-99A1-166FF52002C2}" type="pres">
      <dgm:prSet presAssocID="{F077E0E6-FB78-0E48-926A-40CC0C5139EF}" presName="parTx" presStyleLbl="revTx" presStyleIdx="2" presStyleCnt="5">
        <dgm:presLayoutVars>
          <dgm:chMax val="0"/>
          <dgm:chPref val="0"/>
        </dgm:presLayoutVars>
      </dgm:prSet>
      <dgm:spPr/>
    </dgm:pt>
    <dgm:pt modelId="{3622EDB2-21F1-4900-BBB7-CC3DBABDB728}" type="pres">
      <dgm:prSet presAssocID="{37F7C4CC-0F19-0B42-A4C5-A5DD5C5A976A}" presName="sibTrans" presStyleCnt="0"/>
      <dgm:spPr/>
    </dgm:pt>
    <dgm:pt modelId="{88DCA43D-67D0-4D1B-874D-78939BB60002}" type="pres">
      <dgm:prSet presAssocID="{69D4C28D-BCC2-4149-94FA-26E9A24F5448}" presName="compNode" presStyleCnt="0"/>
      <dgm:spPr/>
    </dgm:pt>
    <dgm:pt modelId="{E258F2E4-32F0-4680-92E1-96930C9F9CFA}" type="pres">
      <dgm:prSet presAssocID="{69D4C28D-BCC2-4149-94FA-26E9A24F5448}" presName="bgRect" presStyleLbl="bgShp" presStyleIdx="3" presStyleCnt="5"/>
      <dgm:spPr/>
    </dgm:pt>
    <dgm:pt modelId="{7EC3B4E2-160B-47AE-869A-4C3EAFC08207}" type="pres">
      <dgm:prSet presAssocID="{69D4C28D-BCC2-4149-94FA-26E9A24F544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D4A5A5A-5D15-472E-AD4A-FF2C19CA078A}" type="pres">
      <dgm:prSet presAssocID="{69D4C28D-BCC2-4149-94FA-26E9A24F5448}" presName="spaceRect" presStyleCnt="0"/>
      <dgm:spPr/>
    </dgm:pt>
    <dgm:pt modelId="{7777C6BC-127E-43D6-9404-C70CCE99832C}" type="pres">
      <dgm:prSet presAssocID="{69D4C28D-BCC2-4149-94FA-26E9A24F5448}" presName="parTx" presStyleLbl="revTx" presStyleIdx="3" presStyleCnt="5">
        <dgm:presLayoutVars>
          <dgm:chMax val="0"/>
          <dgm:chPref val="0"/>
        </dgm:presLayoutVars>
      </dgm:prSet>
      <dgm:spPr/>
    </dgm:pt>
    <dgm:pt modelId="{E2987493-D8D9-416C-AFC9-AD7FB5184407}" type="pres">
      <dgm:prSet presAssocID="{822EAE98-CAE7-D747-A407-800218BB810C}" presName="sibTrans" presStyleCnt="0"/>
      <dgm:spPr/>
    </dgm:pt>
    <dgm:pt modelId="{C418710B-121A-4239-A24A-8D6D300281DA}" type="pres">
      <dgm:prSet presAssocID="{C8DC5A9A-F3A7-A042-A812-9C21E7AA3333}" presName="compNode" presStyleCnt="0"/>
      <dgm:spPr/>
    </dgm:pt>
    <dgm:pt modelId="{372F2049-7E00-404B-A697-CE97EF4303C6}" type="pres">
      <dgm:prSet presAssocID="{C8DC5A9A-F3A7-A042-A812-9C21E7AA3333}" presName="bgRect" presStyleLbl="bgShp" presStyleIdx="4" presStyleCnt="5"/>
      <dgm:spPr/>
    </dgm:pt>
    <dgm:pt modelId="{2D4B3BD7-1526-4EF0-A1BD-029BB4D1F12E}" type="pres">
      <dgm:prSet presAssocID="{C8DC5A9A-F3A7-A042-A812-9C21E7AA333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0403462-FC9E-4048-881B-6081FC0D3D6E}" type="pres">
      <dgm:prSet presAssocID="{C8DC5A9A-F3A7-A042-A812-9C21E7AA3333}" presName="spaceRect" presStyleCnt="0"/>
      <dgm:spPr/>
    </dgm:pt>
    <dgm:pt modelId="{071F3AEC-B33D-4942-A1B5-BB374ACC66C4}" type="pres">
      <dgm:prSet presAssocID="{C8DC5A9A-F3A7-A042-A812-9C21E7AA333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6EDE207-6B10-4D4D-A8FC-4BB253B334FD}" type="presOf" srcId="{0A64BDA1-DC81-1449-9F92-28B0BDD03074}" destId="{7C6D37A7-A6E5-4C38-B567-F6056B6E244A}" srcOrd="0" destOrd="0" presId="urn:microsoft.com/office/officeart/2018/2/layout/IconVerticalSolidList"/>
    <dgm:cxn modelId="{E574A613-E1E5-4D02-8A69-C41C1C68AE34}" type="presOf" srcId="{69D4C28D-BCC2-4149-94FA-26E9A24F5448}" destId="{7777C6BC-127E-43D6-9404-C70CCE99832C}" srcOrd="0" destOrd="0" presId="urn:microsoft.com/office/officeart/2018/2/layout/IconVerticalSolidList"/>
    <dgm:cxn modelId="{F64E503D-0923-4BF1-8A74-03CEAC43A4C3}" type="presOf" srcId="{F077E0E6-FB78-0E48-926A-40CC0C5139EF}" destId="{CD9656D8-35FB-4C88-99A1-166FF52002C2}" srcOrd="0" destOrd="0" presId="urn:microsoft.com/office/officeart/2018/2/layout/IconVerticalSolidList"/>
    <dgm:cxn modelId="{5472E748-F85E-4EE6-97AA-59341BC47857}" type="presOf" srcId="{BCDB0C8A-81A5-8846-B33B-6B4F7A135220}" destId="{10F95BFB-83C3-46C4-AB05-A99504F93B1D}" srcOrd="0" destOrd="0" presId="urn:microsoft.com/office/officeart/2018/2/layout/IconVerticalSolidList"/>
    <dgm:cxn modelId="{B37A1F6B-B07E-463C-80CD-0D6306E8C068}" type="presOf" srcId="{C8DC5A9A-F3A7-A042-A812-9C21E7AA3333}" destId="{071F3AEC-B33D-4942-A1B5-BB374ACC66C4}" srcOrd="0" destOrd="0" presId="urn:microsoft.com/office/officeart/2018/2/layout/IconVerticalSolidList"/>
    <dgm:cxn modelId="{0DE78F78-CAC5-4FC3-B2F4-F0BED04381D3}" type="presOf" srcId="{4746B4FB-65EF-45F6-9DEC-C60B3F88025E}" destId="{4A5AB375-096F-4D6C-A675-20A9EC56C33B}" srcOrd="0" destOrd="0" presId="urn:microsoft.com/office/officeart/2018/2/layout/IconVerticalSolidList"/>
    <dgm:cxn modelId="{1C8EB58A-E723-A74E-8C76-BD04C34B0B9E}" srcId="{BCDB0C8A-81A5-8846-B33B-6B4F7A135220}" destId="{F077E0E6-FB78-0E48-926A-40CC0C5139EF}" srcOrd="2" destOrd="0" parTransId="{202EDB0D-B692-5049-8635-618F9EE1E8B1}" sibTransId="{37F7C4CC-0F19-0B42-A4C5-A5DD5C5A976A}"/>
    <dgm:cxn modelId="{79ED3495-CF71-4D44-AE63-672492BD299C}" srcId="{BCDB0C8A-81A5-8846-B33B-6B4F7A135220}" destId="{C8DC5A9A-F3A7-A042-A812-9C21E7AA3333}" srcOrd="4" destOrd="0" parTransId="{A6A7A98C-5DA7-B646-A597-AE2E3E62AC10}" sibTransId="{04ABC371-444E-C547-B027-B971D19C7555}"/>
    <dgm:cxn modelId="{0A0F8BA9-869A-4E90-B048-2A30B8954514}" srcId="{BCDB0C8A-81A5-8846-B33B-6B4F7A135220}" destId="{4746B4FB-65EF-45F6-9DEC-C60B3F88025E}" srcOrd="1" destOrd="0" parTransId="{5D0CEF91-A409-4A67-BE66-51E422C2E4E5}" sibTransId="{39C625B5-A8CC-46D1-9BF9-117826736E5A}"/>
    <dgm:cxn modelId="{A74D44B1-262B-2447-A6DA-8E8C86F59F38}" srcId="{BCDB0C8A-81A5-8846-B33B-6B4F7A135220}" destId="{0A64BDA1-DC81-1449-9F92-28B0BDD03074}" srcOrd="0" destOrd="0" parTransId="{5E31627D-2D8A-3F48-94E3-A45150072D45}" sibTransId="{192015A2-9DF5-9148-9B13-3551FBA9F0A1}"/>
    <dgm:cxn modelId="{C92CEFE7-724C-C34C-935A-0DD70B93B129}" srcId="{BCDB0C8A-81A5-8846-B33B-6B4F7A135220}" destId="{69D4C28D-BCC2-4149-94FA-26E9A24F5448}" srcOrd="3" destOrd="0" parTransId="{A7177EF6-17A0-6A4D-AA59-915C21D1D8C5}" sibTransId="{822EAE98-CAE7-D747-A407-800218BB810C}"/>
    <dgm:cxn modelId="{1E36D933-0227-492E-82C1-28901BE8F5C3}" type="presParOf" srcId="{10F95BFB-83C3-46C4-AB05-A99504F93B1D}" destId="{DAF9AC14-6709-4961-911D-09A62AF7D4F2}" srcOrd="0" destOrd="0" presId="urn:microsoft.com/office/officeart/2018/2/layout/IconVerticalSolidList"/>
    <dgm:cxn modelId="{4E0821E7-79FB-401C-A2C4-44F9221DDDE9}" type="presParOf" srcId="{DAF9AC14-6709-4961-911D-09A62AF7D4F2}" destId="{217A4C9F-7728-45D3-B4D9-1372B78852B3}" srcOrd="0" destOrd="0" presId="urn:microsoft.com/office/officeart/2018/2/layout/IconVerticalSolidList"/>
    <dgm:cxn modelId="{93F07EFC-5B15-43C5-A8AF-00C8C56D7E72}" type="presParOf" srcId="{DAF9AC14-6709-4961-911D-09A62AF7D4F2}" destId="{5C6BD1F5-3547-4ED0-8D4D-D0AE55CC6F97}" srcOrd="1" destOrd="0" presId="urn:microsoft.com/office/officeart/2018/2/layout/IconVerticalSolidList"/>
    <dgm:cxn modelId="{73676EC5-A24E-4C98-A4C1-2AA94DCF36BF}" type="presParOf" srcId="{DAF9AC14-6709-4961-911D-09A62AF7D4F2}" destId="{FAF4AF1F-E6A0-4B67-9903-5B0C2634D336}" srcOrd="2" destOrd="0" presId="urn:microsoft.com/office/officeart/2018/2/layout/IconVerticalSolidList"/>
    <dgm:cxn modelId="{517517FE-AC8B-470F-8B0F-D72CA54D8059}" type="presParOf" srcId="{DAF9AC14-6709-4961-911D-09A62AF7D4F2}" destId="{7C6D37A7-A6E5-4C38-B567-F6056B6E244A}" srcOrd="3" destOrd="0" presId="urn:microsoft.com/office/officeart/2018/2/layout/IconVerticalSolidList"/>
    <dgm:cxn modelId="{751C4C52-D9C3-4AEE-946B-A13C84CD9386}" type="presParOf" srcId="{10F95BFB-83C3-46C4-AB05-A99504F93B1D}" destId="{387B3F76-78BC-43F4-8A33-F05A7A4ED48B}" srcOrd="1" destOrd="0" presId="urn:microsoft.com/office/officeart/2018/2/layout/IconVerticalSolidList"/>
    <dgm:cxn modelId="{7644CE55-C36E-4397-B547-41A06B0C9F8C}" type="presParOf" srcId="{10F95BFB-83C3-46C4-AB05-A99504F93B1D}" destId="{15237DE1-B5ED-4144-927A-676C110D75B1}" srcOrd="2" destOrd="0" presId="urn:microsoft.com/office/officeart/2018/2/layout/IconVerticalSolidList"/>
    <dgm:cxn modelId="{2C5D725D-FB60-4D76-8A45-DCACA90A52D1}" type="presParOf" srcId="{15237DE1-B5ED-4144-927A-676C110D75B1}" destId="{E630DBA8-79FE-4244-BFB6-B26130E880FC}" srcOrd="0" destOrd="0" presId="urn:microsoft.com/office/officeart/2018/2/layout/IconVerticalSolidList"/>
    <dgm:cxn modelId="{8B22E3C1-4276-4967-B523-9DBC08660D48}" type="presParOf" srcId="{15237DE1-B5ED-4144-927A-676C110D75B1}" destId="{20E54001-5B9E-465D-9784-D1B056C33F35}" srcOrd="1" destOrd="0" presId="urn:microsoft.com/office/officeart/2018/2/layout/IconVerticalSolidList"/>
    <dgm:cxn modelId="{DC796634-359C-4B29-BB33-48CD32090A5D}" type="presParOf" srcId="{15237DE1-B5ED-4144-927A-676C110D75B1}" destId="{6B416057-1E60-42C4-A605-2312F5C15880}" srcOrd="2" destOrd="0" presId="urn:microsoft.com/office/officeart/2018/2/layout/IconVerticalSolidList"/>
    <dgm:cxn modelId="{495DC147-8434-40D6-9D9E-1506B3EF7305}" type="presParOf" srcId="{15237DE1-B5ED-4144-927A-676C110D75B1}" destId="{4A5AB375-096F-4D6C-A675-20A9EC56C33B}" srcOrd="3" destOrd="0" presId="urn:microsoft.com/office/officeart/2018/2/layout/IconVerticalSolidList"/>
    <dgm:cxn modelId="{89FAE041-0D5B-4B70-9809-0E0E76C75D0D}" type="presParOf" srcId="{10F95BFB-83C3-46C4-AB05-A99504F93B1D}" destId="{928C734C-5B68-4C6E-92FC-C89DEC326BA4}" srcOrd="3" destOrd="0" presId="urn:microsoft.com/office/officeart/2018/2/layout/IconVerticalSolidList"/>
    <dgm:cxn modelId="{9762BD77-6EEB-4CF2-AAD8-A9B945C33056}" type="presParOf" srcId="{10F95BFB-83C3-46C4-AB05-A99504F93B1D}" destId="{526CD7C4-5852-42D4-9B84-2F6478FC393D}" srcOrd="4" destOrd="0" presId="urn:microsoft.com/office/officeart/2018/2/layout/IconVerticalSolidList"/>
    <dgm:cxn modelId="{2C02A22F-73C0-4583-817A-E23BDDD5AEEF}" type="presParOf" srcId="{526CD7C4-5852-42D4-9B84-2F6478FC393D}" destId="{851C527C-4ABE-42AB-9EDE-5782635DB0AB}" srcOrd="0" destOrd="0" presId="urn:microsoft.com/office/officeart/2018/2/layout/IconVerticalSolidList"/>
    <dgm:cxn modelId="{071D7192-03AE-4CDB-B8AD-49897A17A29F}" type="presParOf" srcId="{526CD7C4-5852-42D4-9B84-2F6478FC393D}" destId="{8B9696C7-1D55-4B04-8C42-402D241D0AF4}" srcOrd="1" destOrd="0" presId="urn:microsoft.com/office/officeart/2018/2/layout/IconVerticalSolidList"/>
    <dgm:cxn modelId="{439F061D-5D09-4FC9-812E-0F128A994189}" type="presParOf" srcId="{526CD7C4-5852-42D4-9B84-2F6478FC393D}" destId="{933529F2-C999-4A69-A672-2FD97FF105C7}" srcOrd="2" destOrd="0" presId="urn:microsoft.com/office/officeart/2018/2/layout/IconVerticalSolidList"/>
    <dgm:cxn modelId="{A73B5E54-6B9B-49A5-9440-E0184A86F056}" type="presParOf" srcId="{526CD7C4-5852-42D4-9B84-2F6478FC393D}" destId="{CD9656D8-35FB-4C88-99A1-166FF52002C2}" srcOrd="3" destOrd="0" presId="urn:microsoft.com/office/officeart/2018/2/layout/IconVerticalSolidList"/>
    <dgm:cxn modelId="{C999C2F5-6637-4CF3-9BEE-8D3C54DB569E}" type="presParOf" srcId="{10F95BFB-83C3-46C4-AB05-A99504F93B1D}" destId="{3622EDB2-21F1-4900-BBB7-CC3DBABDB728}" srcOrd="5" destOrd="0" presId="urn:microsoft.com/office/officeart/2018/2/layout/IconVerticalSolidList"/>
    <dgm:cxn modelId="{21020E07-ABB3-4A13-9BF1-75A8D1B708F7}" type="presParOf" srcId="{10F95BFB-83C3-46C4-AB05-A99504F93B1D}" destId="{88DCA43D-67D0-4D1B-874D-78939BB60002}" srcOrd="6" destOrd="0" presId="urn:microsoft.com/office/officeart/2018/2/layout/IconVerticalSolidList"/>
    <dgm:cxn modelId="{88CDBCED-BCAA-4307-AF5A-D2A724524538}" type="presParOf" srcId="{88DCA43D-67D0-4D1B-874D-78939BB60002}" destId="{E258F2E4-32F0-4680-92E1-96930C9F9CFA}" srcOrd="0" destOrd="0" presId="urn:microsoft.com/office/officeart/2018/2/layout/IconVerticalSolidList"/>
    <dgm:cxn modelId="{E6A40BB9-06C0-4067-9CFC-EA1700B36DF0}" type="presParOf" srcId="{88DCA43D-67D0-4D1B-874D-78939BB60002}" destId="{7EC3B4E2-160B-47AE-869A-4C3EAFC08207}" srcOrd="1" destOrd="0" presId="urn:microsoft.com/office/officeart/2018/2/layout/IconVerticalSolidList"/>
    <dgm:cxn modelId="{CE657099-ABB6-422E-9A5D-3816FF2D6D4B}" type="presParOf" srcId="{88DCA43D-67D0-4D1B-874D-78939BB60002}" destId="{9D4A5A5A-5D15-472E-AD4A-FF2C19CA078A}" srcOrd="2" destOrd="0" presId="urn:microsoft.com/office/officeart/2018/2/layout/IconVerticalSolidList"/>
    <dgm:cxn modelId="{E3965B4D-58D7-43F5-81D3-72BAC1BDBB1B}" type="presParOf" srcId="{88DCA43D-67D0-4D1B-874D-78939BB60002}" destId="{7777C6BC-127E-43D6-9404-C70CCE99832C}" srcOrd="3" destOrd="0" presId="urn:microsoft.com/office/officeart/2018/2/layout/IconVerticalSolidList"/>
    <dgm:cxn modelId="{9D58C5AF-2FCA-40DC-AF3E-2A5B42C7F17E}" type="presParOf" srcId="{10F95BFB-83C3-46C4-AB05-A99504F93B1D}" destId="{E2987493-D8D9-416C-AFC9-AD7FB5184407}" srcOrd="7" destOrd="0" presId="urn:microsoft.com/office/officeart/2018/2/layout/IconVerticalSolidList"/>
    <dgm:cxn modelId="{C439F324-5E80-4C18-9A68-2670F7E4B324}" type="presParOf" srcId="{10F95BFB-83C3-46C4-AB05-A99504F93B1D}" destId="{C418710B-121A-4239-A24A-8D6D300281DA}" srcOrd="8" destOrd="0" presId="urn:microsoft.com/office/officeart/2018/2/layout/IconVerticalSolidList"/>
    <dgm:cxn modelId="{D476B1F4-CDBB-40C7-BC77-CE7773698AAA}" type="presParOf" srcId="{C418710B-121A-4239-A24A-8D6D300281DA}" destId="{372F2049-7E00-404B-A697-CE97EF4303C6}" srcOrd="0" destOrd="0" presId="urn:microsoft.com/office/officeart/2018/2/layout/IconVerticalSolidList"/>
    <dgm:cxn modelId="{AF674FED-24C0-486B-A864-F6AF64FC5BB4}" type="presParOf" srcId="{C418710B-121A-4239-A24A-8D6D300281DA}" destId="{2D4B3BD7-1526-4EF0-A1BD-029BB4D1F12E}" srcOrd="1" destOrd="0" presId="urn:microsoft.com/office/officeart/2018/2/layout/IconVerticalSolidList"/>
    <dgm:cxn modelId="{F3BF2F8E-53DA-4559-AEC2-AC7B8E5AEF65}" type="presParOf" srcId="{C418710B-121A-4239-A24A-8D6D300281DA}" destId="{A0403462-FC9E-4048-881B-6081FC0D3D6E}" srcOrd="2" destOrd="0" presId="urn:microsoft.com/office/officeart/2018/2/layout/IconVerticalSolidList"/>
    <dgm:cxn modelId="{9EAFA8CA-C1CA-4757-A936-63C647CA6F04}" type="presParOf" srcId="{C418710B-121A-4239-A24A-8D6D300281DA}" destId="{071F3AEC-B33D-4942-A1B5-BB374ACC66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E80D4-C0D0-4742-BC22-0B8BDCE8C1DE}">
      <dsp:nvSpPr>
        <dsp:cNvPr id="0" name=""/>
        <dsp:cNvSpPr/>
      </dsp:nvSpPr>
      <dsp:spPr>
        <a:xfrm>
          <a:off x="0" y="572"/>
          <a:ext cx="8458200" cy="1338564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B26F84-BCD1-4B61-92DA-7B85DCD13FA0}">
      <dsp:nvSpPr>
        <dsp:cNvPr id="0" name=""/>
        <dsp:cNvSpPr/>
      </dsp:nvSpPr>
      <dsp:spPr>
        <a:xfrm>
          <a:off x="404915" y="301749"/>
          <a:ext cx="736210" cy="7362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C5AE1-6FD2-4BC6-BDC1-999AAD42F86A}">
      <dsp:nvSpPr>
        <dsp:cNvPr id="0" name=""/>
        <dsp:cNvSpPr/>
      </dsp:nvSpPr>
      <dsp:spPr>
        <a:xfrm>
          <a:off x="1546042" y="572"/>
          <a:ext cx="6912157" cy="133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65" tIns="141665" rIns="141665" bIns="14166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</a:t>
          </a:r>
          <a:r>
            <a:rPr lang="en-US" sz="2200" b="1" kern="1200"/>
            <a:t>sequence of actions </a:t>
          </a:r>
          <a:r>
            <a:rPr lang="en-US" sz="2200" kern="1200"/>
            <a:t>that must be </a:t>
          </a:r>
          <a:r>
            <a:rPr lang="en-US" sz="2200" b="1" kern="1200"/>
            <a:t>performed </a:t>
          </a:r>
          <a:r>
            <a:rPr lang="en-US" sz="2200" kern="1200"/>
            <a:t>to </a:t>
          </a:r>
          <a:r>
            <a:rPr lang="en-US" sz="2200" b="1" kern="1200"/>
            <a:t>build a software </a:t>
          </a:r>
          <a:r>
            <a:rPr lang="en-US" sz="2200" kern="1200"/>
            <a:t>system </a:t>
          </a:r>
        </a:p>
      </dsp:txBody>
      <dsp:txXfrm>
        <a:off x="1546042" y="572"/>
        <a:ext cx="6912157" cy="1338564"/>
      </dsp:txXfrm>
    </dsp:sp>
    <dsp:sp modelId="{1902D41C-6166-4A67-B2C9-E281AF90C252}">
      <dsp:nvSpPr>
        <dsp:cNvPr id="0" name=""/>
        <dsp:cNvSpPr/>
      </dsp:nvSpPr>
      <dsp:spPr>
        <a:xfrm>
          <a:off x="0" y="1673778"/>
          <a:ext cx="8458200" cy="1338564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28118-D8AF-4ACF-9F0A-70203681DF46}">
      <dsp:nvSpPr>
        <dsp:cNvPr id="0" name=""/>
        <dsp:cNvSpPr/>
      </dsp:nvSpPr>
      <dsp:spPr>
        <a:xfrm>
          <a:off x="404915" y="1974955"/>
          <a:ext cx="736210" cy="7362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DA5D4-C920-4146-9AF2-202C3ACBB3AB}">
      <dsp:nvSpPr>
        <dsp:cNvPr id="0" name=""/>
        <dsp:cNvSpPr/>
      </dsp:nvSpPr>
      <dsp:spPr>
        <a:xfrm>
          <a:off x="1546042" y="1673778"/>
          <a:ext cx="3806190" cy="133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65" tIns="141665" rIns="141665" bIns="14166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Ideally </a:t>
          </a:r>
          <a:r>
            <a:rPr lang="en-US" sz="2200" kern="1200"/>
            <a:t>thought to be a </a:t>
          </a:r>
          <a:r>
            <a:rPr lang="en-US" sz="2200" b="1" kern="1200"/>
            <a:t>linear </a:t>
          </a:r>
          <a:r>
            <a:rPr lang="en-US" sz="2200" kern="1200"/>
            <a:t>sequence: </a:t>
          </a:r>
          <a:r>
            <a:rPr lang="en-US" sz="2200" b="1" kern="1200"/>
            <a:t>plan, design, build, test, deliver </a:t>
          </a:r>
          <a:endParaRPr lang="en-US" sz="2200" kern="1200"/>
        </a:p>
      </dsp:txBody>
      <dsp:txXfrm>
        <a:off x="1546042" y="1673778"/>
        <a:ext cx="3806190" cy="1338564"/>
      </dsp:txXfrm>
    </dsp:sp>
    <dsp:sp modelId="{D6F9B925-E05D-49AE-A78C-6075E0A9721B}">
      <dsp:nvSpPr>
        <dsp:cNvPr id="0" name=""/>
        <dsp:cNvSpPr/>
      </dsp:nvSpPr>
      <dsp:spPr>
        <a:xfrm>
          <a:off x="5352232" y="1673778"/>
          <a:ext cx="3105967" cy="133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65" tIns="141665" rIns="141665" bIns="1416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This is the waterfall model </a:t>
          </a:r>
        </a:p>
      </dsp:txBody>
      <dsp:txXfrm>
        <a:off x="5352232" y="1673778"/>
        <a:ext cx="3105967" cy="1338564"/>
      </dsp:txXfrm>
    </dsp:sp>
    <dsp:sp modelId="{A9FCED58-76E5-4704-A8D0-C8A030AA42B8}">
      <dsp:nvSpPr>
        <dsp:cNvPr id="0" name=""/>
        <dsp:cNvSpPr/>
      </dsp:nvSpPr>
      <dsp:spPr>
        <a:xfrm>
          <a:off x="0" y="3346984"/>
          <a:ext cx="8458200" cy="1338564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677CC-1867-4578-B0B2-575417B1BFA1}">
      <dsp:nvSpPr>
        <dsp:cNvPr id="0" name=""/>
        <dsp:cNvSpPr/>
      </dsp:nvSpPr>
      <dsp:spPr>
        <a:xfrm>
          <a:off x="404915" y="3648161"/>
          <a:ext cx="736210" cy="7362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7D86B-4F30-4799-B097-50EECF4574C9}">
      <dsp:nvSpPr>
        <dsp:cNvPr id="0" name=""/>
        <dsp:cNvSpPr/>
      </dsp:nvSpPr>
      <dsp:spPr>
        <a:xfrm>
          <a:off x="1546042" y="3346984"/>
          <a:ext cx="3806190" cy="133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65" tIns="141665" rIns="141665" bIns="14166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Realistically </a:t>
          </a:r>
          <a:r>
            <a:rPr lang="en-US" sz="2200" kern="1200"/>
            <a:t>an </a:t>
          </a:r>
          <a:r>
            <a:rPr lang="en-US" sz="2200" b="1" kern="1200"/>
            <a:t>iterative process </a:t>
          </a:r>
          <a:endParaRPr lang="en-US" sz="2200" kern="1200"/>
        </a:p>
      </dsp:txBody>
      <dsp:txXfrm>
        <a:off x="1546042" y="3346984"/>
        <a:ext cx="3806190" cy="1338564"/>
      </dsp:txXfrm>
    </dsp:sp>
    <dsp:sp modelId="{9E42C855-7837-4E03-B1CF-ECC45CA62E4B}">
      <dsp:nvSpPr>
        <dsp:cNvPr id="0" name=""/>
        <dsp:cNvSpPr/>
      </dsp:nvSpPr>
      <dsp:spPr>
        <a:xfrm>
          <a:off x="5352232" y="3346984"/>
          <a:ext cx="3105967" cy="1338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65" tIns="141665" rIns="141665" bIns="14166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Iterative, Incremental, Agile Process </a:t>
          </a:r>
        </a:p>
      </dsp:txBody>
      <dsp:txXfrm>
        <a:off x="5352232" y="3346984"/>
        <a:ext cx="3105967" cy="13385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4057A-4EF0-964B-B89C-D4C096C0E5D0}">
      <dsp:nvSpPr>
        <dsp:cNvPr id="0" name=""/>
        <dsp:cNvSpPr/>
      </dsp:nvSpPr>
      <dsp:spPr>
        <a:xfrm>
          <a:off x="0" y="308"/>
          <a:ext cx="8458200" cy="7692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Small user stories</a:t>
          </a:r>
          <a:endParaRPr lang="en-IN" sz="2400" b="1" kern="1200" dirty="0"/>
        </a:p>
      </dsp:txBody>
      <dsp:txXfrm>
        <a:off x="37549" y="37857"/>
        <a:ext cx="8383102" cy="694107"/>
      </dsp:txXfrm>
    </dsp:sp>
    <dsp:sp modelId="{36E8DEE3-BDD7-A740-BA1F-DDC636FEF649}">
      <dsp:nvSpPr>
        <dsp:cNvPr id="0" name=""/>
        <dsp:cNvSpPr/>
      </dsp:nvSpPr>
      <dsp:spPr>
        <a:xfrm>
          <a:off x="0" y="783604"/>
          <a:ext cx="8458200" cy="7692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Prioritized requirements</a:t>
          </a:r>
          <a:endParaRPr lang="en-IN" sz="2400" b="1" kern="1200" dirty="0"/>
        </a:p>
      </dsp:txBody>
      <dsp:txXfrm>
        <a:off x="37549" y="821153"/>
        <a:ext cx="8383102" cy="694107"/>
      </dsp:txXfrm>
    </dsp:sp>
    <dsp:sp modelId="{512B4619-8DF3-424A-B66F-DBA679976F44}">
      <dsp:nvSpPr>
        <dsp:cNvPr id="0" name=""/>
        <dsp:cNvSpPr/>
      </dsp:nvSpPr>
      <dsp:spPr>
        <a:xfrm>
          <a:off x="0" y="1566899"/>
          <a:ext cx="8458200" cy="7692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Time-boxed iterations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(1-4 weeks)</a:t>
          </a:r>
          <a:endParaRPr lang="en-IN" sz="2400" b="1" kern="1200" dirty="0"/>
        </a:p>
      </dsp:txBody>
      <dsp:txXfrm>
        <a:off x="37549" y="1604448"/>
        <a:ext cx="8383102" cy="694107"/>
      </dsp:txXfrm>
    </dsp:sp>
    <dsp:sp modelId="{2035265A-15C2-7F43-A0BD-D0B88C1F958E}">
      <dsp:nvSpPr>
        <dsp:cNvPr id="0" name=""/>
        <dsp:cNvSpPr/>
      </dsp:nvSpPr>
      <dsp:spPr>
        <a:xfrm>
          <a:off x="0" y="2350195"/>
          <a:ext cx="8458200" cy="7692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Usable release after every iteration</a:t>
          </a:r>
          <a:endParaRPr lang="en-IN" sz="2400" b="1" kern="1200" dirty="0"/>
        </a:p>
      </dsp:txBody>
      <dsp:txXfrm>
        <a:off x="37549" y="2387744"/>
        <a:ext cx="8383102" cy="694107"/>
      </dsp:txXfrm>
    </dsp:sp>
    <dsp:sp modelId="{6168F367-8F75-4633-98D8-DF366066CB9C}">
      <dsp:nvSpPr>
        <dsp:cNvPr id="0" name=""/>
        <dsp:cNvSpPr/>
      </dsp:nvSpPr>
      <dsp:spPr>
        <a:xfrm>
          <a:off x="0" y="3133490"/>
          <a:ext cx="8458200" cy="7692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Customer feedback after every iteration</a:t>
          </a:r>
        </a:p>
      </dsp:txBody>
      <dsp:txXfrm>
        <a:off x="37549" y="3171039"/>
        <a:ext cx="8383102" cy="694107"/>
      </dsp:txXfrm>
    </dsp:sp>
    <dsp:sp modelId="{D3CA62A1-47D9-4F3E-9418-C03ADE0DD850}">
      <dsp:nvSpPr>
        <dsp:cNvPr id="0" name=""/>
        <dsp:cNvSpPr/>
      </dsp:nvSpPr>
      <dsp:spPr>
        <a:xfrm>
          <a:off x="0" y="3916786"/>
          <a:ext cx="8458200" cy="7692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/>
            <a:t>Each iteration follows all the process activities</a:t>
          </a:r>
          <a:r>
            <a:rPr lang="en-IN" sz="1800" kern="1200" dirty="0"/>
            <a:t> </a:t>
          </a:r>
        </a:p>
      </dsp:txBody>
      <dsp:txXfrm>
        <a:off x="37549" y="3954335"/>
        <a:ext cx="8383102" cy="6941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39749-8DC0-B94B-9CCC-840EBBB2A399}">
      <dsp:nvSpPr>
        <dsp:cNvPr id="0" name=""/>
        <dsp:cNvSpPr/>
      </dsp:nvSpPr>
      <dsp:spPr>
        <a:xfrm>
          <a:off x="0" y="788849"/>
          <a:ext cx="8458200" cy="959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/>
            <a:t>Decompose the problem</a:t>
          </a:r>
          <a:endParaRPr lang="en-IN" sz="4000" kern="1200"/>
        </a:p>
      </dsp:txBody>
      <dsp:txXfrm>
        <a:off x="46834" y="835683"/>
        <a:ext cx="8364532" cy="865732"/>
      </dsp:txXfrm>
    </dsp:sp>
    <dsp:sp modelId="{FC39C101-F47F-A94A-AFCF-74CDEA495420}">
      <dsp:nvSpPr>
        <dsp:cNvPr id="0" name=""/>
        <dsp:cNvSpPr/>
      </dsp:nvSpPr>
      <dsp:spPr>
        <a:xfrm>
          <a:off x="0" y="1863450"/>
          <a:ext cx="8458200" cy="959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/>
            <a:t>Decompose the solution</a:t>
          </a:r>
          <a:endParaRPr lang="en-IN" sz="4000" kern="1200"/>
        </a:p>
      </dsp:txBody>
      <dsp:txXfrm>
        <a:off x="46834" y="1910284"/>
        <a:ext cx="8364532" cy="865732"/>
      </dsp:txXfrm>
    </dsp:sp>
    <dsp:sp modelId="{0219A990-7D49-E74F-9809-27A404CB9A95}">
      <dsp:nvSpPr>
        <dsp:cNvPr id="0" name=""/>
        <dsp:cNvSpPr/>
      </dsp:nvSpPr>
      <dsp:spPr>
        <a:xfrm>
          <a:off x="0" y="2938050"/>
          <a:ext cx="8458200" cy="9594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0" i="0" kern="1200"/>
            <a:t>Model at multiple levels of abstraction</a:t>
          </a:r>
          <a:endParaRPr lang="en-IN" sz="4000" kern="1200"/>
        </a:p>
      </dsp:txBody>
      <dsp:txXfrm>
        <a:off x="46834" y="2984884"/>
        <a:ext cx="8364532" cy="8657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3242B-B6A7-5341-9ED4-0BCD7D109E39}">
      <dsp:nvSpPr>
        <dsp:cNvPr id="0" name=""/>
        <dsp:cNvSpPr/>
      </dsp:nvSpPr>
      <dsp:spPr>
        <a:xfrm>
          <a:off x="0" y="15142"/>
          <a:ext cx="8458200" cy="112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/>
            <a:t>System model of software</a:t>
          </a:r>
          <a:endParaRPr lang="en-IN" sz="3900" kern="1200"/>
        </a:p>
      </dsp:txBody>
      <dsp:txXfrm>
        <a:off x="0" y="15142"/>
        <a:ext cx="8458200" cy="1123200"/>
      </dsp:txXfrm>
    </dsp:sp>
    <dsp:sp modelId="{E9790350-0467-6D4F-BA4B-9E625E98E48A}">
      <dsp:nvSpPr>
        <dsp:cNvPr id="0" name=""/>
        <dsp:cNvSpPr/>
      </dsp:nvSpPr>
      <dsp:spPr>
        <a:xfrm>
          <a:off x="0" y="1138342"/>
          <a:ext cx="8458200" cy="3532815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8026" tIns="208026" rIns="277368" bIns="312039" numCol="1" spcCol="1270" anchor="t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b="0" i="0" kern="1200"/>
            <a:t>A set of components</a:t>
          </a:r>
          <a:endParaRPr lang="en-IN" sz="3900" kern="120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b="0" i="0" kern="1200"/>
            <a:t>Behavior of each component</a:t>
          </a:r>
          <a:endParaRPr lang="en-IN" sz="3900" kern="120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b="0" i="0" kern="1200"/>
            <a:t>Interactions between components</a:t>
          </a:r>
          <a:endParaRPr lang="en-IN" sz="3900" kern="1200"/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b="0" i="0" kern="1200"/>
            <a:t>Overall behavior in terms of component interactions</a:t>
          </a:r>
          <a:endParaRPr lang="en-IN" sz="3900" kern="1200"/>
        </a:p>
      </dsp:txBody>
      <dsp:txXfrm>
        <a:off x="0" y="1138342"/>
        <a:ext cx="8458200" cy="35328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74F32-4528-024B-8B87-C94DE549D3D9}">
      <dsp:nvSpPr>
        <dsp:cNvPr id="0" name=""/>
        <dsp:cNvSpPr/>
      </dsp:nvSpPr>
      <dsp:spPr>
        <a:xfrm>
          <a:off x="5212079" y="2953845"/>
          <a:ext cx="91440" cy="27603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603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876011-FCC0-6641-9587-C87558B9DEE4}">
      <dsp:nvSpPr>
        <dsp:cNvPr id="0" name=""/>
        <dsp:cNvSpPr/>
      </dsp:nvSpPr>
      <dsp:spPr>
        <a:xfrm>
          <a:off x="3450431" y="1801510"/>
          <a:ext cx="1807368" cy="2760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112"/>
              </a:lnTo>
              <a:lnTo>
                <a:pt x="1807368" y="139112"/>
              </a:lnTo>
              <a:lnTo>
                <a:pt x="1807368" y="2760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59541B-BBFF-634A-9735-73CD18ACC525}">
      <dsp:nvSpPr>
        <dsp:cNvPr id="0" name=""/>
        <dsp:cNvSpPr/>
      </dsp:nvSpPr>
      <dsp:spPr>
        <a:xfrm>
          <a:off x="1643062" y="2953845"/>
          <a:ext cx="1204912" cy="2760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9112"/>
              </a:lnTo>
              <a:lnTo>
                <a:pt x="1204912" y="139112"/>
              </a:lnTo>
              <a:lnTo>
                <a:pt x="1204912" y="27603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74B662-9215-B848-BDE5-D6F997573A6B}">
      <dsp:nvSpPr>
        <dsp:cNvPr id="0" name=""/>
        <dsp:cNvSpPr/>
      </dsp:nvSpPr>
      <dsp:spPr>
        <a:xfrm>
          <a:off x="438150" y="2953845"/>
          <a:ext cx="1204912" cy="276034"/>
        </a:xfrm>
        <a:custGeom>
          <a:avLst/>
          <a:gdLst/>
          <a:ahLst/>
          <a:cxnLst/>
          <a:rect l="0" t="0" r="0" b="0"/>
          <a:pathLst>
            <a:path>
              <a:moveTo>
                <a:pt x="1204912" y="0"/>
              </a:moveTo>
              <a:lnTo>
                <a:pt x="1204912" y="139112"/>
              </a:lnTo>
              <a:lnTo>
                <a:pt x="0" y="139112"/>
              </a:lnTo>
              <a:lnTo>
                <a:pt x="0" y="27603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2D215C-BE13-FA4A-9B20-AF6B4E3C67AA}">
      <dsp:nvSpPr>
        <dsp:cNvPr id="0" name=""/>
        <dsp:cNvSpPr/>
      </dsp:nvSpPr>
      <dsp:spPr>
        <a:xfrm>
          <a:off x="1643062" y="1801510"/>
          <a:ext cx="1807368" cy="276034"/>
        </a:xfrm>
        <a:custGeom>
          <a:avLst/>
          <a:gdLst/>
          <a:ahLst/>
          <a:cxnLst/>
          <a:rect l="0" t="0" r="0" b="0"/>
          <a:pathLst>
            <a:path>
              <a:moveTo>
                <a:pt x="1807368" y="0"/>
              </a:moveTo>
              <a:lnTo>
                <a:pt x="1807368" y="139112"/>
              </a:lnTo>
              <a:lnTo>
                <a:pt x="0" y="139112"/>
              </a:lnTo>
              <a:lnTo>
                <a:pt x="0" y="2760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BDD3E3-28C7-3748-AC68-F00DB872E5AC}">
      <dsp:nvSpPr>
        <dsp:cNvPr id="0" name=""/>
        <dsp:cNvSpPr/>
      </dsp:nvSpPr>
      <dsp:spPr>
        <a:xfrm>
          <a:off x="3012281" y="925210"/>
          <a:ext cx="876299" cy="87629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66A9C8-9401-AC4E-A241-A19099311C67}">
      <dsp:nvSpPr>
        <dsp:cNvPr id="0" name=""/>
        <dsp:cNvSpPr/>
      </dsp:nvSpPr>
      <dsp:spPr>
        <a:xfrm>
          <a:off x="3888581" y="923020"/>
          <a:ext cx="1314449" cy="8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Point of Sales</a:t>
          </a:r>
        </a:p>
      </dsp:txBody>
      <dsp:txXfrm>
        <a:off x="3888581" y="923020"/>
        <a:ext cx="1314449" cy="876299"/>
      </dsp:txXfrm>
    </dsp:sp>
    <dsp:sp modelId="{974FF892-DF40-5643-A755-0AE9779BC7C7}">
      <dsp:nvSpPr>
        <dsp:cNvPr id="0" name=""/>
        <dsp:cNvSpPr/>
      </dsp:nvSpPr>
      <dsp:spPr>
        <a:xfrm>
          <a:off x="1204912" y="2077545"/>
          <a:ext cx="876299" cy="87629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3189F-4CA4-E147-8827-624F5F91F565}">
      <dsp:nvSpPr>
        <dsp:cNvPr id="0" name=""/>
        <dsp:cNvSpPr/>
      </dsp:nvSpPr>
      <dsp:spPr>
        <a:xfrm>
          <a:off x="2081212" y="2075354"/>
          <a:ext cx="1314449" cy="8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Invoice</a:t>
          </a:r>
        </a:p>
      </dsp:txBody>
      <dsp:txXfrm>
        <a:off x="2081212" y="2075354"/>
        <a:ext cx="1314449" cy="876299"/>
      </dsp:txXfrm>
    </dsp:sp>
    <dsp:sp modelId="{2DD79062-13A7-C14A-AB78-5736C616F7F6}">
      <dsp:nvSpPr>
        <dsp:cNvPr id="0" name=""/>
        <dsp:cNvSpPr/>
      </dsp:nvSpPr>
      <dsp:spPr>
        <a:xfrm>
          <a:off x="0" y="3229879"/>
          <a:ext cx="876299" cy="87629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07D0F-1817-484B-A93F-58268A740C5E}">
      <dsp:nvSpPr>
        <dsp:cNvPr id="0" name=""/>
        <dsp:cNvSpPr/>
      </dsp:nvSpPr>
      <dsp:spPr>
        <a:xfrm>
          <a:off x="876300" y="3227689"/>
          <a:ext cx="1314449" cy="8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Product invoice</a:t>
          </a:r>
        </a:p>
      </dsp:txBody>
      <dsp:txXfrm>
        <a:off x="876300" y="3227689"/>
        <a:ext cx="1314449" cy="876299"/>
      </dsp:txXfrm>
    </dsp:sp>
    <dsp:sp modelId="{89734E03-67D2-E246-85C8-E53A8CC9DDC5}">
      <dsp:nvSpPr>
        <dsp:cNvPr id="0" name=""/>
        <dsp:cNvSpPr/>
      </dsp:nvSpPr>
      <dsp:spPr>
        <a:xfrm>
          <a:off x="2409825" y="3229879"/>
          <a:ext cx="876299" cy="876299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F71DB-964A-DB40-B635-DD183530BD98}">
      <dsp:nvSpPr>
        <dsp:cNvPr id="0" name=""/>
        <dsp:cNvSpPr/>
      </dsp:nvSpPr>
      <dsp:spPr>
        <a:xfrm>
          <a:off x="3286125" y="3227689"/>
          <a:ext cx="1314449" cy="8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Service invoice</a:t>
          </a:r>
        </a:p>
      </dsp:txBody>
      <dsp:txXfrm>
        <a:off x="3286125" y="3227689"/>
        <a:ext cx="1314449" cy="876299"/>
      </dsp:txXfrm>
    </dsp:sp>
    <dsp:sp modelId="{8BC7A6C2-97C1-2345-B722-41B08D27B33F}">
      <dsp:nvSpPr>
        <dsp:cNvPr id="0" name=""/>
        <dsp:cNvSpPr/>
      </dsp:nvSpPr>
      <dsp:spPr>
        <a:xfrm>
          <a:off x="4819650" y="2077545"/>
          <a:ext cx="876299" cy="876299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43716-88E7-BD4C-A88A-F9B6CE329A95}">
      <dsp:nvSpPr>
        <dsp:cNvPr id="0" name=""/>
        <dsp:cNvSpPr/>
      </dsp:nvSpPr>
      <dsp:spPr>
        <a:xfrm>
          <a:off x="5695949" y="2075354"/>
          <a:ext cx="1314449" cy="8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Payments</a:t>
          </a:r>
        </a:p>
      </dsp:txBody>
      <dsp:txXfrm>
        <a:off x="5695949" y="2075354"/>
        <a:ext cx="1314449" cy="876299"/>
      </dsp:txXfrm>
    </dsp:sp>
    <dsp:sp modelId="{F5F0115C-4D9E-F845-81D8-0EF4F97C5125}">
      <dsp:nvSpPr>
        <dsp:cNvPr id="0" name=""/>
        <dsp:cNvSpPr/>
      </dsp:nvSpPr>
      <dsp:spPr>
        <a:xfrm>
          <a:off x="4819650" y="3229879"/>
          <a:ext cx="876299" cy="876299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EA75A-713A-8944-9035-CF8AADB8CE1C}">
      <dsp:nvSpPr>
        <dsp:cNvPr id="0" name=""/>
        <dsp:cNvSpPr/>
      </dsp:nvSpPr>
      <dsp:spPr>
        <a:xfrm>
          <a:off x="5695949" y="3227689"/>
          <a:ext cx="1314449" cy="876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Card payments</a:t>
          </a:r>
        </a:p>
      </dsp:txBody>
      <dsp:txXfrm>
        <a:off x="5695949" y="3227689"/>
        <a:ext cx="1314449" cy="8762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8308C-4A7C-9944-93BB-2057D3D1FD75}">
      <dsp:nvSpPr>
        <dsp:cNvPr id="0" name=""/>
        <dsp:cNvSpPr/>
      </dsp:nvSpPr>
      <dsp:spPr>
        <a:xfrm>
          <a:off x="0" y="0"/>
          <a:ext cx="8458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504FA-B897-484C-9BB0-0CC4CFC81086}">
      <dsp:nvSpPr>
        <dsp:cNvPr id="0" name=""/>
        <dsp:cNvSpPr/>
      </dsp:nvSpPr>
      <dsp:spPr>
        <a:xfrm>
          <a:off x="0" y="0"/>
          <a:ext cx="8458200" cy="2343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dirty="0"/>
            <a:t>Some methods focus on development practices: Extreme Programming (XP)</a:t>
          </a:r>
          <a:endParaRPr lang="en-IN" sz="4700" kern="1200" dirty="0"/>
        </a:p>
      </dsp:txBody>
      <dsp:txXfrm>
        <a:off x="0" y="0"/>
        <a:ext cx="8458200" cy="2343150"/>
      </dsp:txXfrm>
    </dsp:sp>
    <dsp:sp modelId="{D6A8CC73-C007-FB46-9298-64441D76FDBB}">
      <dsp:nvSpPr>
        <dsp:cNvPr id="0" name=""/>
        <dsp:cNvSpPr/>
      </dsp:nvSpPr>
      <dsp:spPr>
        <a:xfrm>
          <a:off x="0" y="2343150"/>
          <a:ext cx="8458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90FA6-74B4-7644-94FB-D9CEAF43566E}">
      <dsp:nvSpPr>
        <dsp:cNvPr id="0" name=""/>
        <dsp:cNvSpPr/>
      </dsp:nvSpPr>
      <dsp:spPr>
        <a:xfrm>
          <a:off x="0" y="2343150"/>
          <a:ext cx="8458200" cy="2343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/>
            <a:t>Other methods focus on the process side: Lean/Kanban, Scrum</a:t>
          </a:r>
          <a:endParaRPr lang="en-IN" sz="4700" kern="1200"/>
        </a:p>
      </dsp:txBody>
      <dsp:txXfrm>
        <a:off x="0" y="2343150"/>
        <a:ext cx="8458200" cy="23431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521CC-B7C6-4D93-BC55-2504CB590478}">
      <dsp:nvSpPr>
        <dsp:cNvPr id="0" name=""/>
        <dsp:cNvSpPr/>
      </dsp:nvSpPr>
      <dsp:spPr>
        <a:xfrm>
          <a:off x="1219849" y="1423"/>
          <a:ext cx="1041169" cy="104116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3EC392-3B2D-48AE-9D28-11A6DA8E2F76}">
      <dsp:nvSpPr>
        <dsp:cNvPr id="0" name=""/>
        <dsp:cNvSpPr/>
      </dsp:nvSpPr>
      <dsp:spPr>
        <a:xfrm>
          <a:off x="1441738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FE27D1-B2EF-408C-A15B-49555A2EF1C0}">
      <dsp:nvSpPr>
        <dsp:cNvPr id="0" name=""/>
        <dsp:cNvSpPr/>
      </dsp:nvSpPr>
      <dsp:spPr>
        <a:xfrm>
          <a:off x="887016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 dirty="0"/>
            <a:t>More code reviews produce better code</a:t>
          </a:r>
          <a:endParaRPr lang="en-IN" sz="1300" kern="1200" dirty="0"/>
        </a:p>
      </dsp:txBody>
      <dsp:txXfrm>
        <a:off x="887016" y="1366892"/>
        <a:ext cx="1706835" cy="682734"/>
      </dsp:txXfrm>
    </dsp:sp>
    <dsp:sp modelId="{C5D87915-D63F-4173-A20D-38DCA2BE86D1}">
      <dsp:nvSpPr>
        <dsp:cNvPr id="0" name=""/>
        <dsp:cNvSpPr/>
      </dsp:nvSpPr>
      <dsp:spPr>
        <a:xfrm>
          <a:off x="3225381" y="1423"/>
          <a:ext cx="1041169" cy="104116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F0618-E756-4474-9D17-57F53315706F}">
      <dsp:nvSpPr>
        <dsp:cNvPr id="0" name=""/>
        <dsp:cNvSpPr/>
      </dsp:nvSpPr>
      <dsp:spPr>
        <a:xfrm>
          <a:off x="3447270" y="223312"/>
          <a:ext cx="597392" cy="5973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47340-724D-405E-AAD6-AD16ECEA147D}">
      <dsp:nvSpPr>
        <dsp:cNvPr id="0" name=""/>
        <dsp:cNvSpPr/>
      </dsp:nvSpPr>
      <dsp:spPr>
        <a:xfrm>
          <a:off x="2892548" y="1366892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More testing produces better software</a:t>
          </a:r>
          <a:endParaRPr lang="en-IN" sz="1300" kern="1200"/>
        </a:p>
      </dsp:txBody>
      <dsp:txXfrm>
        <a:off x="2892548" y="1366892"/>
        <a:ext cx="1706835" cy="682734"/>
      </dsp:txXfrm>
    </dsp:sp>
    <dsp:sp modelId="{0FEA2394-C8E0-4513-BBF0-51C5C77B0D12}">
      <dsp:nvSpPr>
        <dsp:cNvPr id="0" name=""/>
        <dsp:cNvSpPr/>
      </dsp:nvSpPr>
      <dsp:spPr>
        <a:xfrm>
          <a:off x="1219849" y="2476335"/>
          <a:ext cx="1041169" cy="104116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D661FF-1AD6-4AE1-A29E-70DF8B0A762A}">
      <dsp:nvSpPr>
        <dsp:cNvPr id="0" name=""/>
        <dsp:cNvSpPr/>
      </dsp:nvSpPr>
      <dsp:spPr>
        <a:xfrm>
          <a:off x="1441738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B04C1-1364-49B7-B2D4-1E42172C79CF}">
      <dsp:nvSpPr>
        <dsp:cNvPr id="0" name=""/>
        <dsp:cNvSpPr/>
      </dsp:nvSpPr>
      <dsp:spPr>
        <a:xfrm>
          <a:off x="887016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Quick customer feedback keeps the software high-value</a:t>
          </a:r>
          <a:endParaRPr lang="en-IN" sz="1300" kern="1200"/>
        </a:p>
      </dsp:txBody>
      <dsp:txXfrm>
        <a:off x="887016" y="3841804"/>
        <a:ext cx="1706835" cy="682734"/>
      </dsp:txXfrm>
    </dsp:sp>
    <dsp:sp modelId="{927F0AF7-BA78-4CC9-A55C-9F85FD7A0E6A}">
      <dsp:nvSpPr>
        <dsp:cNvPr id="0" name=""/>
        <dsp:cNvSpPr/>
      </dsp:nvSpPr>
      <dsp:spPr>
        <a:xfrm>
          <a:off x="3225381" y="2476335"/>
          <a:ext cx="1041169" cy="104116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D230D-0593-4DE4-ABF0-E3294211CF04}">
      <dsp:nvSpPr>
        <dsp:cNvPr id="0" name=""/>
        <dsp:cNvSpPr/>
      </dsp:nvSpPr>
      <dsp:spPr>
        <a:xfrm>
          <a:off x="3447270" y="2698224"/>
          <a:ext cx="597392" cy="5973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AEFD8-79C1-4167-9AFD-FE3AB3054B3D}">
      <dsp:nvSpPr>
        <dsp:cNvPr id="0" name=""/>
        <dsp:cNvSpPr/>
      </dsp:nvSpPr>
      <dsp:spPr>
        <a:xfrm>
          <a:off x="2892548" y="3841804"/>
          <a:ext cx="1706835" cy="682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Incremental changes produce better results</a:t>
          </a:r>
          <a:endParaRPr lang="en-IN" sz="1300" kern="1200"/>
        </a:p>
      </dsp:txBody>
      <dsp:txXfrm>
        <a:off x="2892548" y="3841804"/>
        <a:ext cx="1706835" cy="6827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12327-A84B-B846-9E54-F53154EB8E0F}">
      <dsp:nvSpPr>
        <dsp:cNvPr id="0" name=""/>
        <dsp:cNvSpPr/>
      </dsp:nvSpPr>
      <dsp:spPr>
        <a:xfrm rot="5400000">
          <a:off x="5147482" y="-1949219"/>
          <a:ext cx="1208186" cy="5413248"/>
        </a:xfrm>
        <a:prstGeom prst="round2Same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/>
            <a:t>Specification and design clarity, fewer bugs, faster feedback</a:t>
          </a:r>
          <a:endParaRPr lang="en-IN" sz="2500" kern="1200"/>
        </a:p>
      </dsp:txBody>
      <dsp:txXfrm rot="-5400000">
        <a:off x="3044952" y="212290"/>
        <a:ext cx="5354269" cy="1090228"/>
      </dsp:txXfrm>
    </dsp:sp>
    <dsp:sp modelId="{03F38E99-5B24-6548-A2E7-D46E34006D43}">
      <dsp:nvSpPr>
        <dsp:cNvPr id="0" name=""/>
        <dsp:cNvSpPr/>
      </dsp:nvSpPr>
      <dsp:spPr>
        <a:xfrm>
          <a:off x="0" y="2288"/>
          <a:ext cx="3044952" cy="1510233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Test-driven development (TDD)</a:t>
          </a:r>
          <a:endParaRPr lang="en-IN" sz="2900" kern="1200"/>
        </a:p>
      </dsp:txBody>
      <dsp:txXfrm>
        <a:off x="73723" y="76011"/>
        <a:ext cx="2897506" cy="1362787"/>
      </dsp:txXfrm>
    </dsp:sp>
    <dsp:sp modelId="{59021B79-EA52-5744-9F6C-354BF82EBB1F}">
      <dsp:nvSpPr>
        <dsp:cNvPr id="0" name=""/>
        <dsp:cNvSpPr/>
      </dsp:nvSpPr>
      <dsp:spPr>
        <a:xfrm rot="5400000">
          <a:off x="5147482" y="-363474"/>
          <a:ext cx="1208186" cy="5413248"/>
        </a:xfrm>
        <a:prstGeom prst="round2Same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/>
            <a:t>Real-time code review, knowledge sharing, better design, team cohesion</a:t>
          </a:r>
          <a:endParaRPr lang="en-IN" sz="2500" kern="1200"/>
        </a:p>
      </dsp:txBody>
      <dsp:txXfrm rot="-5400000">
        <a:off x="3044952" y="1798035"/>
        <a:ext cx="5354269" cy="1090228"/>
      </dsp:txXfrm>
    </dsp:sp>
    <dsp:sp modelId="{DC96F8C2-4605-5840-AA6C-2BE764C0FF54}">
      <dsp:nvSpPr>
        <dsp:cNvPr id="0" name=""/>
        <dsp:cNvSpPr/>
      </dsp:nvSpPr>
      <dsp:spPr>
        <a:xfrm>
          <a:off x="0" y="1588033"/>
          <a:ext cx="3044952" cy="1510233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Pair programming</a:t>
          </a:r>
          <a:endParaRPr lang="en-IN" sz="2900" kern="1200"/>
        </a:p>
      </dsp:txBody>
      <dsp:txXfrm>
        <a:off x="73723" y="1661756"/>
        <a:ext cx="2897506" cy="1362787"/>
      </dsp:txXfrm>
    </dsp:sp>
    <dsp:sp modelId="{40B7DC19-20EA-A240-BAB0-0AE1400373FA}">
      <dsp:nvSpPr>
        <dsp:cNvPr id="0" name=""/>
        <dsp:cNvSpPr/>
      </dsp:nvSpPr>
      <dsp:spPr>
        <a:xfrm rot="5400000">
          <a:off x="5147482" y="1222271"/>
          <a:ext cx="1208186" cy="5413248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i="0" kern="1200" dirty="0"/>
            <a:t>Faster delivery, lower integration time, higher code quality. </a:t>
          </a:r>
          <a:endParaRPr lang="en-IN" sz="2500" kern="1200" dirty="0"/>
        </a:p>
      </dsp:txBody>
      <dsp:txXfrm rot="-5400000">
        <a:off x="3044952" y="3383781"/>
        <a:ext cx="5354269" cy="1090228"/>
      </dsp:txXfrm>
    </dsp:sp>
    <dsp:sp modelId="{180A0646-B119-4C4B-A679-E5A3293874FC}">
      <dsp:nvSpPr>
        <dsp:cNvPr id="0" name=""/>
        <dsp:cNvSpPr/>
      </dsp:nvSpPr>
      <dsp:spPr>
        <a:xfrm>
          <a:off x="0" y="3173778"/>
          <a:ext cx="3044952" cy="1510233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/>
            <a:t>Continuous Integration</a:t>
          </a:r>
          <a:endParaRPr lang="en-IN" sz="2900" kern="1200"/>
        </a:p>
      </dsp:txBody>
      <dsp:txXfrm>
        <a:off x="73723" y="3247501"/>
        <a:ext cx="2897506" cy="1362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A2B-1072-4248-BFB0-331076002C59}">
      <dsp:nvSpPr>
        <dsp:cNvPr id="0" name=""/>
        <dsp:cNvSpPr/>
      </dsp:nvSpPr>
      <dsp:spPr>
        <a:xfrm>
          <a:off x="0" y="13462"/>
          <a:ext cx="4648200" cy="9931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Write tests before writing code.</a:t>
          </a:r>
          <a:endParaRPr lang="en-IN" sz="2500" kern="1200"/>
        </a:p>
      </dsp:txBody>
      <dsp:txXfrm>
        <a:off x="48481" y="61943"/>
        <a:ext cx="4551238" cy="896166"/>
      </dsp:txXfrm>
    </dsp:sp>
    <dsp:sp modelId="{C4586328-222A-6049-8A45-897B01F25733}">
      <dsp:nvSpPr>
        <dsp:cNvPr id="0" name=""/>
        <dsp:cNvSpPr/>
      </dsp:nvSpPr>
      <dsp:spPr>
        <a:xfrm>
          <a:off x="0" y="1078591"/>
          <a:ext cx="4648200" cy="9931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Each test defines a small, specific behavior the system should have.</a:t>
          </a:r>
          <a:endParaRPr lang="en-IN" sz="2500" kern="1200"/>
        </a:p>
      </dsp:txBody>
      <dsp:txXfrm>
        <a:off x="48481" y="1127072"/>
        <a:ext cx="4551238" cy="896166"/>
      </dsp:txXfrm>
    </dsp:sp>
    <dsp:sp modelId="{594D1742-CC0F-1647-964A-C1A13840FE1B}">
      <dsp:nvSpPr>
        <dsp:cNvPr id="0" name=""/>
        <dsp:cNvSpPr/>
      </dsp:nvSpPr>
      <dsp:spPr>
        <a:xfrm>
          <a:off x="0" y="2143720"/>
          <a:ext cx="4648200" cy="99312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Follow the Red-Green-Refactor cycle</a:t>
          </a:r>
          <a:endParaRPr lang="en-IN" sz="2500" kern="1200" dirty="0"/>
        </a:p>
      </dsp:txBody>
      <dsp:txXfrm>
        <a:off x="48481" y="2192201"/>
        <a:ext cx="4551238" cy="896166"/>
      </dsp:txXfrm>
    </dsp:sp>
    <dsp:sp modelId="{B22860EB-FDF0-8D40-BB1A-9825B6BE2174}">
      <dsp:nvSpPr>
        <dsp:cNvPr id="0" name=""/>
        <dsp:cNvSpPr/>
      </dsp:nvSpPr>
      <dsp:spPr>
        <a:xfrm>
          <a:off x="0" y="3136849"/>
          <a:ext cx="4648200" cy="1604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580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Red: Write a failing test.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Green: Write just enough code to pass the test.</a:t>
          </a:r>
          <a:endParaRPr lang="en-IN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0" i="0" kern="1200"/>
            <a:t>Refactor: Clean up code while keeping tests green.</a:t>
          </a:r>
          <a:endParaRPr lang="en-IN" sz="2000" kern="1200"/>
        </a:p>
      </dsp:txBody>
      <dsp:txXfrm>
        <a:off x="0" y="3136849"/>
        <a:ext cx="4648200" cy="16042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8BEF1-3F42-594D-B4DC-79DC09E6A74F}">
      <dsp:nvSpPr>
        <dsp:cNvPr id="0" name=""/>
        <dsp:cNvSpPr/>
      </dsp:nvSpPr>
      <dsp:spPr>
        <a:xfrm>
          <a:off x="0" y="58836"/>
          <a:ext cx="4673048" cy="11536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Two developers work together at one workstation.</a:t>
          </a:r>
          <a:endParaRPr lang="en-IN" sz="2900" kern="1200" dirty="0"/>
        </a:p>
      </dsp:txBody>
      <dsp:txXfrm>
        <a:off x="56315" y="115151"/>
        <a:ext cx="4560418" cy="1040990"/>
      </dsp:txXfrm>
    </dsp:sp>
    <dsp:sp modelId="{F903A9A0-7829-BC4A-8264-F7D8D97F4554}">
      <dsp:nvSpPr>
        <dsp:cNvPr id="0" name=""/>
        <dsp:cNvSpPr/>
      </dsp:nvSpPr>
      <dsp:spPr>
        <a:xfrm>
          <a:off x="0" y="1212456"/>
          <a:ext cx="4673048" cy="2101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36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Driver: Writes the code, solves the problem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Navigator: Reviews code, does unit testing, thinks ahead, suggests improvements, guides the driver</a:t>
          </a:r>
          <a:endParaRPr lang="en-IN" sz="2300" kern="1200" dirty="0"/>
        </a:p>
      </dsp:txBody>
      <dsp:txXfrm>
        <a:off x="0" y="1212456"/>
        <a:ext cx="4673048" cy="2101049"/>
      </dsp:txXfrm>
    </dsp:sp>
    <dsp:sp modelId="{D5D766E1-6A63-ED41-B513-47E7EC2DA443}">
      <dsp:nvSpPr>
        <dsp:cNvPr id="0" name=""/>
        <dsp:cNvSpPr/>
      </dsp:nvSpPr>
      <dsp:spPr>
        <a:xfrm>
          <a:off x="0" y="3313506"/>
          <a:ext cx="4673048" cy="11536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dirty="0"/>
            <a:t>Roles switch frequently</a:t>
          </a:r>
          <a:endParaRPr lang="en-IN" sz="2900" kern="1200" dirty="0"/>
        </a:p>
      </dsp:txBody>
      <dsp:txXfrm>
        <a:off x="56315" y="3369821"/>
        <a:ext cx="4560418" cy="104099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911F3-E201-E847-A7B6-50CC2E515A26}">
      <dsp:nvSpPr>
        <dsp:cNvPr id="0" name=""/>
        <dsp:cNvSpPr/>
      </dsp:nvSpPr>
      <dsp:spPr>
        <a:xfrm>
          <a:off x="0" y="47465"/>
          <a:ext cx="4257040" cy="14297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Developers integrate code frequently (often daily or multiple times a day).</a:t>
          </a:r>
          <a:endParaRPr lang="en-IN" sz="2600" kern="1200"/>
        </a:p>
      </dsp:txBody>
      <dsp:txXfrm>
        <a:off x="69794" y="117259"/>
        <a:ext cx="4117452" cy="1290152"/>
      </dsp:txXfrm>
    </dsp:sp>
    <dsp:sp modelId="{9C0B131E-29B5-1B42-8103-021FF4A0E9F7}">
      <dsp:nvSpPr>
        <dsp:cNvPr id="0" name=""/>
        <dsp:cNvSpPr/>
      </dsp:nvSpPr>
      <dsp:spPr>
        <a:xfrm>
          <a:off x="0" y="1552085"/>
          <a:ext cx="4257040" cy="14297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Each integration is verified by an automated build and test suite.</a:t>
          </a:r>
          <a:endParaRPr lang="en-IN" sz="2600" kern="1200"/>
        </a:p>
      </dsp:txBody>
      <dsp:txXfrm>
        <a:off x="69794" y="1621879"/>
        <a:ext cx="4117452" cy="1290152"/>
      </dsp:txXfrm>
    </dsp:sp>
    <dsp:sp modelId="{51FFEA49-2320-F548-B4EB-728FFE5216AA}">
      <dsp:nvSpPr>
        <dsp:cNvPr id="0" name=""/>
        <dsp:cNvSpPr/>
      </dsp:nvSpPr>
      <dsp:spPr>
        <a:xfrm>
          <a:off x="0" y="3056706"/>
          <a:ext cx="4257040" cy="14297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Detects integration issues early, reducing debugging time.</a:t>
          </a:r>
          <a:endParaRPr lang="en-IN" sz="2600" kern="1200" dirty="0"/>
        </a:p>
      </dsp:txBody>
      <dsp:txXfrm>
        <a:off x="69794" y="3126500"/>
        <a:ext cx="4117452" cy="129015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BF8C41-D141-7444-9443-9416C6217C76}">
      <dsp:nvSpPr>
        <dsp:cNvPr id="0" name=""/>
        <dsp:cNvSpPr/>
      </dsp:nvSpPr>
      <dsp:spPr>
        <a:xfrm rot="5400000">
          <a:off x="5451817" y="-2330638"/>
          <a:ext cx="599516" cy="541324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i="0" kern="1200" dirty="0"/>
            <a:t>Use Kanban boards to make all tasks and their status visible (like </a:t>
          </a:r>
          <a:r>
            <a:rPr lang="en-US" sz="1700" b="0" i="0" kern="1200" dirty="0"/>
            <a:t>“To Do,” “In Progress,” and “Done”).</a:t>
          </a:r>
          <a:endParaRPr lang="en-IN" sz="1700" kern="1200" dirty="0"/>
        </a:p>
      </dsp:txBody>
      <dsp:txXfrm rot="-5400000">
        <a:off x="3044951" y="105494"/>
        <a:ext cx="5383982" cy="540984"/>
      </dsp:txXfrm>
    </dsp:sp>
    <dsp:sp modelId="{2F72A204-4632-0240-A7B4-51220381C176}">
      <dsp:nvSpPr>
        <dsp:cNvPr id="0" name=""/>
        <dsp:cNvSpPr/>
      </dsp:nvSpPr>
      <dsp:spPr>
        <a:xfrm>
          <a:off x="0" y="1287"/>
          <a:ext cx="3044952" cy="74939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/>
            <a:t>Visualize the work</a:t>
          </a:r>
          <a:endParaRPr lang="en-IN" sz="2100" kern="1200"/>
        </a:p>
      </dsp:txBody>
      <dsp:txXfrm>
        <a:off x="36582" y="37869"/>
        <a:ext cx="2971788" cy="676232"/>
      </dsp:txXfrm>
    </dsp:sp>
    <dsp:sp modelId="{0854BF07-8305-43A0-97FB-73FF12796DD6}">
      <dsp:nvSpPr>
        <dsp:cNvPr id="0" name=""/>
        <dsp:cNvSpPr/>
      </dsp:nvSpPr>
      <dsp:spPr>
        <a:xfrm rot="5400000">
          <a:off x="5451817" y="-1543772"/>
          <a:ext cx="599516" cy="5413248"/>
        </a:xfrm>
        <a:prstGeom prst="round2SameRect">
          <a:avLst/>
        </a:prstGeom>
        <a:solidFill>
          <a:schemeClr val="accent4">
            <a:tint val="40000"/>
            <a:alpha val="90000"/>
            <a:hueOff val="-789142"/>
            <a:satOff val="4431"/>
            <a:lumOff val="282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789142"/>
              <a:satOff val="4431"/>
              <a:lumOff val="2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Remove non-value-adding activities like redundant code, delays, and unnecessary documentation</a:t>
          </a:r>
          <a:endParaRPr lang="en-IN" sz="1700" kern="1200" dirty="0"/>
        </a:p>
      </dsp:txBody>
      <dsp:txXfrm rot="-5400000">
        <a:off x="3044951" y="892360"/>
        <a:ext cx="5383982" cy="540984"/>
      </dsp:txXfrm>
    </dsp:sp>
    <dsp:sp modelId="{7401C5BE-9E06-B140-86F6-6CCC4C04352F}">
      <dsp:nvSpPr>
        <dsp:cNvPr id="0" name=""/>
        <dsp:cNvSpPr/>
      </dsp:nvSpPr>
      <dsp:spPr>
        <a:xfrm>
          <a:off x="0" y="788153"/>
          <a:ext cx="3044952" cy="749396"/>
        </a:xfrm>
        <a:prstGeom prst="roundRect">
          <a:avLst/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Eliminate Waste</a:t>
          </a:r>
        </a:p>
      </dsp:txBody>
      <dsp:txXfrm>
        <a:off x="36582" y="824735"/>
        <a:ext cx="2971788" cy="676232"/>
      </dsp:txXfrm>
    </dsp:sp>
    <dsp:sp modelId="{E192FF0A-0BBD-4C58-BBC3-6BCFD435D180}">
      <dsp:nvSpPr>
        <dsp:cNvPr id="0" name=""/>
        <dsp:cNvSpPr/>
      </dsp:nvSpPr>
      <dsp:spPr>
        <a:xfrm rot="5400000">
          <a:off x="5451817" y="-756906"/>
          <a:ext cx="599516" cy="5413248"/>
        </a:xfrm>
        <a:prstGeom prst="round2SameRect">
          <a:avLst/>
        </a:prstGeom>
        <a:solidFill>
          <a:schemeClr val="accent4">
            <a:tint val="40000"/>
            <a:alpha val="90000"/>
            <a:hueOff val="-1578284"/>
            <a:satOff val="8863"/>
            <a:lumOff val="563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1578284"/>
              <a:satOff val="8863"/>
              <a:lumOff val="5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Integrate testing and validation </a:t>
          </a:r>
          <a:r>
            <a:rPr lang="en-IN" sz="1700" kern="1200" dirty="0" err="1"/>
            <a:t>throught</a:t>
          </a:r>
          <a:r>
            <a:rPr lang="en-IN" sz="1700" kern="1200" dirty="0"/>
            <a:t> development to prevent defects early.</a:t>
          </a:r>
        </a:p>
      </dsp:txBody>
      <dsp:txXfrm rot="-5400000">
        <a:off x="3044951" y="1679226"/>
        <a:ext cx="5383982" cy="540984"/>
      </dsp:txXfrm>
    </dsp:sp>
    <dsp:sp modelId="{3FCD9039-A226-4D12-9A1A-F23B8F37A617}">
      <dsp:nvSpPr>
        <dsp:cNvPr id="0" name=""/>
        <dsp:cNvSpPr/>
      </dsp:nvSpPr>
      <dsp:spPr>
        <a:xfrm>
          <a:off x="0" y="1575018"/>
          <a:ext cx="3044952" cy="749396"/>
        </a:xfrm>
        <a:prstGeom prst="roundRect">
          <a:avLst/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Build Quality In</a:t>
          </a:r>
        </a:p>
      </dsp:txBody>
      <dsp:txXfrm>
        <a:off x="36582" y="1611600"/>
        <a:ext cx="2971788" cy="676232"/>
      </dsp:txXfrm>
    </dsp:sp>
    <dsp:sp modelId="{18D9BDB1-7396-4EAF-B680-DDDCBA2B4227}">
      <dsp:nvSpPr>
        <dsp:cNvPr id="0" name=""/>
        <dsp:cNvSpPr/>
      </dsp:nvSpPr>
      <dsp:spPr>
        <a:xfrm rot="5400000">
          <a:off x="5451817" y="29958"/>
          <a:ext cx="599516" cy="5413248"/>
        </a:xfrm>
        <a:prstGeom prst="round2SameRect">
          <a:avLst/>
        </a:prstGeom>
        <a:solidFill>
          <a:schemeClr val="accent4">
            <a:tint val="40000"/>
            <a:alpha val="90000"/>
            <a:hueOff val="-2367426"/>
            <a:satOff val="13294"/>
            <a:lumOff val="845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2367426"/>
              <a:satOff val="13294"/>
              <a:lumOff val="8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i="0" kern="1200"/>
            <a:t>Set WIP limits to avoid overload and encourage focus</a:t>
          </a:r>
          <a:endParaRPr lang="en-IN" sz="1700" kern="1200"/>
        </a:p>
      </dsp:txBody>
      <dsp:txXfrm rot="-5400000">
        <a:off x="3044951" y="2466090"/>
        <a:ext cx="5383982" cy="540984"/>
      </dsp:txXfrm>
    </dsp:sp>
    <dsp:sp modelId="{15FA1CB9-ECA9-4562-B8B4-D86336D6CC17}">
      <dsp:nvSpPr>
        <dsp:cNvPr id="0" name=""/>
        <dsp:cNvSpPr/>
      </dsp:nvSpPr>
      <dsp:spPr>
        <a:xfrm>
          <a:off x="0" y="2361884"/>
          <a:ext cx="3044952" cy="749396"/>
        </a:xfrm>
        <a:prstGeom prst="roundRect">
          <a:avLst/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/>
            <a:t>Limit work in progress (WIP)</a:t>
          </a:r>
          <a:endParaRPr lang="en-IN" sz="2100" kern="1200" dirty="0"/>
        </a:p>
      </dsp:txBody>
      <dsp:txXfrm>
        <a:off x="36582" y="2398466"/>
        <a:ext cx="2971788" cy="676232"/>
      </dsp:txXfrm>
    </dsp:sp>
    <dsp:sp modelId="{6D00195F-8E29-B544-9E14-EDA94581B2DB}">
      <dsp:nvSpPr>
        <dsp:cNvPr id="0" name=""/>
        <dsp:cNvSpPr/>
      </dsp:nvSpPr>
      <dsp:spPr>
        <a:xfrm rot="5400000">
          <a:off x="5451817" y="816824"/>
          <a:ext cx="599516" cy="5413248"/>
        </a:xfrm>
        <a:prstGeom prst="round2SameRect">
          <a:avLst/>
        </a:prstGeom>
        <a:solidFill>
          <a:schemeClr val="accent4">
            <a:tint val="40000"/>
            <a:alpha val="90000"/>
            <a:hueOff val="-3156568"/>
            <a:satOff val="17726"/>
            <a:lumOff val="1126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156568"/>
              <a:satOff val="17726"/>
              <a:lumOff val="11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0" i="0" kern="1200" dirty="0"/>
            <a:t>Track and optimize the flow of work to ensure smooth delivery and identify bottlenecks</a:t>
          </a:r>
          <a:endParaRPr lang="en-IN" sz="1700" kern="1200" dirty="0"/>
        </a:p>
      </dsp:txBody>
      <dsp:txXfrm rot="-5400000">
        <a:off x="3044951" y="3252956"/>
        <a:ext cx="5383982" cy="540984"/>
      </dsp:txXfrm>
    </dsp:sp>
    <dsp:sp modelId="{7430B761-B3EF-AA45-A5C1-5EBAD44F0DE5}">
      <dsp:nvSpPr>
        <dsp:cNvPr id="0" name=""/>
        <dsp:cNvSpPr/>
      </dsp:nvSpPr>
      <dsp:spPr>
        <a:xfrm>
          <a:off x="0" y="3148750"/>
          <a:ext cx="3044952" cy="749396"/>
        </a:xfrm>
        <a:prstGeom prst="roundRect">
          <a:avLst/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kern="1200"/>
            <a:t>Manage flow</a:t>
          </a:r>
          <a:endParaRPr lang="en-IN" sz="2100" kern="1200"/>
        </a:p>
      </dsp:txBody>
      <dsp:txXfrm>
        <a:off x="36582" y="3185332"/>
        <a:ext cx="2971788" cy="676232"/>
      </dsp:txXfrm>
    </dsp:sp>
    <dsp:sp modelId="{C3FE2032-BAFE-41AC-A562-24D8A80E8FFC}">
      <dsp:nvSpPr>
        <dsp:cNvPr id="0" name=""/>
        <dsp:cNvSpPr/>
      </dsp:nvSpPr>
      <dsp:spPr>
        <a:xfrm rot="5400000">
          <a:off x="5451817" y="1603690"/>
          <a:ext cx="599516" cy="5413248"/>
        </a:xfrm>
        <a:prstGeom prst="round2SameRect">
          <a:avLst/>
        </a:prstGeom>
        <a:solidFill>
          <a:schemeClr val="accent4">
            <a:tint val="40000"/>
            <a:alpha val="90000"/>
            <a:hueOff val="-3945710"/>
            <a:satOff val="22157"/>
            <a:lumOff val="1408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-3945710"/>
              <a:satOff val="22157"/>
              <a:lumOff val="14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Have regular reviews and retrospectives to assess performance and adjust processes</a:t>
          </a:r>
          <a:endParaRPr lang="en-IN" sz="1700" kern="1200" dirty="0"/>
        </a:p>
      </dsp:txBody>
      <dsp:txXfrm rot="-5400000">
        <a:off x="3044951" y="4039822"/>
        <a:ext cx="5383982" cy="540984"/>
      </dsp:txXfrm>
    </dsp:sp>
    <dsp:sp modelId="{39395329-5748-475B-B46A-4B685439F00B}">
      <dsp:nvSpPr>
        <dsp:cNvPr id="0" name=""/>
        <dsp:cNvSpPr/>
      </dsp:nvSpPr>
      <dsp:spPr>
        <a:xfrm>
          <a:off x="0" y="3935616"/>
          <a:ext cx="3044952" cy="749396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Implement Feedback Loops</a:t>
          </a:r>
        </a:p>
      </dsp:txBody>
      <dsp:txXfrm>
        <a:off x="36582" y="3972198"/>
        <a:ext cx="2971788" cy="6762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682E2-956D-4459-9888-8C3C58E515F9}">
      <dsp:nvSpPr>
        <dsp:cNvPr id="0" name=""/>
        <dsp:cNvSpPr/>
      </dsp:nvSpPr>
      <dsp:spPr>
        <a:xfrm rot="5400000">
          <a:off x="5391408" y="-2254354"/>
          <a:ext cx="720335" cy="541324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Scrum is built on transparency, inspection and adaption </a:t>
          </a:r>
        </a:p>
      </dsp:txBody>
      <dsp:txXfrm rot="-5400000">
        <a:off x="3044952" y="127266"/>
        <a:ext cx="5378084" cy="650007"/>
      </dsp:txXfrm>
    </dsp:sp>
    <dsp:sp modelId="{5AB1572D-0E80-0744-8C54-026754B3B290}">
      <dsp:nvSpPr>
        <dsp:cNvPr id="0" name=""/>
        <dsp:cNvSpPr/>
      </dsp:nvSpPr>
      <dsp:spPr>
        <a:xfrm>
          <a:off x="0" y="2059"/>
          <a:ext cx="3044952" cy="900419"/>
        </a:xfrm>
        <a:prstGeom prst="round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Empiricism</a:t>
          </a:r>
        </a:p>
      </dsp:txBody>
      <dsp:txXfrm>
        <a:off x="43955" y="46014"/>
        <a:ext cx="2957042" cy="812509"/>
      </dsp:txXfrm>
    </dsp:sp>
    <dsp:sp modelId="{D55ED231-4AA4-4D1B-BAE1-3EBE524ACD85}">
      <dsp:nvSpPr>
        <dsp:cNvPr id="0" name=""/>
        <dsp:cNvSpPr/>
      </dsp:nvSpPr>
      <dsp:spPr>
        <a:xfrm rot="5400000">
          <a:off x="5391408" y="-1308914"/>
          <a:ext cx="720335" cy="541324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i="0" kern="1200"/>
            <a:t>Prioritize and rank user stories aggressively during Sprint Planning</a:t>
          </a:r>
          <a:endParaRPr lang="en-IN" sz="2000" kern="1200"/>
        </a:p>
      </dsp:txBody>
      <dsp:txXfrm rot="-5400000">
        <a:off x="3044952" y="1072706"/>
        <a:ext cx="5378084" cy="650007"/>
      </dsp:txXfrm>
    </dsp:sp>
    <dsp:sp modelId="{0CBAAF98-E610-4921-A9BA-EC24C7054BAF}">
      <dsp:nvSpPr>
        <dsp:cNvPr id="0" name=""/>
        <dsp:cNvSpPr/>
      </dsp:nvSpPr>
      <dsp:spPr>
        <a:xfrm>
          <a:off x="0" y="947499"/>
          <a:ext cx="3044952" cy="9004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/>
            <a:t>Just-enough planning</a:t>
          </a:r>
          <a:endParaRPr lang="en-IN" sz="2500" kern="1200"/>
        </a:p>
      </dsp:txBody>
      <dsp:txXfrm>
        <a:off x="43955" y="991454"/>
        <a:ext cx="2957042" cy="812509"/>
      </dsp:txXfrm>
    </dsp:sp>
    <dsp:sp modelId="{1D16D37C-CB46-4CB0-972F-A3995292E21D}">
      <dsp:nvSpPr>
        <dsp:cNvPr id="0" name=""/>
        <dsp:cNvSpPr/>
      </dsp:nvSpPr>
      <dsp:spPr>
        <a:xfrm rot="5400000">
          <a:off x="5391408" y="-363473"/>
          <a:ext cx="720335" cy="541324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/>
            <a:t>Teams decide how best to accomplish their task</a:t>
          </a:r>
        </a:p>
      </dsp:txBody>
      <dsp:txXfrm rot="-5400000">
        <a:off x="3044952" y="2018147"/>
        <a:ext cx="5378084" cy="650007"/>
      </dsp:txXfrm>
    </dsp:sp>
    <dsp:sp modelId="{E82F50E3-0036-0C40-BE86-FCBA4A854A58}">
      <dsp:nvSpPr>
        <dsp:cNvPr id="0" name=""/>
        <dsp:cNvSpPr/>
      </dsp:nvSpPr>
      <dsp:spPr>
        <a:xfrm>
          <a:off x="0" y="1892940"/>
          <a:ext cx="3044952" cy="90041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Self-Management</a:t>
          </a:r>
        </a:p>
      </dsp:txBody>
      <dsp:txXfrm>
        <a:off x="43955" y="1936895"/>
        <a:ext cx="2957042" cy="812509"/>
      </dsp:txXfrm>
    </dsp:sp>
    <dsp:sp modelId="{4FF7EAAA-C1C7-4E1E-9FF4-245C857FEA64}">
      <dsp:nvSpPr>
        <dsp:cNvPr id="0" name=""/>
        <dsp:cNvSpPr/>
      </dsp:nvSpPr>
      <dsp:spPr>
        <a:xfrm rot="5400000">
          <a:off x="5391408" y="581966"/>
          <a:ext cx="720335" cy="5413248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i="0" kern="1200"/>
            <a:t>Develop in Sprints with transparent progress tracked on Scrum Boards</a:t>
          </a:r>
          <a:endParaRPr lang="en-IN" sz="2000" kern="1200"/>
        </a:p>
      </dsp:txBody>
      <dsp:txXfrm rot="-5400000">
        <a:off x="3044952" y="2963586"/>
        <a:ext cx="5378084" cy="650007"/>
      </dsp:txXfrm>
    </dsp:sp>
    <dsp:sp modelId="{A066F1D1-CFD1-4E0E-BB96-0BD54DD6AFBA}">
      <dsp:nvSpPr>
        <dsp:cNvPr id="0" name=""/>
        <dsp:cNvSpPr/>
      </dsp:nvSpPr>
      <dsp:spPr>
        <a:xfrm>
          <a:off x="0" y="2838380"/>
          <a:ext cx="3044952" cy="9004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/>
            <a:t>Short, time-boxed iterations</a:t>
          </a:r>
          <a:endParaRPr lang="en-IN" sz="2500" kern="1200" dirty="0"/>
        </a:p>
      </dsp:txBody>
      <dsp:txXfrm>
        <a:off x="43955" y="2882335"/>
        <a:ext cx="2957042" cy="812509"/>
      </dsp:txXfrm>
    </dsp:sp>
    <dsp:sp modelId="{B34BCAB7-3A00-324B-BD73-ED43337A4F2A}">
      <dsp:nvSpPr>
        <dsp:cNvPr id="0" name=""/>
        <dsp:cNvSpPr/>
      </dsp:nvSpPr>
      <dsp:spPr>
        <a:xfrm rot="5400000">
          <a:off x="5391408" y="1527406"/>
          <a:ext cx="720335" cy="5413248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b="0" i="0" kern="1200"/>
            <a:t>Use Sprint Reviews and Retrospectives to adapt and improve every cycle</a:t>
          </a:r>
          <a:endParaRPr lang="en-IN" sz="2000" kern="1200"/>
        </a:p>
      </dsp:txBody>
      <dsp:txXfrm rot="-5400000">
        <a:off x="3044952" y="3909026"/>
        <a:ext cx="5378084" cy="650007"/>
      </dsp:txXfrm>
    </dsp:sp>
    <dsp:sp modelId="{6659568D-CC7C-6245-8E50-7B0F6C7AE7DE}">
      <dsp:nvSpPr>
        <dsp:cNvPr id="0" name=""/>
        <dsp:cNvSpPr/>
      </dsp:nvSpPr>
      <dsp:spPr>
        <a:xfrm>
          <a:off x="0" y="3783821"/>
          <a:ext cx="3044952" cy="90041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0" i="0" kern="1200"/>
            <a:t>Continuous improvement</a:t>
          </a:r>
          <a:endParaRPr lang="en-IN" sz="2500" kern="1200"/>
        </a:p>
      </dsp:txBody>
      <dsp:txXfrm>
        <a:off x="43955" y="3827776"/>
        <a:ext cx="2957042" cy="81250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5E3F0-A8F5-0549-9632-CEA7C641FB70}">
      <dsp:nvSpPr>
        <dsp:cNvPr id="0" name=""/>
        <dsp:cNvSpPr/>
      </dsp:nvSpPr>
      <dsp:spPr>
        <a:xfrm>
          <a:off x="2643" y="323820"/>
          <a:ext cx="2577107" cy="7776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Roles</a:t>
          </a:r>
          <a:endParaRPr lang="en-IN" sz="2700" kern="1200" dirty="0"/>
        </a:p>
      </dsp:txBody>
      <dsp:txXfrm>
        <a:off x="2643" y="323820"/>
        <a:ext cx="2577107" cy="777600"/>
      </dsp:txXfrm>
    </dsp:sp>
    <dsp:sp modelId="{4C94C04D-F67D-0F46-96F6-940CB5D298CD}">
      <dsp:nvSpPr>
        <dsp:cNvPr id="0" name=""/>
        <dsp:cNvSpPr/>
      </dsp:nvSpPr>
      <dsp:spPr>
        <a:xfrm>
          <a:off x="2643" y="1101420"/>
          <a:ext cx="2577107" cy="326105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dirty="0"/>
            <a:t>Product Owner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dirty="0"/>
            <a:t>Scrum Master</a:t>
          </a:r>
          <a:endParaRPr lang="en-IN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dirty="0"/>
            <a:t>Development Team</a:t>
          </a:r>
          <a:endParaRPr lang="en-IN" sz="2700" kern="1200" dirty="0"/>
        </a:p>
      </dsp:txBody>
      <dsp:txXfrm>
        <a:off x="2643" y="1101420"/>
        <a:ext cx="2577107" cy="3261059"/>
      </dsp:txXfrm>
    </dsp:sp>
    <dsp:sp modelId="{34A9EA46-A9B9-9841-9996-8FBFC1D6A398}">
      <dsp:nvSpPr>
        <dsp:cNvPr id="0" name=""/>
        <dsp:cNvSpPr/>
      </dsp:nvSpPr>
      <dsp:spPr>
        <a:xfrm>
          <a:off x="2940546" y="323820"/>
          <a:ext cx="2577107" cy="777600"/>
        </a:xfrm>
        <a:prstGeom prst="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Artefacts</a:t>
          </a:r>
          <a:endParaRPr lang="en-IN" sz="2700" kern="1200" dirty="0"/>
        </a:p>
      </dsp:txBody>
      <dsp:txXfrm>
        <a:off x="2940546" y="323820"/>
        <a:ext cx="2577107" cy="777600"/>
      </dsp:txXfrm>
    </dsp:sp>
    <dsp:sp modelId="{59126F65-72AD-7444-B006-1027891342B1}">
      <dsp:nvSpPr>
        <dsp:cNvPr id="0" name=""/>
        <dsp:cNvSpPr/>
      </dsp:nvSpPr>
      <dsp:spPr>
        <a:xfrm>
          <a:off x="2940546" y="1101420"/>
          <a:ext cx="2577107" cy="3261059"/>
        </a:xfrm>
        <a:prstGeom prst="rect">
          <a:avLst/>
        </a:prstGeom>
        <a:solidFill>
          <a:schemeClr val="accent3">
            <a:tint val="40000"/>
            <a:alpha val="90000"/>
            <a:hueOff val="5358427"/>
            <a:satOff val="-6896"/>
            <a:lumOff val="-537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5358427"/>
              <a:satOff val="-6896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/>
            <a:t>Product backlog</a:t>
          </a:r>
          <a:endParaRPr lang="en-IN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/>
            <a:t>Sprint backlog</a:t>
          </a:r>
          <a:endParaRPr lang="en-IN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dirty="0"/>
            <a:t>Product increment</a:t>
          </a:r>
          <a:endParaRPr lang="en-IN" sz="2700" kern="1200" dirty="0"/>
        </a:p>
      </dsp:txBody>
      <dsp:txXfrm>
        <a:off x="2940546" y="1101420"/>
        <a:ext cx="2577107" cy="3261059"/>
      </dsp:txXfrm>
    </dsp:sp>
    <dsp:sp modelId="{CEC9CB6A-C6E2-634B-BF4F-6EC6D40D5C05}">
      <dsp:nvSpPr>
        <dsp:cNvPr id="0" name=""/>
        <dsp:cNvSpPr/>
      </dsp:nvSpPr>
      <dsp:spPr>
        <a:xfrm>
          <a:off x="5878448" y="323820"/>
          <a:ext cx="2577107" cy="777600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Events</a:t>
          </a:r>
          <a:endParaRPr lang="en-IN" sz="2700" kern="1200"/>
        </a:p>
      </dsp:txBody>
      <dsp:txXfrm>
        <a:off x="5878448" y="323820"/>
        <a:ext cx="2577107" cy="777600"/>
      </dsp:txXfrm>
    </dsp:sp>
    <dsp:sp modelId="{85E07F67-3C27-BC45-9B62-9C590B5E4F92}">
      <dsp:nvSpPr>
        <dsp:cNvPr id="0" name=""/>
        <dsp:cNvSpPr/>
      </dsp:nvSpPr>
      <dsp:spPr>
        <a:xfrm>
          <a:off x="5878448" y="1101420"/>
          <a:ext cx="2577107" cy="3261059"/>
        </a:xfrm>
        <a:prstGeom prst="rect">
          <a:avLst/>
        </a:prstGeom>
        <a:solidFill>
          <a:schemeClr val="accent3">
            <a:tint val="40000"/>
            <a:alpha val="90000"/>
            <a:hueOff val="10716854"/>
            <a:satOff val="-13793"/>
            <a:lumOff val="-1075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/>
            <a:t>Sprint</a:t>
          </a:r>
          <a:endParaRPr lang="en-IN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/>
            <a:t>Sprint planning</a:t>
          </a:r>
          <a:endParaRPr lang="en-IN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/>
            <a:t>Daily scrum</a:t>
          </a:r>
          <a:endParaRPr lang="en-IN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/>
            <a:t>Sprint review</a:t>
          </a:r>
          <a:endParaRPr lang="en-IN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/>
            <a:t>Sprint retrospective</a:t>
          </a:r>
          <a:endParaRPr lang="en-IN" sz="2700" kern="1200"/>
        </a:p>
      </dsp:txBody>
      <dsp:txXfrm>
        <a:off x="5878448" y="1101420"/>
        <a:ext cx="2577107" cy="326105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A84F9-CA64-4FB7-8502-C602C16A6724}">
      <dsp:nvSpPr>
        <dsp:cNvPr id="0" name=""/>
        <dsp:cNvSpPr/>
      </dsp:nvSpPr>
      <dsp:spPr>
        <a:xfrm>
          <a:off x="-158729" y="7428"/>
          <a:ext cx="8458200" cy="133464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3240A4-D6A3-4155-A64A-162A3119C76E}">
      <dsp:nvSpPr>
        <dsp:cNvPr id="0" name=""/>
        <dsp:cNvSpPr/>
      </dsp:nvSpPr>
      <dsp:spPr>
        <a:xfrm>
          <a:off x="245001" y="307723"/>
          <a:ext cx="734055" cy="7340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5BCED-BB91-45F7-8909-97300481B4BB}">
      <dsp:nvSpPr>
        <dsp:cNvPr id="0" name=""/>
        <dsp:cNvSpPr/>
      </dsp:nvSpPr>
      <dsp:spPr>
        <a:xfrm>
          <a:off x="1382787" y="7428"/>
          <a:ext cx="3806190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Product Owner</a:t>
          </a:r>
        </a:p>
      </dsp:txBody>
      <dsp:txXfrm>
        <a:off x="1382787" y="7428"/>
        <a:ext cx="3806190" cy="1334647"/>
      </dsp:txXfrm>
    </dsp:sp>
    <dsp:sp modelId="{B437C2E2-35A3-4608-A562-DE11B234F5CE}">
      <dsp:nvSpPr>
        <dsp:cNvPr id="0" name=""/>
        <dsp:cNvSpPr/>
      </dsp:nvSpPr>
      <dsp:spPr>
        <a:xfrm>
          <a:off x="4469068" y="7428"/>
          <a:ext cx="3748425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Owns the product backlog.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Prioritizes features based on business value and customer needs.</a:t>
          </a:r>
        </a:p>
      </dsp:txBody>
      <dsp:txXfrm>
        <a:off x="4469068" y="7428"/>
        <a:ext cx="3748425" cy="1334647"/>
      </dsp:txXfrm>
    </dsp:sp>
    <dsp:sp modelId="{EFE73C59-24E5-4631-849B-6BE26BA8621A}">
      <dsp:nvSpPr>
        <dsp:cNvPr id="0" name=""/>
        <dsp:cNvSpPr/>
      </dsp:nvSpPr>
      <dsp:spPr>
        <a:xfrm>
          <a:off x="-158729" y="1675736"/>
          <a:ext cx="8458200" cy="133464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A76F8-F95F-46E1-84E6-87726BF59B0A}">
      <dsp:nvSpPr>
        <dsp:cNvPr id="0" name=""/>
        <dsp:cNvSpPr/>
      </dsp:nvSpPr>
      <dsp:spPr>
        <a:xfrm>
          <a:off x="245001" y="1976032"/>
          <a:ext cx="734055" cy="7340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A660E5-7D1E-42B2-A3F6-3D18E1E4ED8C}">
      <dsp:nvSpPr>
        <dsp:cNvPr id="0" name=""/>
        <dsp:cNvSpPr/>
      </dsp:nvSpPr>
      <dsp:spPr>
        <a:xfrm>
          <a:off x="1382787" y="1675736"/>
          <a:ext cx="3806190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Scrum Master</a:t>
          </a:r>
        </a:p>
      </dsp:txBody>
      <dsp:txXfrm>
        <a:off x="1382787" y="1675736"/>
        <a:ext cx="3806190" cy="1334647"/>
      </dsp:txXfrm>
    </dsp:sp>
    <dsp:sp modelId="{7CF33A8A-B797-4C0F-9285-70873AD9CB4E}">
      <dsp:nvSpPr>
        <dsp:cNvPr id="0" name=""/>
        <dsp:cNvSpPr/>
      </dsp:nvSpPr>
      <dsp:spPr>
        <a:xfrm>
          <a:off x="4480908" y="1675736"/>
          <a:ext cx="3746871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Facilitates Scrum practices.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Removes impediments and shields the team from distractions.</a:t>
          </a:r>
        </a:p>
      </dsp:txBody>
      <dsp:txXfrm>
        <a:off x="4480908" y="1675736"/>
        <a:ext cx="3746871" cy="1334647"/>
      </dsp:txXfrm>
    </dsp:sp>
    <dsp:sp modelId="{1E675252-EB26-4A0F-9842-475A75CFA7DF}">
      <dsp:nvSpPr>
        <dsp:cNvPr id="0" name=""/>
        <dsp:cNvSpPr/>
      </dsp:nvSpPr>
      <dsp:spPr>
        <a:xfrm>
          <a:off x="-158729" y="3344045"/>
          <a:ext cx="8458200" cy="1334647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126FA-4CC2-400E-847F-86CDB455F3F8}">
      <dsp:nvSpPr>
        <dsp:cNvPr id="0" name=""/>
        <dsp:cNvSpPr/>
      </dsp:nvSpPr>
      <dsp:spPr>
        <a:xfrm>
          <a:off x="245001" y="3644341"/>
          <a:ext cx="734055" cy="7340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14608-3355-4355-8D12-A80B83879A66}">
      <dsp:nvSpPr>
        <dsp:cNvPr id="0" name=""/>
        <dsp:cNvSpPr/>
      </dsp:nvSpPr>
      <dsp:spPr>
        <a:xfrm>
          <a:off x="1382787" y="3344045"/>
          <a:ext cx="3806190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Developers</a:t>
          </a:r>
        </a:p>
      </dsp:txBody>
      <dsp:txXfrm>
        <a:off x="1382787" y="3344045"/>
        <a:ext cx="3806190" cy="1334647"/>
      </dsp:txXfrm>
    </dsp:sp>
    <dsp:sp modelId="{DD0F994D-4F6D-45BF-A202-C4BA603AAB50}">
      <dsp:nvSpPr>
        <dsp:cNvPr id="0" name=""/>
        <dsp:cNvSpPr/>
      </dsp:nvSpPr>
      <dsp:spPr>
        <a:xfrm>
          <a:off x="4633221" y="3344045"/>
          <a:ext cx="3594636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Cross-functional team members who build the product.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Responsible for delivering a usable increment each sprint</a:t>
          </a:r>
        </a:p>
      </dsp:txBody>
      <dsp:txXfrm>
        <a:off x="4633221" y="3344045"/>
        <a:ext cx="3594636" cy="133464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B7E8C-E803-4CE5-A50E-FEED63873749}">
      <dsp:nvSpPr>
        <dsp:cNvPr id="0" name=""/>
        <dsp:cNvSpPr/>
      </dsp:nvSpPr>
      <dsp:spPr>
        <a:xfrm>
          <a:off x="-172130" y="37244"/>
          <a:ext cx="8458200" cy="133464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76E647-13E8-4D2F-8C49-04C6E17345E3}">
      <dsp:nvSpPr>
        <dsp:cNvPr id="0" name=""/>
        <dsp:cNvSpPr/>
      </dsp:nvSpPr>
      <dsp:spPr>
        <a:xfrm>
          <a:off x="231600" y="307723"/>
          <a:ext cx="734055" cy="7340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59783-9E41-456A-8B5F-E69099BE412C}">
      <dsp:nvSpPr>
        <dsp:cNvPr id="0" name=""/>
        <dsp:cNvSpPr/>
      </dsp:nvSpPr>
      <dsp:spPr>
        <a:xfrm>
          <a:off x="1369386" y="7428"/>
          <a:ext cx="3806190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Product Backlog</a:t>
          </a:r>
        </a:p>
      </dsp:txBody>
      <dsp:txXfrm>
        <a:off x="1369386" y="7428"/>
        <a:ext cx="3806190" cy="1334647"/>
      </dsp:txXfrm>
    </dsp:sp>
    <dsp:sp modelId="{9D1BC7D5-ECC5-4A9B-B3EF-A10E76818C8B}">
      <dsp:nvSpPr>
        <dsp:cNvPr id="0" name=""/>
        <dsp:cNvSpPr/>
      </dsp:nvSpPr>
      <dsp:spPr>
        <a:xfrm>
          <a:off x="4437007" y="30477"/>
          <a:ext cx="3748394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Ordered list of everything needed in the product.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Continuously refined by the Product Owner.</a:t>
          </a:r>
        </a:p>
      </dsp:txBody>
      <dsp:txXfrm>
        <a:off x="4437007" y="30477"/>
        <a:ext cx="3748394" cy="1334647"/>
      </dsp:txXfrm>
    </dsp:sp>
    <dsp:sp modelId="{320A0439-16B2-4471-B2F7-04DE1B2556CB}">
      <dsp:nvSpPr>
        <dsp:cNvPr id="0" name=""/>
        <dsp:cNvSpPr/>
      </dsp:nvSpPr>
      <dsp:spPr>
        <a:xfrm>
          <a:off x="-172130" y="1675736"/>
          <a:ext cx="8458200" cy="133464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F4A9B-3EEC-4267-A458-973B7332D72F}">
      <dsp:nvSpPr>
        <dsp:cNvPr id="0" name=""/>
        <dsp:cNvSpPr/>
      </dsp:nvSpPr>
      <dsp:spPr>
        <a:xfrm>
          <a:off x="231600" y="1976032"/>
          <a:ext cx="734055" cy="7340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5C1FE-DB80-4039-AEB5-9B5FA333622C}">
      <dsp:nvSpPr>
        <dsp:cNvPr id="0" name=""/>
        <dsp:cNvSpPr/>
      </dsp:nvSpPr>
      <dsp:spPr>
        <a:xfrm>
          <a:off x="1369386" y="1675736"/>
          <a:ext cx="3806190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Sprint Backlog</a:t>
          </a:r>
        </a:p>
      </dsp:txBody>
      <dsp:txXfrm>
        <a:off x="1369386" y="1675736"/>
        <a:ext cx="3806190" cy="1334647"/>
      </dsp:txXfrm>
    </dsp:sp>
    <dsp:sp modelId="{92FB7E25-6ACD-4775-935A-FAA30C4C33D3}">
      <dsp:nvSpPr>
        <dsp:cNvPr id="0" name=""/>
        <dsp:cNvSpPr/>
      </dsp:nvSpPr>
      <dsp:spPr>
        <a:xfrm>
          <a:off x="4462519" y="1706887"/>
          <a:ext cx="3802029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Selected items from the product backlog for the current sprint.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Includes a plan for delivering the increment.</a:t>
          </a:r>
        </a:p>
      </dsp:txBody>
      <dsp:txXfrm>
        <a:off x="4462519" y="1706887"/>
        <a:ext cx="3802029" cy="1334647"/>
      </dsp:txXfrm>
    </dsp:sp>
    <dsp:sp modelId="{31CD7755-CC34-418E-B9CA-8440A0673B77}">
      <dsp:nvSpPr>
        <dsp:cNvPr id="0" name=""/>
        <dsp:cNvSpPr/>
      </dsp:nvSpPr>
      <dsp:spPr>
        <a:xfrm>
          <a:off x="-172130" y="3344045"/>
          <a:ext cx="8458200" cy="133464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C6FE2-F6A2-4E27-BA75-45281BBAD5F6}">
      <dsp:nvSpPr>
        <dsp:cNvPr id="0" name=""/>
        <dsp:cNvSpPr/>
      </dsp:nvSpPr>
      <dsp:spPr>
        <a:xfrm>
          <a:off x="231600" y="3644341"/>
          <a:ext cx="734055" cy="7340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2BA64-3267-47F3-B26E-998F4716B2E3}">
      <dsp:nvSpPr>
        <dsp:cNvPr id="0" name=""/>
        <dsp:cNvSpPr/>
      </dsp:nvSpPr>
      <dsp:spPr>
        <a:xfrm>
          <a:off x="1369386" y="3344045"/>
          <a:ext cx="3806190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Increment</a:t>
          </a:r>
        </a:p>
      </dsp:txBody>
      <dsp:txXfrm>
        <a:off x="1369386" y="3344045"/>
        <a:ext cx="3806190" cy="1334647"/>
      </dsp:txXfrm>
    </dsp:sp>
    <dsp:sp modelId="{CF3C50F5-62D6-4545-BDCF-17D0ECA3617C}">
      <dsp:nvSpPr>
        <dsp:cNvPr id="0" name=""/>
        <dsp:cNvSpPr/>
      </dsp:nvSpPr>
      <dsp:spPr>
        <a:xfrm>
          <a:off x="4528165" y="3344045"/>
          <a:ext cx="3701440" cy="13346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250" tIns="141250" rIns="141250" bIns="1412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sum of all completed product backlog items during a sprint.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Must be in usable condition and meet the Definition of Done.</a:t>
          </a:r>
        </a:p>
      </dsp:txBody>
      <dsp:txXfrm>
        <a:off x="4528165" y="3344045"/>
        <a:ext cx="3701440" cy="133464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D44AF-ADDE-F844-B38B-C307B992FD18}">
      <dsp:nvSpPr>
        <dsp:cNvPr id="0" name=""/>
        <dsp:cNvSpPr/>
      </dsp:nvSpPr>
      <dsp:spPr>
        <a:xfrm>
          <a:off x="0" y="13230"/>
          <a:ext cx="8458200" cy="228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The organization uses a mix of multiple agile methods, along with organization-specific tweaks - Scrum usually is the base process and many XP practices used during Sprints.</a:t>
          </a:r>
          <a:endParaRPr lang="en-IN" sz="3200" kern="1200" dirty="0"/>
        </a:p>
      </dsp:txBody>
      <dsp:txXfrm>
        <a:off x="111488" y="124718"/>
        <a:ext cx="8235224" cy="2060864"/>
      </dsp:txXfrm>
    </dsp:sp>
    <dsp:sp modelId="{4B6F283A-90A3-1E40-AA86-0E3A4FDFE680}">
      <dsp:nvSpPr>
        <dsp:cNvPr id="0" name=""/>
        <dsp:cNvSpPr/>
      </dsp:nvSpPr>
      <dsp:spPr>
        <a:xfrm>
          <a:off x="0" y="2389230"/>
          <a:ext cx="8458200" cy="2283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/>
            <a:t>In Agile, key is to break down large problems/solutions into smaller ones, iteratively. </a:t>
          </a:r>
          <a:endParaRPr lang="en-IN" sz="3200" kern="1200"/>
        </a:p>
      </dsp:txBody>
      <dsp:txXfrm>
        <a:off x="111488" y="2500718"/>
        <a:ext cx="8235224" cy="206086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EE86A-42BF-F947-A336-681C35893E74}">
      <dsp:nvSpPr>
        <dsp:cNvPr id="0" name=""/>
        <dsp:cNvSpPr/>
      </dsp:nvSpPr>
      <dsp:spPr>
        <a:xfrm>
          <a:off x="0" y="29520"/>
          <a:ext cx="8458200" cy="2254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b="0" i="0" kern="1200" dirty="0"/>
            <a:t>Read about </a:t>
          </a:r>
          <a:r>
            <a:rPr lang="en-US" sz="4100" b="0" i="0" kern="1200" dirty="0" err="1"/>
            <a:t>TechNova</a:t>
          </a:r>
          <a:r>
            <a:rPr lang="en-US" sz="4100" b="0" i="0" kern="1200" dirty="0"/>
            <a:t> and their experience with iterative development</a:t>
          </a:r>
          <a:endParaRPr lang="en-IN" sz="4100" kern="1200" dirty="0"/>
        </a:p>
      </dsp:txBody>
      <dsp:txXfrm>
        <a:off x="110060" y="139580"/>
        <a:ext cx="8238080" cy="2034470"/>
      </dsp:txXfrm>
    </dsp:sp>
    <dsp:sp modelId="{D70E359B-DBF1-E343-BBEB-E3E371366666}">
      <dsp:nvSpPr>
        <dsp:cNvPr id="0" name=""/>
        <dsp:cNvSpPr/>
      </dsp:nvSpPr>
      <dsp:spPr>
        <a:xfrm>
          <a:off x="0" y="2402190"/>
          <a:ext cx="8458200" cy="22545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100" kern="1200" dirty="0"/>
            <a:t>Team</a:t>
          </a:r>
          <a:r>
            <a:rPr lang="en-IN" sz="4100" kern="1200" baseline="0" dirty="0"/>
            <a:t> Alpha uses a long iteration (8 week) cycle, Team Beta uses a short iteration (1 week) cycle.</a:t>
          </a:r>
          <a:endParaRPr lang="en-IN" sz="4100" kern="1200" dirty="0"/>
        </a:p>
      </dsp:txBody>
      <dsp:txXfrm>
        <a:off x="110060" y="2512250"/>
        <a:ext cx="8238080" cy="203447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A4C9F-7728-45D3-B4D9-1372B78852B3}">
      <dsp:nvSpPr>
        <dsp:cNvPr id="0" name=""/>
        <dsp:cNvSpPr/>
      </dsp:nvSpPr>
      <dsp:spPr>
        <a:xfrm>
          <a:off x="0" y="3661"/>
          <a:ext cx="8458200" cy="7797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BD1F5-3547-4ED0-8D4D-D0AE55CC6F97}">
      <dsp:nvSpPr>
        <dsp:cNvPr id="0" name=""/>
        <dsp:cNvSpPr/>
      </dsp:nvSpPr>
      <dsp:spPr>
        <a:xfrm>
          <a:off x="235889" y="179115"/>
          <a:ext cx="428889" cy="4288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D37A7-A6E5-4C38-B567-F6056B6E244A}">
      <dsp:nvSpPr>
        <dsp:cNvPr id="0" name=""/>
        <dsp:cNvSpPr/>
      </dsp:nvSpPr>
      <dsp:spPr>
        <a:xfrm>
          <a:off x="900668" y="3661"/>
          <a:ext cx="7557531" cy="7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29" tIns="82529" rIns="82529" bIns="8252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(short cycle) Iterative development is the preferred development process for most software projects</a:t>
          </a:r>
        </a:p>
      </dsp:txBody>
      <dsp:txXfrm>
        <a:off x="900668" y="3661"/>
        <a:ext cx="7557531" cy="779799"/>
      </dsp:txXfrm>
    </dsp:sp>
    <dsp:sp modelId="{E630DBA8-79FE-4244-BFB6-B26130E880FC}">
      <dsp:nvSpPr>
        <dsp:cNvPr id="0" name=""/>
        <dsp:cNvSpPr/>
      </dsp:nvSpPr>
      <dsp:spPr>
        <a:xfrm>
          <a:off x="0" y="978410"/>
          <a:ext cx="8458200" cy="7797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54001-5B9E-465D-9784-D1B056C33F35}">
      <dsp:nvSpPr>
        <dsp:cNvPr id="0" name=""/>
        <dsp:cNvSpPr/>
      </dsp:nvSpPr>
      <dsp:spPr>
        <a:xfrm>
          <a:off x="235889" y="1153865"/>
          <a:ext cx="428889" cy="4288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AB375-096F-4D6C-A675-20A9EC56C33B}">
      <dsp:nvSpPr>
        <dsp:cNvPr id="0" name=""/>
        <dsp:cNvSpPr/>
      </dsp:nvSpPr>
      <dsp:spPr>
        <a:xfrm>
          <a:off x="900668" y="978410"/>
          <a:ext cx="7557531" cy="7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29" tIns="82529" rIns="82529" bIns="8252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Different Agile methods optimize for different properties (XP for development practices, Scrum and kanban for process management,).</a:t>
          </a:r>
          <a:endParaRPr lang="en-IN" sz="1900" kern="1200" dirty="0"/>
        </a:p>
      </dsp:txBody>
      <dsp:txXfrm>
        <a:off x="900668" y="978410"/>
        <a:ext cx="7557531" cy="779799"/>
      </dsp:txXfrm>
    </dsp:sp>
    <dsp:sp modelId="{851C527C-4ABE-42AB-9EDE-5782635DB0AB}">
      <dsp:nvSpPr>
        <dsp:cNvPr id="0" name=""/>
        <dsp:cNvSpPr/>
      </dsp:nvSpPr>
      <dsp:spPr>
        <a:xfrm>
          <a:off x="0" y="1953160"/>
          <a:ext cx="8458200" cy="7797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9696C7-1D55-4B04-8C42-402D241D0AF4}">
      <dsp:nvSpPr>
        <dsp:cNvPr id="0" name=""/>
        <dsp:cNvSpPr/>
      </dsp:nvSpPr>
      <dsp:spPr>
        <a:xfrm>
          <a:off x="235889" y="2128615"/>
          <a:ext cx="428889" cy="4288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656D8-35FB-4C88-99A1-166FF52002C2}">
      <dsp:nvSpPr>
        <dsp:cNvPr id="0" name=""/>
        <dsp:cNvSpPr/>
      </dsp:nvSpPr>
      <dsp:spPr>
        <a:xfrm>
          <a:off x="900668" y="1953160"/>
          <a:ext cx="7557531" cy="7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29" tIns="82529" rIns="82529" bIns="8252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Organizations use a mix of agile methods designed to suit their needs. </a:t>
          </a:r>
        </a:p>
      </dsp:txBody>
      <dsp:txXfrm>
        <a:off x="900668" y="1953160"/>
        <a:ext cx="7557531" cy="779799"/>
      </dsp:txXfrm>
    </dsp:sp>
    <dsp:sp modelId="{E258F2E4-32F0-4680-92E1-96930C9F9CFA}">
      <dsp:nvSpPr>
        <dsp:cNvPr id="0" name=""/>
        <dsp:cNvSpPr/>
      </dsp:nvSpPr>
      <dsp:spPr>
        <a:xfrm>
          <a:off x="0" y="2927910"/>
          <a:ext cx="8458200" cy="7797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3B4E2-160B-47AE-869A-4C3EAFC08207}">
      <dsp:nvSpPr>
        <dsp:cNvPr id="0" name=""/>
        <dsp:cNvSpPr/>
      </dsp:nvSpPr>
      <dsp:spPr>
        <a:xfrm>
          <a:off x="235889" y="3103365"/>
          <a:ext cx="428889" cy="4288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7C6BC-127E-43D6-9404-C70CCE99832C}">
      <dsp:nvSpPr>
        <dsp:cNvPr id="0" name=""/>
        <dsp:cNvSpPr/>
      </dsp:nvSpPr>
      <dsp:spPr>
        <a:xfrm>
          <a:off x="900668" y="2927910"/>
          <a:ext cx="7557531" cy="7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29" tIns="82529" rIns="82529" bIns="8252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TDD and CI/CD are key to successful agile teams</a:t>
          </a:r>
        </a:p>
      </dsp:txBody>
      <dsp:txXfrm>
        <a:off x="900668" y="2927910"/>
        <a:ext cx="7557531" cy="779799"/>
      </dsp:txXfrm>
    </dsp:sp>
    <dsp:sp modelId="{372F2049-7E00-404B-A697-CE97EF4303C6}">
      <dsp:nvSpPr>
        <dsp:cNvPr id="0" name=""/>
        <dsp:cNvSpPr/>
      </dsp:nvSpPr>
      <dsp:spPr>
        <a:xfrm>
          <a:off x="0" y="3902660"/>
          <a:ext cx="8458200" cy="77979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B3BD7-1526-4EF0-A1BD-029BB4D1F12E}">
      <dsp:nvSpPr>
        <dsp:cNvPr id="0" name=""/>
        <dsp:cNvSpPr/>
      </dsp:nvSpPr>
      <dsp:spPr>
        <a:xfrm>
          <a:off x="235889" y="4078115"/>
          <a:ext cx="428889" cy="4288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F3AEC-B33D-4942-A1B5-BB374ACC66C4}">
      <dsp:nvSpPr>
        <dsp:cNvPr id="0" name=""/>
        <dsp:cNvSpPr/>
      </dsp:nvSpPr>
      <dsp:spPr>
        <a:xfrm>
          <a:off x="900668" y="3902660"/>
          <a:ext cx="7557531" cy="779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29" tIns="82529" rIns="82529" bIns="8252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Decomposing the problems and solutions, and modelling at different levels of abstraction are very important steps for large software systems</a:t>
          </a:r>
        </a:p>
      </dsp:txBody>
      <dsp:txXfrm>
        <a:off x="900668" y="3902660"/>
        <a:ext cx="7557531" cy="779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6DF51-D80E-442B-8F06-8FF3B75AAC5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E79B-8415-4E63-928F-019FA4D209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2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554E17E-ACDA-4D33-BCAE-677FB616DBEF}" type="datetimeFigureOut">
              <a:rPr lang="en-IN" smtClean="0"/>
              <a:pPr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466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60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pPr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68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0" y="6581001"/>
            <a:ext cx="3733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fld id="{CA2CC26B-0CBF-4D7C-844A-850CC6FF3B0C}" type="slidenum">
              <a:rPr lang="en-US" sz="1200" b="1" smtClean="0">
                <a:latin typeface="Calibri" pitchFamily="34" charset="0"/>
                <a:cs typeface="Calibri" pitchFamily="34" charset="0"/>
              </a:rPr>
              <a:pPr algn="l"/>
              <a:t>‹#›</a:t>
            </a:fld>
            <a:r>
              <a:rPr lang="en-US" sz="1200" b="1" dirty="0">
                <a:latin typeface="Calibri" pitchFamily="34" charset="0"/>
                <a:cs typeface="Calibri" pitchFamily="34" charset="0"/>
              </a:rPr>
              <a:t>      </a:t>
            </a:r>
            <a:r>
              <a:rPr lang="en-US" sz="1200" b="1" baseline="0" dirty="0">
                <a:latin typeface="Calibri" pitchFamily="34" charset="0"/>
                <a:cs typeface="Calibri" pitchFamily="34" charset="0"/>
              </a:rPr>
              <a:t>SECL</a:t>
            </a:r>
            <a:r>
              <a:rPr lang="en-US" sz="1200" b="1" baseline="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ZG544-Agile Software Processes </a:t>
            </a:r>
            <a:endParaRPr lang="en-US" sz="1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 userDrawn="1"/>
        </p:nvSpPr>
        <p:spPr bwMode="auto">
          <a:xfrm>
            <a:off x="7467600" y="6581775"/>
            <a:ext cx="1295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latin typeface="Calibri" pitchFamily="34" charset="0"/>
              </a:rPr>
              <a:t>J A Gokhale</a:t>
            </a:r>
          </a:p>
        </p:txBody>
      </p:sp>
      <p:sp>
        <p:nvSpPr>
          <p:cNvPr id="29" name="Rectangle 28"/>
          <p:cNvSpPr>
            <a:spLocks noChangeArrowheads="1"/>
          </p:cNvSpPr>
          <p:nvPr userDrawn="1"/>
        </p:nvSpPr>
        <p:spPr bwMode="auto">
          <a:xfrm>
            <a:off x="4267200" y="6588125"/>
            <a:ext cx="1066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latin typeface="Calibri" pitchFamily="34" charset="0"/>
              </a:rPr>
              <a:t>Module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2BEC1-1046-3BFE-55B8-6DD2ACBB49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4800" y="1569719"/>
            <a:ext cx="8458200" cy="46861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0" y="6581001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fld id="{CA2CC26B-0CBF-4D7C-844A-850CC6FF3B0C}" type="slidenum">
              <a:rPr lang="en-US" sz="1200" smtClean="0"/>
              <a:pPr algn="l"/>
              <a:t>‹#›</a:t>
            </a:fld>
            <a:r>
              <a:rPr lang="en-US" sz="1200" dirty="0"/>
              <a:t>      </a:t>
            </a:r>
            <a:r>
              <a:rPr lang="en-US" sz="1200" b="1" baseline="0" dirty="0">
                <a:latin typeface="Calibri" pitchFamily="34" charset="0"/>
                <a:cs typeface="Calibri" pitchFamily="34" charset="0"/>
              </a:rPr>
              <a:t>BA </a:t>
            </a:r>
            <a:r>
              <a:rPr lang="en-US" sz="1200" b="1" baseline="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ZG544/ZG511-Agile Software Processes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12E38-C40C-D6E2-5C84-F90C5F95ACBF}"/>
              </a:ext>
            </a:extLst>
          </p:cNvPr>
          <p:cNvSpPr txBox="1"/>
          <p:nvPr userDrawn="1"/>
        </p:nvSpPr>
        <p:spPr>
          <a:xfrm>
            <a:off x="2281660" y="3270377"/>
            <a:ext cx="4574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747840-A424-A945-5A20-663337BCB0E4}"/>
              </a:ext>
            </a:extLst>
          </p:cNvPr>
          <p:cNvSpPr/>
          <p:nvPr userDrawn="1"/>
        </p:nvSpPr>
        <p:spPr>
          <a:xfrm>
            <a:off x="0" y="6581001"/>
            <a:ext cx="3733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fld id="{CA2CC26B-0CBF-4D7C-844A-850CC6FF3B0C}" type="slidenum">
              <a:rPr lang="en-US" sz="1200" b="1" smtClean="0">
                <a:latin typeface="Calibri" pitchFamily="34" charset="0"/>
                <a:cs typeface="Calibri" pitchFamily="34" charset="0"/>
              </a:rPr>
              <a:pPr algn="l"/>
              <a:t>‹#›</a:t>
            </a:fld>
            <a:r>
              <a:rPr lang="en-US" sz="1200" b="1" dirty="0">
                <a:latin typeface="Calibri" pitchFamily="34" charset="0"/>
                <a:cs typeface="Calibri" pitchFamily="34" charset="0"/>
              </a:rPr>
              <a:t>      </a:t>
            </a:r>
            <a:r>
              <a:rPr lang="en-US" sz="1200" b="1" baseline="0" dirty="0">
                <a:latin typeface="Calibri" pitchFamily="34" charset="0"/>
                <a:cs typeface="Calibri" pitchFamily="34" charset="0"/>
              </a:rPr>
              <a:t>BA </a:t>
            </a:r>
            <a:r>
              <a:rPr lang="en-US" sz="1200" b="1" baseline="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ZG544/ZG511-Agile Software Processes </a:t>
            </a:r>
            <a:endParaRPr lang="en-US" sz="1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4B268-622B-DCB3-BE6E-2E0AC95F2C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67600" y="6581775"/>
            <a:ext cx="1295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latin typeface="Calibri" pitchFamily="34" charset="0"/>
              </a:rPr>
              <a:t>J A Gokhale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812827-A0FE-2A91-BF42-7F3AF6A779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7200" y="6588125"/>
            <a:ext cx="1066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latin typeface="Calibri" pitchFamily="34" charset="0"/>
              </a:rPr>
              <a:t>Module 1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3D6F460-2E1F-FD04-B74B-30F959BA79E1}"/>
              </a:ext>
            </a:extLst>
          </p:cNvPr>
          <p:cNvSpPr/>
          <p:nvPr userDrawn="1"/>
        </p:nvSpPr>
        <p:spPr>
          <a:xfrm>
            <a:off x="152400" y="6581001"/>
            <a:ext cx="3733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fld id="{CA2CC26B-0CBF-4D7C-844A-850CC6FF3B0C}" type="slidenum">
              <a:rPr lang="en-US" sz="1200" b="1" smtClean="0">
                <a:latin typeface="Calibri" pitchFamily="34" charset="0"/>
                <a:cs typeface="Calibri" pitchFamily="34" charset="0"/>
              </a:rPr>
              <a:pPr algn="l"/>
              <a:t>‹#›</a:t>
            </a:fld>
            <a:r>
              <a:rPr lang="en-US" sz="1200" b="1" dirty="0">
                <a:latin typeface="Calibri" pitchFamily="34" charset="0"/>
                <a:cs typeface="Calibri" pitchFamily="34" charset="0"/>
              </a:rPr>
              <a:t>      </a:t>
            </a:r>
            <a:r>
              <a:rPr lang="en-US" sz="1200" b="1" baseline="0" dirty="0">
                <a:latin typeface="Calibri" pitchFamily="34" charset="0"/>
                <a:cs typeface="Calibri" pitchFamily="34" charset="0"/>
              </a:rPr>
              <a:t>BA </a:t>
            </a:r>
            <a:r>
              <a:rPr lang="en-US" sz="1200" b="1" baseline="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ZG544/ZG511-Agile Software Processes </a:t>
            </a:r>
            <a:endParaRPr lang="en-US" sz="1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89A273-359A-DC8D-90F0-1E912CC884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00" y="6553200"/>
            <a:ext cx="1295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latin typeface="Calibri" pitchFamily="34" charset="0"/>
              </a:rPr>
              <a:t>J A Gokhale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5C1950-834E-7E6C-B26D-E2830EE4997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9600" y="6553200"/>
            <a:ext cx="1066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latin typeface="Calibri" pitchFamily="34" charset="0"/>
              </a:rPr>
              <a:t>Module 1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6581001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fld id="{CA2CC26B-0CBF-4D7C-844A-850CC6FF3B0C}" type="slidenum">
              <a:rPr lang="en-US" sz="1200" smtClean="0"/>
              <a:pPr algn="l"/>
              <a:t>‹#›</a:t>
            </a:fld>
            <a:r>
              <a:rPr lang="en-US" sz="1200" dirty="0"/>
              <a:t>          </a:t>
            </a:r>
            <a:r>
              <a:rPr lang="en-US" sz="1200" baseline="0" dirty="0"/>
              <a:t>          BA ZC471-Management Information Systems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34D07CA-1E36-0B93-20EF-89EFD03356E3}"/>
              </a:ext>
            </a:extLst>
          </p:cNvPr>
          <p:cNvSpPr/>
          <p:nvPr userDrawn="1"/>
        </p:nvSpPr>
        <p:spPr>
          <a:xfrm>
            <a:off x="0" y="6581001"/>
            <a:ext cx="3733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fld id="{CA2CC26B-0CBF-4D7C-844A-850CC6FF3B0C}" type="slidenum">
              <a:rPr lang="en-US" sz="1200" b="1" smtClean="0">
                <a:latin typeface="Calibri" pitchFamily="34" charset="0"/>
                <a:cs typeface="Calibri" pitchFamily="34" charset="0"/>
              </a:rPr>
              <a:pPr algn="l"/>
              <a:t>‹#›</a:t>
            </a:fld>
            <a:r>
              <a:rPr lang="en-US" sz="1200" b="1" dirty="0">
                <a:latin typeface="Calibri" pitchFamily="34" charset="0"/>
                <a:cs typeface="Calibri" pitchFamily="34" charset="0"/>
              </a:rPr>
              <a:t>      </a:t>
            </a:r>
            <a:r>
              <a:rPr lang="en-US" sz="1200" b="1" baseline="0" dirty="0">
                <a:latin typeface="Calibri" pitchFamily="34" charset="0"/>
                <a:cs typeface="Calibri" pitchFamily="34" charset="0"/>
              </a:rPr>
              <a:t>BA </a:t>
            </a:r>
            <a:r>
              <a:rPr lang="en-US" sz="1200" b="1" baseline="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ZG544/ZG511-Agile Software Processes </a:t>
            </a:r>
            <a:endParaRPr lang="en-US" sz="1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6B789F-50B8-C36F-A350-ECC37EE700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67600" y="6581775"/>
            <a:ext cx="12954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latin typeface="Calibri" pitchFamily="34" charset="0"/>
              </a:rPr>
              <a:t>J A Gokhale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7AB65-F913-EE4F-A679-7082087C72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67200" y="6588125"/>
            <a:ext cx="1066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200" b="1" dirty="0">
                <a:latin typeface="Calibri" pitchFamily="34" charset="0"/>
              </a:rPr>
              <a:t>Module 1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89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62" r:id="rId9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45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46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ndycarmichael/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gif"/><Relationship Id="rId2" Type="http://schemas.openxmlformats.org/officeDocument/2006/relationships/image" Target="../media/image73.gi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09800" y="3810000"/>
            <a:ext cx="6324600" cy="1524000"/>
          </a:xfrm>
        </p:spPr>
        <p:txBody>
          <a:bodyPr/>
          <a:lstStyle/>
          <a:p>
            <a:r>
              <a:rPr lang="en-US" sz="4000" dirty="0"/>
              <a:t>SECLZG544 (S1-25)</a:t>
            </a:r>
            <a:br>
              <a:rPr lang="en-US" sz="4000" dirty="0"/>
            </a:br>
            <a:r>
              <a:rPr lang="en-US" sz="4000" dirty="0">
                <a:solidFill>
                  <a:srgbClr val="FFFF00"/>
                </a:solidFill>
              </a:rPr>
              <a:t>Agile Software Processes</a:t>
            </a:r>
            <a:br>
              <a:rPr lang="en-US" sz="4000" dirty="0">
                <a:solidFill>
                  <a:srgbClr val="FFFF00"/>
                </a:solidFill>
              </a:rPr>
            </a:br>
            <a:r>
              <a:rPr lang="en-US" sz="4000" dirty="0">
                <a:solidFill>
                  <a:srgbClr val="FFFF00"/>
                </a:solidFill>
              </a:rPr>
              <a:t>Contact Session: 02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/>
              <a:t>J A Gokhale</a:t>
            </a:r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F9A09E-AEDA-66AA-EF37-6F60DACEE3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4800" y="1493837"/>
            <a:ext cx="4191000" cy="4754563"/>
          </a:xfrm>
        </p:spPr>
        <p:txBody>
          <a:bodyPr>
            <a:normAutofit/>
          </a:bodyPr>
          <a:lstStyle/>
          <a:p>
            <a:r>
              <a:rPr lang="en-US" sz="2600" dirty="0"/>
              <a:t>A. Follow this link to join my WhatsApp group:</a:t>
            </a:r>
          </a:p>
          <a:p>
            <a:r>
              <a:rPr lang="en-US" sz="2600" dirty="0"/>
              <a:t>https://chat.whatsapp.com/Ia3Do0Bd258HLlCpqHL9bj</a:t>
            </a:r>
            <a:r>
              <a:rPr lang="en-US" sz="2600" dirty="0">
                <a:highlight>
                  <a:srgbClr val="FFFF00"/>
                </a:highlight>
              </a:rPr>
              <a:t> </a:t>
            </a:r>
          </a:p>
          <a:p>
            <a:r>
              <a:rPr lang="en-US" sz="2600" dirty="0"/>
              <a:t>B. Or scan the QR Code to join:</a:t>
            </a:r>
          </a:p>
          <a:p>
            <a:endParaRPr lang="en-US" sz="2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3DCDB-15D1-D2C5-7785-D424EEC3C9A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You can join my unofficial WhatsApp group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47D219-4F15-B0E2-3EB2-93E5F78EE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600200"/>
            <a:ext cx="3064048" cy="391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5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304800" y="1493837"/>
            <a:ext cx="8458200" cy="475456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/>
              <a:t>The slides presented here are obtained / extracted from the authors of the prescribed books and from various other subject contributors. 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 hereby thank and acknowledge all the contributors for their material and inputs.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I have added and modified a few slides to suit the requirements of the course.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Disclaimer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Module 2: Agile Software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304800" y="1493837"/>
            <a:ext cx="8458200" cy="4754563"/>
          </a:xfrm>
        </p:spPr>
        <p:txBody>
          <a:bodyPr>
            <a:normAutofit/>
          </a:bodyPr>
          <a:lstStyle/>
          <a:p>
            <a:pPr lvl="0"/>
            <a:r>
              <a:rPr lang="en-IN" sz="3200" dirty="0"/>
              <a:t>Topic 1: </a:t>
            </a:r>
            <a:r>
              <a:rPr lang="en-IN" dirty="0"/>
              <a:t>Iterative and Incremental Approaches</a:t>
            </a:r>
            <a:endParaRPr lang="en-US" dirty="0"/>
          </a:p>
          <a:p>
            <a:pPr lvl="0"/>
            <a:r>
              <a:rPr lang="en-IN" dirty="0"/>
              <a:t>Topic 2: Popular Agile Methods</a:t>
            </a:r>
            <a:endParaRPr lang="en-US" dirty="0"/>
          </a:p>
          <a:p>
            <a:endParaRPr lang="en-IN" sz="3200" dirty="0"/>
          </a:p>
          <a:p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Module 2 Topics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572B2-8897-FBF5-28C2-F248186E9622}"/>
              </a:ext>
            </a:extLst>
          </p:cNvPr>
          <p:cNvSpPr txBox="1"/>
          <p:nvPr/>
        </p:nvSpPr>
        <p:spPr>
          <a:xfrm>
            <a:off x="5334000" y="5715000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Ref: T1-Chap5 ; T2-Chap4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D15E-7D72-E863-8E7B-3337B757C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E4985D-FF60-3748-E0A2-1F5D8171D6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Topic 1: Iterative and Incremental Approaches</a:t>
            </a:r>
          </a:p>
        </p:txBody>
      </p:sp>
    </p:spTree>
    <p:extLst>
      <p:ext uri="{BB962C8B-B14F-4D97-AF65-F5344CB8AC3E}">
        <p14:creationId xmlns:p14="http://schemas.microsoft.com/office/powerpoint/2010/main" val="256228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B06BE1-AC85-2FC0-2994-6F81908ABE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Project Life Cycle Methods</a:t>
            </a:r>
          </a:p>
        </p:txBody>
      </p:sp>
    </p:spTree>
    <p:extLst>
      <p:ext uri="{BB962C8B-B14F-4D97-AF65-F5344CB8AC3E}">
        <p14:creationId xmlns:p14="http://schemas.microsoft.com/office/powerpoint/2010/main" val="405439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EF8C-8FBC-110B-9F1B-134BC29B1EB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Lifecycle of a Project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ED04D9E-B993-CC8F-8989-D2656B67D218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236924689"/>
              </p:ext>
            </p:extLst>
          </p:nvPr>
        </p:nvGraphicFramePr>
        <p:xfrm>
          <a:off x="304800" y="1569719"/>
          <a:ext cx="8458200" cy="4686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2510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6EBA39-565E-5944-1765-51D0E264443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152400"/>
            <a:ext cx="6400800" cy="1143000"/>
          </a:xfrm>
        </p:spPr>
        <p:txBody>
          <a:bodyPr>
            <a:normAutofit/>
          </a:bodyPr>
          <a:lstStyle/>
          <a:p>
            <a:r>
              <a:rPr lang="en-US" sz="2700" dirty="0"/>
              <a:t>Predictive Project Development Life Cycle (Fully Plan-Driven aka Waterfall)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D3F12-86E9-B96A-6CB8-0224B8E59A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A more </a:t>
            </a:r>
            <a:r>
              <a:rPr lang="en-US" sz="2800" b="1" dirty="0"/>
              <a:t>traditional approach</a:t>
            </a:r>
            <a:r>
              <a:rPr lang="en-US" sz="2800" dirty="0"/>
              <a:t>, with the bulk of </a:t>
            </a:r>
            <a:r>
              <a:rPr lang="en-US" sz="2800" b="1" dirty="0"/>
              <a:t>planning </a:t>
            </a:r>
            <a:r>
              <a:rPr lang="en-US" sz="2800" dirty="0"/>
              <a:t>occurring </a:t>
            </a:r>
            <a:r>
              <a:rPr lang="en-US" sz="2800" b="1" dirty="0"/>
              <a:t>upfront</a:t>
            </a:r>
            <a:r>
              <a:rPr lang="en-US" sz="2800" dirty="0"/>
              <a:t>, then executing in a </a:t>
            </a:r>
            <a:r>
              <a:rPr lang="en-US" sz="2800" b="1" dirty="0"/>
              <a:t>single pass</a:t>
            </a:r>
            <a:r>
              <a:rPr lang="en-US" sz="2800" dirty="0"/>
              <a:t>; a </a:t>
            </a:r>
            <a:r>
              <a:rPr lang="en-US" sz="2800" b="1" dirty="0"/>
              <a:t>sequential </a:t>
            </a:r>
            <a:r>
              <a:rPr lang="en-US" sz="2800" dirty="0"/>
              <a:t>process</a:t>
            </a:r>
            <a:r>
              <a:rPr lang="en-US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74084-7A7C-74FC-7E38-3BF15B8A9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391930"/>
            <a:ext cx="4950941" cy="21208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D2FBCA-573B-7357-FECE-82EC43E0F69C}"/>
              </a:ext>
            </a:extLst>
          </p:cNvPr>
          <p:cNvSpPr txBox="1"/>
          <p:nvPr/>
        </p:nvSpPr>
        <p:spPr>
          <a:xfrm>
            <a:off x="5412259" y="2895600"/>
            <a:ext cx="3655541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Requirements/Scope is fixed at the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Manage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Minimal feedback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Team is matured in estimation, technology etc.. (specialized teams working at every stage)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Project governance model exists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Don’t expect long feedback cycle</a:t>
            </a:r>
            <a:r>
              <a:rPr lang="en-US" dirty="0"/>
              <a:t>, If this happens, this lifecycle not suitable for the project </a:t>
            </a:r>
          </a:p>
        </p:txBody>
      </p:sp>
    </p:spTree>
    <p:extLst>
      <p:ext uri="{BB962C8B-B14F-4D97-AF65-F5344CB8AC3E}">
        <p14:creationId xmlns:p14="http://schemas.microsoft.com/office/powerpoint/2010/main" val="12553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2B47BA-DAFB-1209-5098-40C5A3DB4C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Iterative &amp; Incremental Project Development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4E686-3122-87FE-FEFF-E7FD9937A3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4800" y="1569719"/>
            <a:ext cx="8458200" cy="4907281"/>
          </a:xfrm>
        </p:spPr>
        <p:txBody>
          <a:bodyPr>
            <a:normAutofit/>
          </a:bodyPr>
          <a:lstStyle/>
          <a:p>
            <a:r>
              <a:rPr lang="en-US" sz="2000" dirty="0"/>
              <a:t>Both methods aim to enhance the development process, but differ in how they handle the repetition of work and the delivery of the project features / components.</a:t>
            </a:r>
          </a:p>
          <a:p>
            <a:r>
              <a:rPr lang="en-US" sz="2000" dirty="0"/>
              <a:t>Advantages:</a:t>
            </a:r>
          </a:p>
          <a:p>
            <a:pPr lvl="1"/>
            <a:r>
              <a:rPr lang="en-GB" sz="1800" dirty="0"/>
              <a:t>Early increments act as a prototype to help elicit requirements for later increments</a:t>
            </a:r>
          </a:p>
          <a:p>
            <a:pPr lvl="1"/>
            <a:r>
              <a:rPr lang="en-GB" sz="1800" dirty="0"/>
              <a:t>Lower risk of overall project failure</a:t>
            </a:r>
          </a:p>
          <a:p>
            <a:pPr lvl="1"/>
            <a:r>
              <a:rPr lang="en-GB" sz="1800" dirty="0"/>
              <a:t>The highest priority system services tend to receive the most testing</a:t>
            </a:r>
            <a:endParaRPr lang="en-US" sz="18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F8D468-B772-3EA0-C501-CF8CC7EA9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684141"/>
              </p:ext>
            </p:extLst>
          </p:nvPr>
        </p:nvGraphicFramePr>
        <p:xfrm>
          <a:off x="762000" y="4343400"/>
          <a:ext cx="7772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3290911355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1818529188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Iterative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The Iterative model involves repeating cycles of development, allowing for continuous improvement as the project evolves. It is flexible and adaptive to changes. One time product delivery.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Incremental</a:t>
                      </a:r>
                      <a:r>
                        <a:rPr lang="en-US" sz="1800" dirty="0"/>
                        <a:t>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The incremental model focuses on delivering the software in smaller, functional parts, building upon each increment. Every part is ready to use.</a:t>
                      </a:r>
                    </a:p>
                    <a:p>
                      <a:pPr algn="l"/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152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76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63A4F6-ECFD-45F3-BC1A-C72AFA890DE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Iterative &amp; Incremental Project Development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15FD2-4370-C53C-C90F-37EF6CC2D8D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762A4-F3F9-A578-399F-F7712F333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714699"/>
            <a:ext cx="5608674" cy="23578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8C6AC-42CC-C02C-212D-44F04807A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94585"/>
            <a:ext cx="7772400" cy="12630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C98DAF-48C1-0FCB-4751-2C1D0C7F0DBC}"/>
              </a:ext>
            </a:extLst>
          </p:cNvPr>
          <p:cNvSpPr txBox="1"/>
          <p:nvPr/>
        </p:nvSpPr>
        <p:spPr>
          <a:xfrm>
            <a:off x="3538211" y="6123801"/>
            <a:ext cx="2252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Increments of software delivered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BA622-8606-3C19-EFBB-288D6BC9698D}"/>
              </a:ext>
            </a:extLst>
          </p:cNvPr>
          <p:cNvSpPr txBox="1"/>
          <p:nvPr/>
        </p:nvSpPr>
        <p:spPr>
          <a:xfrm rot="16200000">
            <a:off x="305405" y="4496405"/>
            <a:ext cx="1184235" cy="33855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en-US" sz="1600" dirty="0"/>
              <a:t>Incremental</a:t>
            </a:r>
          </a:p>
        </p:txBody>
      </p:sp>
    </p:spTree>
    <p:extLst>
      <p:ext uri="{BB962C8B-B14F-4D97-AF65-F5344CB8AC3E}">
        <p14:creationId xmlns:p14="http://schemas.microsoft.com/office/powerpoint/2010/main" val="149028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C07A8-6135-D244-AF74-7415CE816EB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Iterative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2F3E-FB0D-8DBF-853F-2ACEDB90F9C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/>
              <a:t>Iterative development is when an attempt is made to </a:t>
            </a:r>
            <a:r>
              <a:rPr lang="en-US" sz="3000" b="1" dirty="0"/>
              <a:t>develop a product with basic features</a:t>
            </a:r>
            <a:r>
              <a:rPr lang="en-US" sz="3000" dirty="0"/>
              <a:t>, which then goes through a </a:t>
            </a:r>
            <a:r>
              <a:rPr lang="en-US" sz="3000" b="1" dirty="0"/>
              <a:t>refinement process </a:t>
            </a:r>
            <a:r>
              <a:rPr lang="en-US" sz="3000" dirty="0"/>
              <a:t>successively to </a:t>
            </a:r>
            <a:r>
              <a:rPr lang="en-US" sz="3000" b="1" dirty="0"/>
              <a:t>add to the richness </a:t>
            </a:r>
            <a:r>
              <a:rPr lang="en-US" sz="3000" dirty="0"/>
              <a:t>in features.</a:t>
            </a:r>
            <a:r>
              <a:rPr lang="en-US" dirty="0"/>
              <a:t> </a:t>
            </a:r>
          </a:p>
          <a:p>
            <a:r>
              <a:rPr lang="en-US" sz="2200" dirty="0"/>
              <a:t>Goal: </a:t>
            </a:r>
            <a:r>
              <a:rPr lang="en-US" sz="2200" b="1" dirty="0"/>
              <a:t>Correctness </a:t>
            </a:r>
            <a:r>
              <a:rPr lang="en-US" sz="2200" dirty="0"/>
              <a:t>of Solution</a:t>
            </a:r>
          </a:p>
          <a:p>
            <a:r>
              <a:rPr lang="en-US" sz="2200" b="1" dirty="0"/>
              <a:t>Repea</a:t>
            </a:r>
            <a:r>
              <a:rPr lang="en-US" sz="2200" dirty="0"/>
              <a:t>t until Correct</a:t>
            </a:r>
          </a:p>
          <a:p>
            <a:r>
              <a:rPr lang="en-US" sz="2200" dirty="0"/>
              <a:t>Show and receive feedback</a:t>
            </a:r>
          </a:p>
          <a:p>
            <a:r>
              <a:rPr lang="en-US" sz="2200" dirty="0"/>
              <a:t>Add richness or features</a:t>
            </a:r>
          </a:p>
          <a:p>
            <a:r>
              <a:rPr lang="en-US" sz="2200" b="1" dirty="0"/>
              <a:t>Single Final Delivery</a:t>
            </a:r>
          </a:p>
          <a:p>
            <a:r>
              <a:rPr lang="en-US" sz="2200" b="1" dirty="0"/>
              <a:t>Deliver result </a:t>
            </a:r>
            <a:r>
              <a:rPr lang="en-US" sz="2200" dirty="0"/>
              <a:t>at the end of each iteration.</a:t>
            </a:r>
          </a:p>
          <a:p>
            <a:r>
              <a:rPr lang="en-US" sz="2200" dirty="0"/>
              <a:t>Result may </a:t>
            </a:r>
            <a:r>
              <a:rPr lang="en-US" sz="2200" b="1" dirty="0"/>
              <a:t>not </a:t>
            </a:r>
            <a:r>
              <a:rPr lang="en-US" sz="2200" dirty="0"/>
              <a:t>be </a:t>
            </a:r>
            <a:r>
              <a:rPr lang="en-US" sz="2200" b="1" dirty="0"/>
              <a:t>usable</a:t>
            </a:r>
          </a:p>
          <a:p>
            <a:r>
              <a:rPr lang="en-US" sz="2200" dirty="0"/>
              <a:t>E.g. 1 year project divided into 3 to 4 iterations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738C41-8965-1259-3CDD-E3E789106C54}"/>
              </a:ext>
            </a:extLst>
          </p:cNvPr>
          <p:cNvSpPr txBox="1"/>
          <p:nvPr/>
        </p:nvSpPr>
        <p:spPr>
          <a:xfrm>
            <a:off x="6019800" y="3358277"/>
            <a:ext cx="2971800" cy="25853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Ex: Developing a Website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 prototype of the Website with basic functionality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Demo to Customer and receive feedback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to the richness or feature to the product in subsequent iteration </a:t>
            </a:r>
          </a:p>
        </p:txBody>
      </p:sp>
    </p:spTree>
    <p:extLst>
      <p:ext uri="{BB962C8B-B14F-4D97-AF65-F5344CB8AC3E}">
        <p14:creationId xmlns:p14="http://schemas.microsoft.com/office/powerpoint/2010/main" val="190551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91EEC3-D895-99A0-9680-CD77F38ACF8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Incremental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CB0ED-DCED-4219-78EB-C8BD9B49BAD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an incremental approach, one aims </a:t>
            </a:r>
            <a:r>
              <a:rPr lang="en-US" sz="2400" b="1" dirty="0"/>
              <a:t>to build pieces of program/product that is complete in features </a:t>
            </a:r>
            <a:r>
              <a:rPr lang="en-US" sz="2400" dirty="0"/>
              <a:t>and richness. Product </a:t>
            </a:r>
            <a:r>
              <a:rPr lang="en-US" sz="2400" b="1" dirty="0"/>
              <a:t>increment </a:t>
            </a:r>
            <a:r>
              <a:rPr lang="en-US" sz="2400" dirty="0"/>
              <a:t>is </a:t>
            </a:r>
            <a:r>
              <a:rPr lang="en-US" sz="2400" b="1" dirty="0"/>
              <a:t>usable</a:t>
            </a:r>
            <a:r>
              <a:rPr lang="en-US" sz="2400" dirty="0"/>
              <a:t>.</a:t>
            </a:r>
          </a:p>
          <a:p>
            <a:r>
              <a:rPr lang="en-US" sz="2400" dirty="0"/>
              <a:t>In this case, each functionality is built to its fullest and </a:t>
            </a:r>
            <a:r>
              <a:rPr lang="en-US" sz="2400" b="1" dirty="0"/>
              <a:t>additional functionalities are added in an incremental fashion. </a:t>
            </a:r>
            <a:r>
              <a:rPr lang="en-US" sz="2400" dirty="0"/>
              <a:t>Responsive to user/ customer </a:t>
            </a:r>
            <a:r>
              <a:rPr lang="en-US" sz="2400" b="1" dirty="0"/>
              <a:t>requirement changes &amp; recommendations</a:t>
            </a:r>
            <a:r>
              <a:rPr lang="en-US" sz="2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E2C35-4EA1-C319-74B3-70E9017073D2}"/>
              </a:ext>
            </a:extLst>
          </p:cNvPr>
          <p:cNvSpPr txBox="1"/>
          <p:nvPr/>
        </p:nvSpPr>
        <p:spPr>
          <a:xfrm>
            <a:off x="762000" y="4724400"/>
            <a:ext cx="76962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Example: </a:t>
            </a:r>
            <a:r>
              <a:rPr lang="en-US" dirty="0"/>
              <a:t>You can compare this to a visit to restaurant. You get served starters first and on completion of its main course and then dessert. You get served incrementally and you consume it. </a:t>
            </a:r>
          </a:p>
        </p:txBody>
      </p:sp>
    </p:spTree>
    <p:extLst>
      <p:ext uri="{BB962C8B-B14F-4D97-AF65-F5344CB8AC3E}">
        <p14:creationId xmlns:p14="http://schemas.microsoft.com/office/powerpoint/2010/main" val="2700497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9ABA04-37DE-AFEE-0A74-B94463FD7C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Incremental iterations..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4F4F1-D6BD-816B-BC8F-1B361D9AE1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4800" y="1569719"/>
            <a:ext cx="3886200" cy="4686121"/>
          </a:xfrm>
        </p:spPr>
        <p:txBody>
          <a:bodyPr>
            <a:normAutofit/>
          </a:bodyPr>
          <a:lstStyle/>
          <a:p>
            <a:r>
              <a:rPr lang="en-US" sz="2200" dirty="0"/>
              <a:t>Viewing an iteration as a self-contained mini-project, activities in many disciplines (requirements analysis, design, implementation, testing, and so on) occur within an iteration.</a:t>
            </a:r>
          </a:p>
        </p:txBody>
      </p:sp>
      <p:pic>
        <p:nvPicPr>
          <p:cNvPr id="4" name="Picture 8" descr="http://flylib.com/books/2/595/1/html/2/files/02fig02.jpg">
            <a:extLst>
              <a:ext uri="{FF2B5EF4-FFF2-40B4-BE49-F238E27FC236}">
                <a16:creationId xmlns:a16="http://schemas.microsoft.com/office/drawing/2014/main" id="{F09B1F46-9757-AD06-C066-8CDE1FAEE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92600" y="2300158"/>
            <a:ext cx="4546600" cy="1964132"/>
          </a:xfrm>
          <a:prstGeom prst="rect">
            <a:avLst/>
          </a:prstGeom>
          <a:noFill/>
        </p:spPr>
      </p:pic>
      <p:pic>
        <p:nvPicPr>
          <p:cNvPr id="5" name="Picture 2" descr="http://istqbexamcertification.com/wp-content/uploads/2014/12/Agile-Iterative-Development.jpg">
            <a:extLst>
              <a:ext uri="{FF2B5EF4-FFF2-40B4-BE49-F238E27FC236}">
                <a16:creationId xmlns:a16="http://schemas.microsoft.com/office/drawing/2014/main" id="{0236F7C6-E800-46AE-3FA3-5CC440207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4560645"/>
            <a:ext cx="5943600" cy="18401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1683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1EFD3B-62E3-EFBA-6216-E6AF28C39F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Early Iterative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95305-6432-C9F3-2E92-392D3EAF34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Spiral</a:t>
            </a:r>
          </a:p>
          <a:p>
            <a:pPr lvl="1"/>
            <a:r>
              <a:rPr lang="en-US" dirty="0"/>
              <a:t>A combination of iterative and incremental model with a strong focus on risk analysis</a:t>
            </a:r>
          </a:p>
          <a:p>
            <a:r>
              <a:rPr lang="en-US" b="1" dirty="0"/>
              <a:t>RUP (Rational Unified Process)</a:t>
            </a:r>
          </a:p>
          <a:p>
            <a:pPr lvl="1"/>
            <a:r>
              <a:rPr lang="en-US" dirty="0"/>
              <a:t>It’s use-case driven, architecture-centric, and iterative methodology. It is not a rigid methodology but a tailorable framework that teams can adapt to their specific project needs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16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3E134F-ECDB-440A-44D8-42DEDD8D2E6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Spiral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27300-F365-9E97-FBFD-565C69EAD67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Spiral Model is a risk-driven software development approach that combines iterative development with systematic risk management. </a:t>
            </a:r>
          </a:p>
          <a:p>
            <a:r>
              <a:rPr lang="en-US" dirty="0"/>
              <a:t>It emphasizes early identification and resolution of risks, making it suitable for high-risk project</a:t>
            </a:r>
          </a:p>
          <a:p>
            <a:r>
              <a:rPr lang="en-US" dirty="0"/>
              <a:t>Ideal for large, complex projects where requirements may evolve over time.</a:t>
            </a:r>
          </a:p>
          <a:p>
            <a:r>
              <a:rPr lang="en-US" dirty="0"/>
              <a:t>It visualizes development as a series of loops or spirals.</a:t>
            </a:r>
          </a:p>
          <a:p>
            <a:pPr lvl="1"/>
            <a:r>
              <a:rPr lang="en-US" dirty="0"/>
              <a:t>Each loop represents a phase in the development cycle: Planning, Risk Analysis, Engineering,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1760123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5564D2-CBBA-D210-0E1D-68F95B1162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Spiral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B3D56-1D1C-8594-9BC0-AB4911D2C68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4800" y="1569719"/>
            <a:ext cx="4495800" cy="468612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Four Quadrants of Each Spiral</a:t>
            </a:r>
          </a:p>
          <a:p>
            <a:pPr lvl="1"/>
            <a:r>
              <a:rPr lang="en-US" dirty="0"/>
              <a:t>Planning: Define objectives, gather requirements, and explore alternatives.</a:t>
            </a:r>
          </a:p>
          <a:p>
            <a:pPr lvl="1"/>
            <a:r>
              <a:rPr lang="en-US" dirty="0"/>
              <a:t>Risk Analysis: Identify and assess risks, then develop strategies to mitigate them.</a:t>
            </a:r>
          </a:p>
          <a:p>
            <a:pPr lvl="1"/>
            <a:r>
              <a:rPr lang="en-US" dirty="0"/>
              <a:t>Engineering: Design, build, and test the software incrementally.</a:t>
            </a:r>
          </a:p>
          <a:p>
            <a:pPr lvl="1"/>
            <a:r>
              <a:rPr lang="en-US" dirty="0"/>
              <a:t>Evaluation: Review progress, get feedback, and decide whether to continue or revise.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D3C32-5C7A-5D8F-EDF8-22E581AF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762" y="1981200"/>
            <a:ext cx="3724262" cy="3581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E10EA-5F99-CB8B-3E35-B3E55C266665}"/>
              </a:ext>
            </a:extLst>
          </p:cNvPr>
          <p:cNvSpPr txBox="1"/>
          <p:nvPr/>
        </p:nvSpPr>
        <p:spPr>
          <a:xfrm>
            <a:off x="7239000" y="5102423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6F1A0-E754-D87D-8A67-53A00FC047DE}"/>
              </a:ext>
            </a:extLst>
          </p:cNvPr>
          <p:cNvSpPr txBox="1"/>
          <p:nvPr/>
        </p:nvSpPr>
        <p:spPr>
          <a:xfrm>
            <a:off x="7391400" y="2133600"/>
            <a:ext cx="1106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Risk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70BF9-B658-A170-EDBE-24243DA4331A}"/>
              </a:ext>
            </a:extLst>
          </p:cNvPr>
          <p:cNvSpPr txBox="1"/>
          <p:nvPr/>
        </p:nvSpPr>
        <p:spPr>
          <a:xfrm>
            <a:off x="5410200" y="2130623"/>
            <a:ext cx="8162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3CD81-30F7-1FF7-74C7-18E52DF55211}"/>
              </a:ext>
            </a:extLst>
          </p:cNvPr>
          <p:cNvSpPr txBox="1"/>
          <p:nvPr/>
        </p:nvSpPr>
        <p:spPr>
          <a:xfrm>
            <a:off x="5301218" y="5105400"/>
            <a:ext cx="947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328936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F76307-5341-45DB-C03E-214C9ABCF4B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Spiral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4B01-A8CD-0EC9-76FB-72DFCB83CA8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Iteration fosters adjustments to requirements considering the associated risk</a:t>
            </a:r>
          </a:p>
          <a:p>
            <a:r>
              <a:rPr lang="en-US" sz="2800" dirty="0"/>
              <a:t>Helps ‘close’ the gap between the need and build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592D6D2-F19F-84F7-5096-AD53DBD71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124200"/>
            <a:ext cx="3962400" cy="3248454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CD2B0-615A-C623-48ED-83456CEBE8C6}"/>
              </a:ext>
            </a:extLst>
          </p:cNvPr>
          <p:cNvSpPr txBox="1"/>
          <p:nvPr/>
        </p:nvSpPr>
        <p:spPr>
          <a:xfrm>
            <a:off x="5638800" y="5288281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Adjustment interval is important</a:t>
            </a:r>
          </a:p>
        </p:txBody>
      </p:sp>
    </p:spTree>
    <p:extLst>
      <p:ext uri="{BB962C8B-B14F-4D97-AF65-F5344CB8AC3E}">
        <p14:creationId xmlns:p14="http://schemas.microsoft.com/office/powerpoint/2010/main" val="4018633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334358-955B-AF0B-72BC-C644749C539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RUP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302CB-E07C-5B70-BEE1-6CC9DB50252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is use-case driven, architecture-centric, and iterative where development happens in cycles with continuous refinement.</a:t>
            </a:r>
          </a:p>
          <a:p>
            <a:r>
              <a:rPr lang="en-US" sz="2400" dirty="0"/>
              <a:t>It divides the development cycle into 4 major phases, each with specific goals and deliverables.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337A8-4315-10B0-FA23-61DE67C79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10001"/>
            <a:ext cx="3978928" cy="198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EE884C-A29D-D72B-5F25-3F4B043CC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920" y="3510152"/>
            <a:ext cx="4286699" cy="258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6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003327-9F68-B56E-310D-F0F37D2A049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RUP Approach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3EA58-A835-342F-155F-1981EB15759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RUP is guided by six best practices:</a:t>
            </a:r>
          </a:p>
          <a:p>
            <a:r>
              <a:rPr lang="en-US" dirty="0"/>
              <a:t>Develop iteratively to manage risk and adapt to change.</a:t>
            </a:r>
          </a:p>
          <a:p>
            <a:r>
              <a:rPr lang="en-US" dirty="0"/>
              <a:t>Manage requirements systematically.</a:t>
            </a:r>
          </a:p>
          <a:p>
            <a:r>
              <a:rPr lang="en-US" dirty="0"/>
              <a:t>Use component-based architecture for scalability and reuse.</a:t>
            </a:r>
          </a:p>
          <a:p>
            <a:r>
              <a:rPr lang="en-US" dirty="0"/>
              <a:t>Model visually using UML for clarity.</a:t>
            </a:r>
          </a:p>
          <a:p>
            <a:r>
              <a:rPr lang="en-US" dirty="0"/>
              <a:t>Verify quality continuously through testing.</a:t>
            </a:r>
          </a:p>
          <a:p>
            <a:r>
              <a:rPr lang="en-US" dirty="0"/>
              <a:t>Control changes with configuration and change management</a:t>
            </a:r>
          </a:p>
        </p:txBody>
      </p:sp>
    </p:spTree>
    <p:extLst>
      <p:ext uri="{BB962C8B-B14F-4D97-AF65-F5344CB8AC3E}">
        <p14:creationId xmlns:p14="http://schemas.microsoft.com/office/powerpoint/2010/main" val="1565670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8A737A-1CE1-D6A9-C57A-5C672606D2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RUP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253C4-5341-56BF-7856-BB9889699A9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RUP is UML-centric; it uses Unified Modeling Language as the standard notation for all models.</a:t>
            </a:r>
          </a:p>
          <a:p>
            <a:r>
              <a:rPr lang="en-US" sz="1800" dirty="0"/>
              <a:t>UML provides a visual and standardized way to represent system architecture, behavior, and interactions.</a:t>
            </a:r>
          </a:p>
          <a:p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CC7360-74F0-B937-2460-C5165B9C3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630549"/>
              </p:ext>
            </p:extLst>
          </p:nvPr>
        </p:nvGraphicFramePr>
        <p:xfrm>
          <a:off x="533400" y="2819400"/>
          <a:ext cx="8229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334657181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4174456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Purpose &amp; Artifacts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539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Use case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Captures functional requirements from user's perspective.</a:t>
                      </a:r>
                    </a:p>
                    <a:p>
                      <a:r>
                        <a:rPr lang="en-US" sz="1200" dirty="0"/>
                        <a:t>Use case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964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Analysis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Refines use cases into system-level requirements and identifies key classes and interactions.</a:t>
                      </a:r>
                    </a:p>
                    <a:p>
                      <a:r>
                        <a:rPr lang="en-US" sz="1200" dirty="0"/>
                        <a:t>Class diagrams, sequence diagrams.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123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Design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Specifies the system architecture and design decisions.</a:t>
                      </a:r>
                    </a:p>
                    <a:p>
                      <a:r>
                        <a:rPr lang="en-US" sz="1200" dirty="0"/>
                        <a:t>Class diagrams, component diagrams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575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Implementation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Maps design elements to code and organizes the software into packages and components.</a:t>
                      </a:r>
                    </a:p>
                    <a:p>
                      <a:r>
                        <a:rPr lang="en-US" sz="1200" dirty="0"/>
                        <a:t>Component diagrams.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711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Deployment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Describes the physical deployment of software on hardware.</a:t>
                      </a:r>
                    </a:p>
                    <a:p>
                      <a:r>
                        <a:rPr lang="en-US" sz="1200" dirty="0"/>
                        <a:t>Deployment diagrams.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33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Business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Understands the business context and processes that the system supports.</a:t>
                      </a:r>
                    </a:p>
                    <a:p>
                      <a:r>
                        <a:rPr lang="en-US" sz="1200" dirty="0"/>
                        <a:t>Activity diagrams, business use-case diagrams.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63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Defines test cases and procedures to validate system behavior.</a:t>
                      </a:r>
                    </a:p>
                    <a:p>
                      <a:r>
                        <a:rPr lang="en-US" sz="1200" dirty="0"/>
                        <a:t>Sequence diagrams, state diagram, test scripts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551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273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880D-0FA9-9738-7413-DBE016A9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AAE2B5-4A58-C251-6129-B5C1C5D4FBC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Quick Quiz  CS2-1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FA67-B602-FE9C-8272-973A8A92B6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CD45484-AF41-E735-ACAB-FEA1451C3652}"/>
              </a:ext>
            </a:extLst>
          </p:cNvPr>
          <p:cNvSpPr txBox="1"/>
          <p:nvPr/>
        </p:nvSpPr>
        <p:spPr>
          <a:xfrm>
            <a:off x="499794" y="2650629"/>
            <a:ext cx="80346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/>
              <a:t>Submit your response using this form</a:t>
            </a:r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9871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Topic 2: Popular Agile Methods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08D7A-2DD7-C718-4861-EAA0E050F4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Client Driven Iterative 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1CBB4-DDCC-2DA0-42B6-5B80456239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choice of features for the next iteration comes from the client—whatever they perceive as the highest business value to them. </a:t>
            </a:r>
          </a:p>
          <a:p>
            <a:r>
              <a:rPr lang="en-US" dirty="0"/>
              <a:t>In this way, the client steers the project, iteration by iteration, requesting the features that they </a:t>
            </a:r>
            <a:r>
              <a:rPr lang="en-US" i="1" dirty="0"/>
              <a:t>currently think </a:t>
            </a:r>
            <a:r>
              <a:rPr lang="en-US" dirty="0"/>
              <a:t>are most valuable. </a:t>
            </a:r>
          </a:p>
          <a:p>
            <a:r>
              <a:rPr lang="en-US" dirty="0"/>
              <a:t>The customer </a:t>
            </a:r>
            <a:r>
              <a:rPr lang="en-US" b="1" dirty="0"/>
              <a:t>adaptively plans the choice for the next iteration, </a:t>
            </a:r>
            <a:r>
              <a:rPr lang="en-US" dirty="0"/>
              <a:t>shortly before it starts, based on their latest insight, rather than speculatively at the start of the project. </a:t>
            </a:r>
          </a:p>
          <a:p>
            <a:r>
              <a:rPr lang="en-US" dirty="0"/>
              <a:t>The customer has ongoing control and choice, as fresh information arises.</a:t>
            </a:r>
          </a:p>
        </p:txBody>
      </p:sp>
    </p:spTree>
    <p:extLst>
      <p:ext uri="{BB962C8B-B14F-4D97-AF65-F5344CB8AC3E}">
        <p14:creationId xmlns:p14="http://schemas.microsoft.com/office/powerpoint/2010/main" val="3151439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1CBF77-3ED3-5F57-54D0-658A27906F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Client Driven Iterative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79D72-0A2B-68C3-3A60-7B0E5D154F4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https://www.inflectra.com/GraphicsViewer.aspx?url=Methodologies/Agile-Development.xml&amp;name=wordml://03000003.png">
            <a:extLst>
              <a:ext uri="{FF2B5EF4-FFF2-40B4-BE49-F238E27FC236}">
                <a16:creationId xmlns:a16="http://schemas.microsoft.com/office/drawing/2014/main" id="{819CA5F0-AE5F-8D88-1B45-1ECD5062D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28825"/>
            <a:ext cx="8146482" cy="3381375"/>
          </a:xfrm>
          <a:prstGeom prst="rect">
            <a:avLst/>
          </a:prstGeom>
          <a:noFill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3BBF0668-E720-78E8-DDCB-C76DA59F2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1" y="5367337"/>
            <a:ext cx="1593782" cy="86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3329B2-E3FE-348C-3358-898A050C6EE0}"/>
              </a:ext>
            </a:extLst>
          </p:cNvPr>
          <p:cNvCxnSpPr>
            <a:cxnSpLocks/>
          </p:cNvCxnSpPr>
          <p:nvPr/>
        </p:nvCxnSpPr>
        <p:spPr bwMode="auto">
          <a:xfrm>
            <a:off x="4419600" y="5181600"/>
            <a:ext cx="457372" cy="41090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FA663F-C55B-7593-6097-19130C578C24}"/>
              </a:ext>
            </a:extLst>
          </p:cNvPr>
          <p:cNvCxnSpPr>
            <a:cxnSpLocks/>
          </p:cNvCxnSpPr>
          <p:nvPr/>
        </p:nvCxnSpPr>
        <p:spPr bwMode="auto">
          <a:xfrm flipH="1">
            <a:off x="6423037" y="5316231"/>
            <a:ext cx="307254" cy="33855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BC375F-9A0F-6DCA-E56F-5F2A4CD5E88A}"/>
              </a:ext>
            </a:extLst>
          </p:cNvPr>
          <p:cNvCxnSpPr>
            <a:cxnSpLocks/>
          </p:cNvCxnSpPr>
          <p:nvPr/>
        </p:nvCxnSpPr>
        <p:spPr bwMode="auto">
          <a:xfrm>
            <a:off x="2895600" y="5410200"/>
            <a:ext cx="1764148" cy="5478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75FEFE-6197-315A-64B3-01CD921238BD}"/>
              </a:ext>
            </a:extLst>
          </p:cNvPr>
          <p:cNvSpPr txBox="1"/>
          <p:nvPr/>
        </p:nvSpPr>
        <p:spPr>
          <a:xfrm>
            <a:off x="5311763" y="4953000"/>
            <a:ext cx="1241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client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C95DE-20BF-6D4F-1398-74C774A7BD58}"/>
              </a:ext>
            </a:extLst>
          </p:cNvPr>
          <p:cNvSpPr txBox="1"/>
          <p:nvPr/>
        </p:nvSpPr>
        <p:spPr>
          <a:xfrm>
            <a:off x="4800600" y="2861846"/>
            <a:ext cx="914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3 week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BF9E2-E7E2-1C62-5BB0-5B51F997FC41}"/>
              </a:ext>
            </a:extLst>
          </p:cNvPr>
          <p:cNvSpPr txBox="1"/>
          <p:nvPr/>
        </p:nvSpPr>
        <p:spPr>
          <a:xfrm>
            <a:off x="3200400" y="14478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feedback from iteration N leads to refinement and adaptation of the requirements and design in iteration N+1</a:t>
            </a:r>
          </a:p>
        </p:txBody>
      </p:sp>
    </p:spTree>
    <p:extLst>
      <p:ext uri="{BB962C8B-B14F-4D97-AF65-F5344CB8AC3E}">
        <p14:creationId xmlns:p14="http://schemas.microsoft.com/office/powerpoint/2010/main" val="2388157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1D21FE-B773-FB7F-B40A-2E6FB518714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Typical Iterative Development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8733BD-B1C6-9ECE-94E0-F95A8DD099D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041710868"/>
              </p:ext>
            </p:extLst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312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A6E68D-4D6E-7EC0-72CC-6582E9892DD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do we get small user stories of a large system?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58B90A-4432-53D1-BF9E-88080688B1E0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2462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87E897-10BD-0FBE-282A-D3B7D4617F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Models help decompose problems and solution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09EA0EC-9533-DB8C-126C-A243BDB943AE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766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582F89-38CA-FC77-7EFC-541F895937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Each component is modeled as a system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9289E59-8CDF-2DBE-2F6A-ADC3C51381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133932"/>
              </p:ext>
            </p:extLst>
          </p:nvPr>
        </p:nvGraphicFramePr>
        <p:xfrm>
          <a:off x="1219200" y="1371600"/>
          <a:ext cx="70104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9073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87D00A-459C-F115-BA8F-A9435195F6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Agile Software Development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42FC5-3E55-70AE-C501-A8D40254F6E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Agile software development</a:t>
            </a:r>
            <a:r>
              <a:rPr lang="en-US" dirty="0"/>
              <a:t> is a conceptual framework for software engineering  that promotes development </a:t>
            </a:r>
            <a:r>
              <a:rPr lang="en-US" b="1" dirty="0"/>
              <a:t>iterations</a:t>
            </a:r>
            <a:r>
              <a:rPr lang="en-US" dirty="0"/>
              <a:t> throughout the life-cycle of the project.</a:t>
            </a:r>
          </a:p>
          <a:p>
            <a:endParaRPr lang="en-US" dirty="0"/>
          </a:p>
          <a:p>
            <a:r>
              <a:rPr lang="en-US" dirty="0"/>
              <a:t>Software developed during one unit of time is referred to as an iteration, which may last from one to four weeks(sometimes 6 weeks).</a:t>
            </a:r>
          </a:p>
          <a:p>
            <a:r>
              <a:rPr lang="en-US" dirty="0"/>
              <a:t>Agile methods also emphasize working software as the primary measure of progress.</a:t>
            </a:r>
          </a:p>
          <a:p>
            <a:r>
              <a:rPr lang="en-US" dirty="0"/>
              <a:t>Agile methodologies that focus on people, communications, the product, and flexibility.</a:t>
            </a:r>
          </a:p>
        </p:txBody>
      </p:sp>
    </p:spTree>
    <p:extLst>
      <p:ext uri="{BB962C8B-B14F-4D97-AF65-F5344CB8AC3E}">
        <p14:creationId xmlns:p14="http://schemas.microsoft.com/office/powerpoint/2010/main" val="2397758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C045D9-EFCC-A861-420B-1FBE54BF6A6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Agile 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CA035-C3A3-8C7B-8135-0D3436FE95F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Iterative and evolutionary development</a:t>
            </a:r>
          </a:p>
          <a:p>
            <a:pPr>
              <a:lnSpc>
                <a:spcPct val="90000"/>
              </a:lnSpc>
            </a:pPr>
            <a:r>
              <a:rPr lang="en-US" dirty="0"/>
              <a:t>Timeboxing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Set amount of time for iteration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Adapt future iteration based on the realities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Adaptive planning</a:t>
            </a:r>
          </a:p>
          <a:p>
            <a:pPr>
              <a:lnSpc>
                <a:spcPct val="90000"/>
              </a:lnSpc>
            </a:pPr>
            <a:r>
              <a:rPr lang="en-US" dirty="0"/>
              <a:t>Incremental delivery</a:t>
            </a:r>
          </a:p>
          <a:p>
            <a:pPr>
              <a:lnSpc>
                <a:spcPct val="90000"/>
              </a:lnSpc>
            </a:pPr>
            <a:r>
              <a:rPr lang="en-US" dirty="0"/>
              <a:t>Agility</a:t>
            </a:r>
          </a:p>
          <a:p>
            <a:pPr>
              <a:lnSpc>
                <a:spcPct val="90000"/>
              </a:lnSpc>
            </a:pPr>
            <a:r>
              <a:rPr lang="en-US" dirty="0"/>
              <a:t>More focused on success than sticking with a plan</a:t>
            </a:r>
          </a:p>
          <a:p>
            <a:pPr>
              <a:lnSpc>
                <a:spcPct val="90000"/>
              </a:lnSpc>
            </a:pPr>
            <a:r>
              <a:rPr lang="en-US" dirty="0"/>
              <a:t>Working software is valued and considered measure of progress</a:t>
            </a:r>
          </a:p>
        </p:txBody>
      </p:sp>
    </p:spTree>
    <p:extLst>
      <p:ext uri="{BB962C8B-B14F-4D97-AF65-F5344CB8AC3E}">
        <p14:creationId xmlns:p14="http://schemas.microsoft.com/office/powerpoint/2010/main" val="342335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7ED6AD-497E-1FB0-104C-273C1B0289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Existing Agile Methodologies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A8DD3-AA0D-1069-F5C8-45E9960A30E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US" dirty="0"/>
              <a:t>Methodologies share common principles, but differ in practices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eXtreme</a:t>
            </a:r>
            <a:r>
              <a:rPr lang="en-US" b="1" dirty="0">
                <a:solidFill>
                  <a:srgbClr val="FF0000"/>
                </a:solidFill>
              </a:rPr>
              <a:t> Programming (XP)</a:t>
            </a:r>
          </a:p>
          <a:p>
            <a:r>
              <a:rPr lang="en-US" b="1" dirty="0">
                <a:solidFill>
                  <a:srgbClr val="FF0000"/>
                </a:solidFill>
              </a:rPr>
              <a:t>Scrum</a:t>
            </a:r>
          </a:p>
          <a:p>
            <a:r>
              <a:rPr lang="en-US" dirty="0"/>
              <a:t>Evolutionary Project Management (Evo)</a:t>
            </a:r>
          </a:p>
          <a:p>
            <a:r>
              <a:rPr lang="en-US" dirty="0">
                <a:solidFill>
                  <a:srgbClr val="FF0000"/>
                </a:solidFill>
              </a:rPr>
              <a:t>Agile Unified Process (AUP)</a:t>
            </a:r>
          </a:p>
          <a:p>
            <a:r>
              <a:rPr lang="en-US" dirty="0"/>
              <a:t>Crystal</a:t>
            </a:r>
          </a:p>
          <a:p>
            <a:r>
              <a:rPr lang="en-US" dirty="0">
                <a:solidFill>
                  <a:srgbClr val="FF0000"/>
                </a:solidFill>
              </a:rPr>
              <a:t>Lean Development (LD)</a:t>
            </a:r>
          </a:p>
          <a:p>
            <a:r>
              <a:rPr lang="en-US" dirty="0"/>
              <a:t>Adaptive Software Development (ASD)</a:t>
            </a:r>
          </a:p>
          <a:p>
            <a:r>
              <a:rPr lang="en-US" dirty="0"/>
              <a:t>Dynamic System Development Method (DSDM)</a:t>
            </a:r>
          </a:p>
          <a:p>
            <a:r>
              <a:rPr lang="en-US" dirty="0"/>
              <a:t>Feature Driven Development (FDD)</a:t>
            </a:r>
          </a:p>
        </p:txBody>
      </p:sp>
    </p:spTree>
    <p:extLst>
      <p:ext uri="{BB962C8B-B14F-4D97-AF65-F5344CB8AC3E}">
        <p14:creationId xmlns:p14="http://schemas.microsoft.com/office/powerpoint/2010/main" val="3972472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3BD3FC-D0EA-3B61-FEB9-7058B6A2B1C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Agile methods..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FB3F4C-3D2A-EA77-689B-480C6DAE25E7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3311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6CC66C-8832-D9BA-56A6-E8108242E0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eXtreme</a:t>
            </a:r>
            <a:r>
              <a:rPr lang="en-US" dirty="0"/>
              <a:t> Programming (XP)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D4A99-39E2-593E-DFDB-A9668AA409F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Features</a:t>
            </a:r>
          </a:p>
          <a:p>
            <a:pPr lvl="1"/>
            <a:r>
              <a:rPr lang="en-US" dirty="0"/>
              <a:t>Frequent Releases: Software is delivered in small, frequent iterations to ensure rapid feedback and adaptability.</a:t>
            </a:r>
          </a:p>
          <a:p>
            <a:pPr lvl="1"/>
            <a:r>
              <a:rPr lang="en-US" dirty="0"/>
              <a:t>Customer Involvement: Customers are part of the development team, providing real-time feedback and clarifying requirements.</a:t>
            </a:r>
          </a:p>
          <a:p>
            <a:pPr lvl="1"/>
            <a:r>
              <a:rPr lang="en-US" dirty="0"/>
              <a:t>Simplicity: Developers build only what is needed now, avoiding over-engineering.</a:t>
            </a:r>
          </a:p>
          <a:p>
            <a:pPr lvl="1"/>
            <a:r>
              <a:rPr lang="en-US" dirty="0"/>
              <a:t>Courage: Teams are encouraged to make bold changes when needed, including refactoring and discarding ineffective practice</a:t>
            </a:r>
          </a:p>
        </p:txBody>
      </p:sp>
    </p:spTree>
    <p:extLst>
      <p:ext uri="{BB962C8B-B14F-4D97-AF65-F5344CB8AC3E}">
        <p14:creationId xmlns:p14="http://schemas.microsoft.com/office/powerpoint/2010/main" val="2779770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F08A9E-7BAB-0EF6-A682-9E91E90D75F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Typical Engineering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96C86-750B-5421-CB42-9476FAFD729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D8C09-DEF6-45CD-B063-5E703330E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590800"/>
            <a:ext cx="7486650" cy="311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827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3AFA-3B0E-9E4D-C026-6A97DB536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789637-CD83-FE6D-48E2-F823838FDA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Typical Engineering workflow in XP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B02B9-7AFC-4B9F-9D3C-1C5A689BE1D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888ED-C6C5-AE23-7F83-99F4B6C02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209800"/>
            <a:ext cx="7886700" cy="369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025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236504-706F-4C42-6AD7-51CF6FC8F6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-304800"/>
            <a:ext cx="6324600" cy="1828800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Case Study:</a:t>
            </a:r>
          </a:p>
          <a:p>
            <a:r>
              <a:rPr lang="en-US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Develop a mobile app to track homeless people in India and connect them to shelters, deploy before peak winter.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23A19-FD78-20C3-5A93-2A37F4CEA4F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How would we want to build this if we had all the time and resources in the world?</a:t>
            </a:r>
          </a:p>
          <a:p>
            <a:r>
              <a:rPr lang="en-US" dirty="0"/>
              <a:t>Write high quality code that is easy to understand</a:t>
            </a:r>
          </a:p>
          <a:p>
            <a:r>
              <a:rPr lang="en-US" dirty="0"/>
              <a:t>Write good test cases that cover all code and all use cases</a:t>
            </a:r>
          </a:p>
          <a:p>
            <a:r>
              <a:rPr lang="en-US" dirty="0"/>
              <a:t>Refactor when a simpler way to do something is discovered</a:t>
            </a:r>
          </a:p>
          <a:p>
            <a:r>
              <a:rPr lang="en-US" dirty="0"/>
              <a:t>Incorporate feedback from customers and users as soon as possible</a:t>
            </a:r>
          </a:p>
          <a:p>
            <a:r>
              <a:rPr lang="en-US" dirty="0"/>
              <a:t>Ensure all developers know about all parts of the system so that changes can be done quickly and safely</a:t>
            </a:r>
          </a:p>
          <a:p>
            <a:r>
              <a:rPr lang="en-US" dirty="0"/>
              <a:t>Work at a sustainable pace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28DB843-F7B3-11C6-D8DA-E6E1AEAD43B1}"/>
              </a:ext>
            </a:extLst>
          </p:cNvPr>
          <p:cNvSpPr txBox="1"/>
          <p:nvPr/>
        </p:nvSpPr>
        <p:spPr>
          <a:xfrm>
            <a:off x="366379" y="5955268"/>
            <a:ext cx="870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rgbClr val="C00000"/>
                </a:solidFill>
              </a:rPr>
              <a:t>XP Philosophy: Do all of these even when you are working with tight deadlines!</a:t>
            </a:r>
          </a:p>
        </p:txBody>
      </p:sp>
    </p:spTree>
    <p:extLst>
      <p:ext uri="{BB962C8B-B14F-4D97-AF65-F5344CB8AC3E}">
        <p14:creationId xmlns:p14="http://schemas.microsoft.com/office/powerpoint/2010/main" val="3368286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ECF4E2-3969-9EF4-6A0F-1524520F2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XP (The Agile Way)</a:t>
            </a:r>
          </a:p>
        </p:txBody>
      </p:sp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4C43A394-A330-3485-A8A6-772933D5D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277617"/>
              </p:ext>
            </p:extLst>
          </p:nvPr>
        </p:nvGraphicFramePr>
        <p:xfrm>
          <a:off x="1600199" y="1447800"/>
          <a:ext cx="5486401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26111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1824EF-D412-7B0D-9D9C-28EA81D8F16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Core Practices in XP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DF62B8C-AB51-EB6F-7134-146281455C0B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596527937"/>
              </p:ext>
            </p:extLst>
          </p:nvPr>
        </p:nvGraphicFramePr>
        <p:xfrm>
          <a:off x="304800" y="1849120"/>
          <a:ext cx="8458200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39398763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320208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73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Pair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Two developers work togethers at one workstation – one writes code, other reviews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954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Test-Driven Development (TDD)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Write tests before writing code to ensure correctness and guide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751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Continuous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 is integrated and tested frequently; often multiple times a day. [use automation tools]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104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Refactoring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Continuously improve code structure without changing its behaviour.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88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Collective Code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developer can improve any part of the codebase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450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Sustainable 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 at a pace that can be sustained indefinitely – no burnout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20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5866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F6157-F0F7-2D3E-EF6D-5E68BEE1CB0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Commonly used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110290-3F9C-624B-61F1-392251F15D0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03990116"/>
              </p:ext>
            </p:extLst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65349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C272F1-FE14-D851-F1AF-1C98581DB8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Test Driven Development (TDD)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EB5ECEC-7590-5255-0855-42F09F3ED231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423111173"/>
              </p:ext>
            </p:extLst>
          </p:nvPr>
        </p:nvGraphicFramePr>
        <p:xfrm>
          <a:off x="3962400" y="1524000"/>
          <a:ext cx="4648200" cy="4754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47D4DB8-49AB-3DBE-282C-8B1C8FF2CE62}"/>
              </a:ext>
            </a:extLst>
          </p:cNvPr>
          <p:cNvGrpSpPr/>
          <p:nvPr/>
        </p:nvGrpSpPr>
        <p:grpSpPr>
          <a:xfrm>
            <a:off x="426076" y="2189445"/>
            <a:ext cx="2926724" cy="2839755"/>
            <a:chOff x="7385963" y="2083421"/>
            <a:chExt cx="2926724" cy="283975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82CBFFE9-D82D-7D93-A127-F5F70B99151F}"/>
                </a:ext>
              </a:extLst>
            </p:cNvPr>
            <p:cNvSpPr txBox="1"/>
            <p:nvPr/>
          </p:nvSpPr>
          <p:spPr>
            <a:xfrm>
              <a:off x="7919363" y="2460963"/>
              <a:ext cx="2128235" cy="24622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dirty="0">
                  <a:solidFill>
                    <a:srgbClr val="0070C0"/>
                  </a:solidFill>
                </a:rPr>
                <a:t> Write Test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    ↓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Run Test (Fail)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    ↓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Write Code (Pass)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    ↓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Run All Tests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    ↓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Refactor Code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    ↺</a:t>
              </a:r>
            </a:p>
            <a:p>
              <a:r>
                <a:rPr lang="en-US" dirty="0">
                  <a:solidFill>
                    <a:srgbClr val="0070C0"/>
                  </a:solidFill>
                </a:rPr>
                <a:t>     Repeat</a:t>
              </a:r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E88FD22D-8B6E-6EF6-4686-986E4570BAAD}"/>
                </a:ext>
              </a:extLst>
            </p:cNvPr>
            <p:cNvSpPr txBox="1"/>
            <p:nvPr/>
          </p:nvSpPr>
          <p:spPr>
            <a:xfrm>
              <a:off x="7385963" y="2083421"/>
              <a:ext cx="29267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b="1" dirty="0"/>
                <a:t>Test-driven development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67815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7026B2-F135-FBFB-282B-853D40B9F27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Pair Programming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B46D69-A30C-B41C-D4DD-C3150E71BC79}"/>
              </a:ext>
            </a:extLst>
          </p:cNvPr>
          <p:cNvGrpSpPr/>
          <p:nvPr/>
        </p:nvGrpSpPr>
        <p:grpSpPr>
          <a:xfrm>
            <a:off x="685800" y="1981200"/>
            <a:ext cx="2540000" cy="4079901"/>
            <a:chOff x="4671650" y="1679599"/>
            <a:chExt cx="2540000" cy="4079901"/>
          </a:xfrm>
        </p:grpSpPr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3B8AE10F-BE6B-3A46-F588-6C172C1AAC3F}"/>
                </a:ext>
              </a:extLst>
            </p:cNvPr>
            <p:cNvSpPr txBox="1"/>
            <p:nvPr/>
          </p:nvSpPr>
          <p:spPr>
            <a:xfrm>
              <a:off x="4858214" y="1679599"/>
              <a:ext cx="216687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b="1" dirty="0">
                  <a:sym typeface="Wingdings" pitchFamily="2" charset="2"/>
                </a:rPr>
                <a:t>Pair programming </a:t>
              </a:r>
            </a:p>
            <a:p>
              <a:endParaRPr lang="en-US" b="1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BE66A11-AD1B-5DAD-BA4D-D6AAA4262B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1650" y="2076500"/>
              <a:ext cx="2540000" cy="368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27E923D-7947-198C-48DC-945E8B6F34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6359197"/>
              </p:ext>
            </p:extLst>
          </p:nvPr>
        </p:nvGraphicFramePr>
        <p:xfrm>
          <a:off x="4038600" y="1569719"/>
          <a:ext cx="4673048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620903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C57E96-C1B2-41E6-087B-018FA70ECBC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Continuous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87729-85BF-85A8-7104-FD76234221B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F0DB929-1F2F-4A17-70B3-4CFBC8FA80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848282"/>
              </p:ext>
            </p:extLst>
          </p:nvPr>
        </p:nvGraphicFramePr>
        <p:xfrm>
          <a:off x="4572000" y="1638289"/>
          <a:ext cx="4257040" cy="4533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9651AFD7-8B8C-A126-C43E-56FE94AF2D4E}"/>
              </a:ext>
            </a:extLst>
          </p:cNvPr>
          <p:cNvGrpSpPr/>
          <p:nvPr/>
        </p:nvGrpSpPr>
        <p:grpSpPr>
          <a:xfrm>
            <a:off x="381000" y="2097290"/>
            <a:ext cx="3644160" cy="3693910"/>
            <a:chOff x="7831365" y="1880496"/>
            <a:chExt cx="3644160" cy="3693910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E79B20CD-6D6F-C3C9-9AB5-1ADCB9FF8EF9}"/>
                </a:ext>
              </a:extLst>
            </p:cNvPr>
            <p:cNvSpPr txBox="1"/>
            <p:nvPr/>
          </p:nvSpPr>
          <p:spPr>
            <a:xfrm>
              <a:off x="8220682" y="1880496"/>
              <a:ext cx="28110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b="1" dirty="0">
                  <a:sym typeface="Wingdings" pitchFamily="2" charset="2"/>
                </a:rPr>
                <a:t>Continuous integration</a:t>
              </a:r>
              <a:endParaRPr lang="en-US" b="1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FE7812E-71DF-EE83-E5A7-25D11FB9C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1365" y="2250847"/>
              <a:ext cx="3644160" cy="3323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66211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949D9-C779-7B46-7833-8B8F883F1A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Enter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0B4A-1F63-9FB4-C3F5-05E228652DB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5E0464-7ED4-2B99-6F34-09719B46D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69719"/>
            <a:ext cx="8458200" cy="468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856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30A522-CB98-18C8-894D-7FF5FCDD57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Agile methods with focus 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69DB4-31CA-F874-4740-D62DA45198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These focus on reducing bottlenecks and adapt to changing priorities of users</a:t>
            </a:r>
            <a:endParaRPr lang="en-US" b="1" dirty="0"/>
          </a:p>
          <a:p>
            <a:r>
              <a:rPr lang="en-US" b="1" dirty="0"/>
              <a:t>Lean</a:t>
            </a:r>
          </a:p>
          <a:p>
            <a:pPr lvl="1"/>
            <a:r>
              <a:rPr lang="en-US" dirty="0"/>
              <a:t>emphasizes eliminating waste, delivering value quickly, and continuous improvement</a:t>
            </a:r>
          </a:p>
          <a:p>
            <a:r>
              <a:rPr lang="en-US" b="1" dirty="0"/>
              <a:t>Kanban</a:t>
            </a:r>
          </a:p>
          <a:p>
            <a:pPr lvl="1"/>
            <a:r>
              <a:rPr lang="en-US" dirty="0"/>
              <a:t>is a visual workflow management method that uses boards and cards to track tasks, limit work-in-progress, and optimize throughput</a:t>
            </a:r>
          </a:p>
          <a:p>
            <a:r>
              <a:rPr lang="en-US" b="1" dirty="0"/>
              <a:t>Scrum</a:t>
            </a:r>
          </a:p>
          <a:p>
            <a:pPr lvl="1"/>
            <a:r>
              <a:rPr lang="en-US" dirty="0"/>
              <a:t>Organizes work into time-boxed sprints, enabling teams to deliver incremental value through collaboration and 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1238367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EC80AA-BADE-5709-D947-73D6579FA93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Lean/Kanban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8F3FA-82BC-B105-D1B2-8AEA3E5ACA9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Lean/Kanban process guidelines emphasize </a:t>
            </a:r>
          </a:p>
          <a:p>
            <a:pPr lvl="1"/>
            <a:r>
              <a:rPr lang="en-US" dirty="0"/>
              <a:t>visualizing work, </a:t>
            </a:r>
          </a:p>
          <a:p>
            <a:pPr lvl="1"/>
            <a:r>
              <a:rPr lang="en-US" dirty="0"/>
              <a:t>limiting tasks in progress, </a:t>
            </a:r>
          </a:p>
          <a:p>
            <a:pPr lvl="1"/>
            <a:r>
              <a:rPr lang="en-US" dirty="0"/>
              <a:t>and continuously improving flow </a:t>
            </a:r>
          </a:p>
          <a:p>
            <a:pPr marL="457200" lvl="1" indent="0">
              <a:buNone/>
            </a:pPr>
            <a:r>
              <a:rPr lang="en-US" sz="3200" dirty="0"/>
              <a:t>to maximize efficiency and minimize waste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9604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EEFA0B-1E16-BBD5-0CB2-7444CF8AA8B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Lean/Kanban – Reduce Waste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B58E37-E196-5B33-2B16-22E6A6A71E96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57990655"/>
              </p:ext>
            </p:extLst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4899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FECEF8-EA63-43FE-1799-0B8A3DA0F3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Sample Kanban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B363-53F4-6BF4-F4CA-75809A90A0A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5056BC-B105-BFCC-E671-C2480AE492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" t="4223"/>
          <a:stretch/>
        </p:blipFill>
        <p:spPr bwMode="auto">
          <a:xfrm>
            <a:off x="607907" y="1524000"/>
            <a:ext cx="8255000" cy="4522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77E8F9-D1C7-5910-AA0D-FC512B7D7179}"/>
              </a:ext>
            </a:extLst>
          </p:cNvPr>
          <p:cNvSpPr txBox="1"/>
          <p:nvPr/>
        </p:nvSpPr>
        <p:spPr>
          <a:xfrm>
            <a:off x="381000" y="620478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Image Credit: </a:t>
            </a:r>
            <a:r>
              <a:rPr lang="en-US" dirty="0">
                <a:hlinkClick r:id="rId3"/>
              </a:rPr>
              <a:t>Andy Carmichael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456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9A7E0E-6534-8032-8885-45EECF561F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Example: Kanban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6B112-C62A-0E68-1286-2F6E30C6984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2537FA-3526-1E63-4638-35437FCF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325880"/>
            <a:ext cx="8549640" cy="4922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B5E4B-B70E-B289-A655-A5C33844A378}"/>
              </a:ext>
            </a:extLst>
          </p:cNvPr>
          <p:cNvSpPr txBox="1"/>
          <p:nvPr/>
        </p:nvSpPr>
        <p:spPr>
          <a:xfrm>
            <a:off x="235375" y="6253476"/>
            <a:ext cx="8766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https://www.planview.com/se/resources/guide/kanban-project-management-virtual-teams/kanban-board-examples/</a:t>
            </a:r>
          </a:p>
        </p:txBody>
      </p:sp>
    </p:spTree>
    <p:extLst>
      <p:ext uri="{BB962C8B-B14F-4D97-AF65-F5344CB8AC3E}">
        <p14:creationId xmlns:p14="http://schemas.microsoft.com/office/powerpoint/2010/main" val="18397995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8F8F66-4D78-6993-0C1A-0F78502EC03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DE01A-7817-4AB0-AEBC-880B8F61F35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Methodology suited especially for complex projects requiring adaptability and stakeholder engagement.</a:t>
            </a:r>
          </a:p>
          <a:p>
            <a:pPr lvl="1"/>
            <a:r>
              <a:rPr lang="en-US" dirty="0"/>
              <a:t>Change is inevitable</a:t>
            </a:r>
          </a:p>
          <a:p>
            <a:pPr lvl="1"/>
            <a:r>
              <a:rPr lang="en-US" dirty="0"/>
              <a:t>Customer focused. Deliver what customer wants now.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5138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A20C52-9AAA-FD5E-26F5-6EB6D5A32C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SCRUM- Empirical Control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AF86F9-18E1-AF72-CCF2-E3F899CD082C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184920476"/>
              </p:ext>
            </p:extLst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08537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973C11-DB46-EBFF-D300-77FB7195DA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SCRUM Process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C57A3-93AF-5A26-4288-77CBB3673A5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Scrum Framework">
            <a:extLst>
              <a:ext uri="{FF2B5EF4-FFF2-40B4-BE49-F238E27FC236}">
                <a16:creationId xmlns:a16="http://schemas.microsoft.com/office/drawing/2014/main" id="{049C6ABF-1FEA-AB1C-E2CC-EB8C44004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7341870" cy="3670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6282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90E8A9-B269-DA01-19C8-893BB281148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3 Roles, 3 Artefacts, 5 Events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806866-58D2-E2B3-1932-9678088EB998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5455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D65669-B2DC-C012-7F89-63A3FF11D80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SCRUM Roles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3E80E3-C2CC-65E2-6B7E-AA7625BA732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052109737"/>
              </p:ext>
            </p:extLst>
          </p:nvPr>
        </p:nvGraphicFramePr>
        <p:xfrm>
          <a:off x="304800" y="1569719"/>
          <a:ext cx="8458200" cy="4686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2270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68A24E-8340-34CF-E23D-229FBD8850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SCRUM Artefacts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1F5271-E1D0-F7C3-85D5-DA3F3F695D49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151604329"/>
              </p:ext>
            </p:extLst>
          </p:nvPr>
        </p:nvGraphicFramePr>
        <p:xfrm>
          <a:off x="304800" y="1569719"/>
          <a:ext cx="8458200" cy="4686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67008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B6180-4AD1-A629-1E77-A5B55C89E4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SCRUM Events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55AA97-E3D2-E9CD-B2D9-6DE72FEA412E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100115007"/>
              </p:ext>
            </p:extLst>
          </p:nvPr>
        </p:nvGraphicFramePr>
        <p:xfrm>
          <a:off x="303107" y="1981200"/>
          <a:ext cx="8458200" cy="3810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97293">
                  <a:extLst>
                    <a:ext uri="{9D8B030D-6E8A-4147-A177-3AD203B41FA5}">
                      <a16:colId xmlns:a16="http://schemas.microsoft.com/office/drawing/2014/main" val="212127127"/>
                    </a:ext>
                  </a:extLst>
                </a:gridCol>
                <a:gridCol w="5560907">
                  <a:extLst>
                    <a:ext uri="{9D8B030D-6E8A-4147-A177-3AD203B41FA5}">
                      <a16:colId xmlns:a16="http://schemas.microsoft.com/office/drawing/2014/main" val="2752144614"/>
                    </a:ext>
                  </a:extLst>
                </a:gridCol>
              </a:tblGrid>
              <a:tr h="427892">
                <a:tc>
                  <a:txBody>
                    <a:bodyPr/>
                    <a:lstStyle/>
                    <a:p>
                      <a:r>
                        <a:rPr lang="en-US" dirty="0"/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94438"/>
                  </a:ext>
                </a:extLst>
              </a:tr>
              <a:tr h="738554">
                <a:tc>
                  <a:txBody>
                    <a:bodyPr/>
                    <a:lstStyle/>
                    <a:p>
                      <a:r>
                        <a:rPr lang="en-US" dirty="0"/>
                        <a:t>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Time-boxed iteration (1-4 weeks) to deliver a product increment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435304"/>
                  </a:ext>
                </a:extLst>
              </a:tr>
              <a:tr h="427892">
                <a:tc>
                  <a:txBody>
                    <a:bodyPr/>
                    <a:lstStyle/>
                    <a:p>
                      <a:r>
                        <a:rPr lang="en-US" dirty="0"/>
                        <a:t>Sprint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 sprint goals and select backlog items to work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156536"/>
                  </a:ext>
                </a:extLst>
              </a:tr>
              <a:tr h="738554">
                <a:tc>
                  <a:txBody>
                    <a:bodyPr/>
                    <a:lstStyle/>
                    <a:p>
                      <a:r>
                        <a:rPr lang="en-US" dirty="0"/>
                        <a:t>Daily Scrum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15-minute stand-up to synchronize and plan the next 24 hours.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969727"/>
                  </a:ext>
                </a:extLst>
              </a:tr>
              <a:tr h="738554">
                <a:tc>
                  <a:txBody>
                    <a:bodyPr/>
                    <a:lstStyle/>
                    <a:p>
                      <a:r>
                        <a:rPr lang="en-US" dirty="0"/>
                        <a:t>Sprint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Present the increment to the stakeholders and gather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416495"/>
                  </a:ext>
                </a:extLst>
              </a:tr>
              <a:tr h="738554">
                <a:tc>
                  <a:txBody>
                    <a:bodyPr/>
                    <a:lstStyle/>
                    <a:p>
                      <a:r>
                        <a:rPr lang="en-US" dirty="0"/>
                        <a:t>Sprint Retrospective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Reflect on the sprint and identify improvements for the next 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1316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79A48D-EED2-D5AC-8528-1480B9FB36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Quick Quiz – CS2-2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FC7EC-F9BB-4D0C-C71E-3CAF8AFF10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Submit your response using this form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https://</a:t>
            </a:r>
          </a:p>
        </p:txBody>
      </p:sp>
    </p:spTree>
    <p:extLst>
      <p:ext uri="{BB962C8B-B14F-4D97-AF65-F5344CB8AC3E}">
        <p14:creationId xmlns:p14="http://schemas.microsoft.com/office/powerpoint/2010/main" val="32940909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07C455-4171-0BAD-C074-1FC154F702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Example 1: Agile in E-Commerce – Flipkart’s Checkout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CADCE-0089-0EF3-8171-B3E7FD065A9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Challenge:</a:t>
            </a:r>
            <a:br>
              <a:rPr lang="en-US" dirty="0"/>
            </a:br>
            <a:r>
              <a:rPr lang="en-US" dirty="0"/>
              <a:t>Flipkart’s checkout abandonment rate was rising. In a Waterfall setup, UI changes would take months to deploy.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Agile Solution: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  Product team used real-time analytics to identify friction points.</a:t>
            </a:r>
          </a:p>
          <a:p>
            <a:pPr marL="0" lvl="0" indent="0">
              <a:buNone/>
            </a:pPr>
            <a:r>
              <a:rPr lang="en-US" dirty="0"/>
              <a:t>     Within one sprint, they A/B tested two new checkout flows.</a:t>
            </a:r>
          </a:p>
          <a:p>
            <a:pPr marL="0" lvl="0" indent="0">
              <a:buNone/>
            </a:pPr>
            <a:r>
              <a:rPr lang="en-US" dirty="0"/>
              <a:t>     The winning flow was deployed in under 2 weeks.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b="1" dirty="0"/>
              <a:t>Impact: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  Checkout completion rate improved by 15%</a:t>
            </a:r>
          </a:p>
          <a:p>
            <a:pPr marL="0" lvl="0" indent="0">
              <a:buNone/>
            </a:pPr>
            <a:r>
              <a:rPr lang="en-US" dirty="0"/>
              <a:t>     Agile enabled rapid experimentation and user-centric design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b="1" dirty="0"/>
              <a:t>Discussion Prompt:</a:t>
            </a:r>
            <a:br>
              <a:rPr lang="en-US" dirty="0"/>
            </a:br>
            <a:r>
              <a:rPr lang="en-US" dirty="0"/>
              <a:t>How would this scenario play out in a Waterfall model?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01A83-C904-6BCD-9CCD-30D1E43CB2A5}"/>
              </a:ext>
            </a:extLst>
          </p:cNvPr>
          <p:cNvSpPr/>
          <p:nvPr/>
        </p:nvSpPr>
        <p:spPr>
          <a:xfrm>
            <a:off x="381000" y="5334000"/>
            <a:ext cx="8382000" cy="76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450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8062CE-560F-0898-CED0-05BAFB60CC2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Example 2: Agile in Healthcare; Apollo Hospitals’ Patient Flow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C118-ECB2-AE40-75F2-94F36BE459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4800" y="1569719"/>
            <a:ext cx="8839200" cy="4686121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Challenge:</a:t>
            </a:r>
            <a:br>
              <a:rPr lang="en-US" dirty="0"/>
            </a:br>
            <a:r>
              <a:rPr lang="en-US" dirty="0"/>
              <a:t>Long patient wait times and inefficient resource allocation.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Agile Solution: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 Cross-functional teams (IT, nursing, admin) collaborated in sprints.</a:t>
            </a:r>
          </a:p>
          <a:p>
            <a:pPr marL="0" lvl="0" indent="0">
              <a:buNone/>
            </a:pPr>
            <a:r>
              <a:rPr lang="en-US" dirty="0"/>
              <a:t>    Real-time dashboards tracked wait times and bottlenecks.</a:t>
            </a:r>
          </a:p>
          <a:p>
            <a:pPr marL="0" lvl="0" indent="0">
              <a:buNone/>
            </a:pPr>
            <a:r>
              <a:rPr lang="en-US" dirty="0"/>
              <a:t>    Staff schedules and room assignments were adjusted weekly.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b="1" dirty="0"/>
              <a:t>Impact: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 Wait times reduced by 20%</a:t>
            </a:r>
          </a:p>
          <a:p>
            <a:pPr marL="0" lvl="0" indent="0">
              <a:buNone/>
            </a:pPr>
            <a:r>
              <a:rPr lang="en-US" dirty="0"/>
              <a:t>    Staff satisfaction improved due to better workload distribution</a:t>
            </a:r>
          </a:p>
          <a:p>
            <a:pPr marL="0" lvl="0" indent="0">
              <a:buNone/>
            </a:pPr>
            <a:endParaRPr lang="en-US" dirty="0"/>
          </a:p>
          <a:p>
            <a:r>
              <a:rPr lang="en-US" b="1" dirty="0"/>
              <a:t>Discussion Prompt:</a:t>
            </a:r>
            <a:br>
              <a:rPr lang="en-US" dirty="0"/>
            </a:br>
            <a:r>
              <a:rPr lang="en-US" dirty="0"/>
              <a:t>What Agile principles helped Apollo respond faster than a traditional model?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AD0A21-1903-72FE-9479-6CB409EB0762}"/>
              </a:ext>
            </a:extLst>
          </p:cNvPr>
          <p:cNvSpPr/>
          <p:nvPr/>
        </p:nvSpPr>
        <p:spPr>
          <a:xfrm>
            <a:off x="381000" y="5105400"/>
            <a:ext cx="8382000" cy="990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169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6F19E-20E0-679F-522C-3530CBDA82D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Agile for Very Large System Development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1AFC28-06A5-6966-35E0-422428665456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4137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F4813A-FF59-9E39-9868-22806F9E43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Agile for Very Large System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3B0B1-1DE9-D589-ABCD-EA66D3E8B7D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Scaled Frameworks Enable Coordination Across Teams</a:t>
            </a:r>
          </a:p>
          <a:p>
            <a:pPr lvl="1"/>
            <a:r>
              <a:rPr lang="en-US" dirty="0"/>
              <a:t>Large projects use frameworks like </a:t>
            </a:r>
            <a:r>
              <a:rPr lang="en-US" dirty="0" err="1"/>
              <a:t>SAFe</a:t>
            </a:r>
            <a:r>
              <a:rPr lang="en-US" dirty="0"/>
              <a:t> (Scaled Agile Framework), </a:t>
            </a:r>
            <a:r>
              <a:rPr lang="en-US" dirty="0" err="1"/>
              <a:t>LeSS</a:t>
            </a:r>
            <a:r>
              <a:rPr lang="en-US" dirty="0"/>
              <a:t> (Large-Scale Scrum), or Spotify Model to synchronize multiple Agile teams.</a:t>
            </a:r>
          </a:p>
          <a:p>
            <a:pPr lvl="1"/>
            <a:r>
              <a:rPr lang="en-US" dirty="0"/>
              <a:t>These frameworks introduce roles (e.g., Release Train Engineer, Tribe Lead) and ceremonies (e.g., Program Increment Planning – PI Planning) to align goals and dependencies across units.</a:t>
            </a:r>
          </a:p>
          <a:p>
            <a:r>
              <a:rPr lang="en-US" dirty="0"/>
              <a:t>Modular Architecture Supports Parallel Development</a:t>
            </a:r>
          </a:p>
          <a:p>
            <a:pPr lvl="1"/>
            <a:r>
              <a:rPr lang="en-US" dirty="0"/>
              <a:t>Agile promotes decomposing large systems into smaller, loosely coupled modules.</a:t>
            </a:r>
          </a:p>
          <a:p>
            <a:pPr lvl="1"/>
            <a:r>
              <a:rPr lang="en-US" dirty="0"/>
              <a:t>Each module is owned by a dedicated team that can iterate independently, reducing bottlenecks and enabling faster delivery.</a:t>
            </a:r>
          </a:p>
          <a:p>
            <a:r>
              <a:rPr lang="en-US" dirty="0"/>
              <a:t>Incremental Delivery with Cross-Team Integration</a:t>
            </a:r>
          </a:p>
          <a:p>
            <a:pPr lvl="1"/>
            <a:r>
              <a:rPr lang="en-US" dirty="0"/>
              <a:t>Agile in large projects emphasizes frequent integration and testing across teams to ensure compatibility and system-wide functionality.</a:t>
            </a:r>
          </a:p>
          <a:p>
            <a:pPr lvl="1"/>
            <a:r>
              <a:rPr lang="en-US" dirty="0"/>
              <a:t>Continuous integration pipelines and shared backlogs help maintain cohesion while allowing distributed teams to move quickly.</a:t>
            </a:r>
          </a:p>
        </p:txBody>
      </p:sp>
      <p:sp>
        <p:nvSpPr>
          <p:cNvPr id="4" name="Star: 32 Points 3">
            <a:extLst>
              <a:ext uri="{FF2B5EF4-FFF2-40B4-BE49-F238E27FC236}">
                <a16:creationId xmlns:a16="http://schemas.microsoft.com/office/drawing/2014/main" id="{420C2708-E976-0317-0441-6A3299F6FD66}"/>
              </a:ext>
            </a:extLst>
          </p:cNvPr>
          <p:cNvSpPr/>
          <p:nvPr/>
        </p:nvSpPr>
        <p:spPr>
          <a:xfrm>
            <a:off x="5410200" y="3429000"/>
            <a:ext cx="2895600" cy="2895600"/>
          </a:xfrm>
          <a:prstGeom prst="star32">
            <a:avLst/>
          </a:prstGeom>
          <a:solidFill>
            <a:srgbClr val="FF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More Later</a:t>
            </a:r>
          </a:p>
        </p:txBody>
      </p:sp>
    </p:spTree>
    <p:extLst>
      <p:ext uri="{BB962C8B-B14F-4D97-AF65-F5344CB8AC3E}">
        <p14:creationId xmlns:p14="http://schemas.microsoft.com/office/powerpoint/2010/main" val="162832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51060-470E-D240-5DEE-4DC01EDE98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2AB1F2B-F347-DCEB-7F6F-44136579929E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304800" y="1570038"/>
          <a:ext cx="8458200" cy="468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71541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40D810-6E2C-6C99-9FFF-1EC7D4D062D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Technova</a:t>
            </a:r>
            <a:r>
              <a:rPr lang="en-US" dirty="0"/>
              <a:t>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7A95F-7894-FE5D-5403-1F667BC04E3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58FDC4E-338B-45C2-A979-73D33F3ECC0A}"/>
              </a:ext>
            </a:extLst>
          </p:cNvPr>
          <p:cNvSpPr txBox="1"/>
          <p:nvPr/>
        </p:nvSpPr>
        <p:spPr>
          <a:xfrm>
            <a:off x="499794" y="2650629"/>
            <a:ext cx="803460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600" dirty="0"/>
              <a:t>Submit your response using this form</a:t>
            </a:r>
          </a:p>
          <a:p>
            <a:endParaRPr lang="en-US" sz="3600" dirty="0"/>
          </a:p>
          <a:p>
            <a:r>
              <a:rPr lang="en-US" sz="3200" dirty="0"/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474843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589C65-B654-0801-A842-85942B3671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Session Summary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C6AFAD-325A-039E-FA7B-695ADC990A7C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400938015"/>
              </p:ext>
            </p:extLst>
          </p:nvPr>
        </p:nvGraphicFramePr>
        <p:xfrm>
          <a:off x="304800" y="1569719"/>
          <a:ext cx="8458200" cy="46861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19096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iphy.gif"/>
          <p:cNvPicPr>
            <a:picLocks noGrp="1" noChangeAspect="1"/>
          </p:cNvPicPr>
          <p:nvPr>
            <p:ph idx="4294967295"/>
          </p:nvPr>
        </p:nvPicPr>
        <p:blipFill>
          <a:blip r:embed="rId2" cstate="print"/>
          <a:stretch>
            <a:fillRect/>
          </a:stretch>
        </p:blipFill>
        <p:spPr>
          <a:xfrm>
            <a:off x="1143000" y="2323916"/>
            <a:ext cx="3086100" cy="2814523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Questions?</a:t>
            </a:r>
          </a:p>
        </p:txBody>
      </p:sp>
      <p:pic>
        <p:nvPicPr>
          <p:cNvPr id="6" name="Picture 5" descr="question-marks-animation-3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21480" y="2590800"/>
            <a:ext cx="3779520" cy="2362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7000" y="4648200"/>
            <a:ext cx="12954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9.0.7022"/>
  <p:tag name="SLIDO_PRESENTATION_ID" val="4993a0f8-3199-4111-82be-bf056effcafa"/>
  <p:tag name="SLIDO_EVENT_UUID" val="71a5e6a8-ce99-4fdb-a7cd-213f03cc8c8a"/>
  <p:tag name="SLIDO_EVENT_SECTION_UUID" val="bfb72739-955a-4e4c-8926-a9c776c3591b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22859</TotalTime>
  <Words>3233</Words>
  <Application>Microsoft Office PowerPoint</Application>
  <PresentationFormat>On-screen Show (4:3)</PresentationFormat>
  <Paragraphs>430</Paragraphs>
  <Slides>65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Apple Chancery</vt:lpstr>
      <vt:lpstr>Arial</vt:lpstr>
      <vt:lpstr>Calibri</vt:lpstr>
      <vt:lpstr>Wingdings</vt:lpstr>
      <vt:lpstr>Office Theme</vt:lpstr>
      <vt:lpstr>SECLZG544 (S1-25) Agile Software Processes Contact Session: 02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Gokhale Jayanthi</cp:lastModifiedBy>
  <cp:revision>203</cp:revision>
  <cp:lastPrinted>2021-07-24T03:55:38Z</cp:lastPrinted>
  <dcterms:created xsi:type="dcterms:W3CDTF">2011-09-14T09:42:05Z</dcterms:created>
  <dcterms:modified xsi:type="dcterms:W3CDTF">2025-11-01T18:50:35Z</dcterms:modified>
</cp:coreProperties>
</file>